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37"/>
  </p:handoutMasterIdLst>
  <p:sldIdLst>
    <p:sldId id="270" r:id="rId2"/>
    <p:sldId id="271" r:id="rId3"/>
    <p:sldId id="272" r:id="rId4"/>
    <p:sldId id="273" r:id="rId5"/>
    <p:sldId id="274"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8" r:id="rId30"/>
    <p:sldId id="299" r:id="rId31"/>
    <p:sldId id="300" r:id="rId32"/>
    <p:sldId id="301" r:id="rId33"/>
    <p:sldId id="302" r:id="rId34"/>
    <p:sldId id="303" r:id="rId35"/>
    <p:sldId id="304"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4C4C"/>
    <a:srgbClr val="E08E2F"/>
    <a:srgbClr val="E09135"/>
    <a:srgbClr val="FFFFFF"/>
    <a:srgbClr val="DC8623"/>
    <a:srgbClr val="DB8522"/>
    <a:srgbClr val="4D4D4D"/>
    <a:srgbClr val="EB6500"/>
    <a:srgbClr val="53565A"/>
    <a:srgbClr val="FF98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08EC16-7612-48F2-BD7E-AB7620736A0A}" v="99" dt="2022-03-30T08:57:44.2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97" d="100"/>
          <a:sy n="97" d="100"/>
        </p:scale>
        <p:origin x="91" y="3288"/>
      </p:cViewPr>
      <p:guideLst>
        <p:guide orient="horz" pos="2160"/>
        <p:guide pos="2880"/>
      </p:guideLst>
    </p:cSldViewPr>
  </p:slideViewPr>
  <p:notesTextViewPr>
    <p:cViewPr>
      <p:scale>
        <a:sx n="1" d="1"/>
        <a:sy n="1" d="1"/>
      </p:scale>
      <p:origin x="0" y="0"/>
    </p:cViewPr>
  </p:notesTextViewPr>
  <p:sorterViewPr>
    <p:cViewPr>
      <p:scale>
        <a:sx n="100" d="100"/>
        <a:sy n="100" d="100"/>
      </p:scale>
      <p:origin x="0" y="-9795"/>
    </p:cViewPr>
  </p:sorterViewPr>
  <p:notesViewPr>
    <p:cSldViewPr snapToGrid="0">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C9F2AD-ACD9-4F52-8557-48C099C603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315BD4B-9B5A-4159-B729-CBA6AE207B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7D2E7-9FC7-4207-9062-A3303B783802}" type="datetimeFigureOut">
              <a:rPr lang="en-IN" smtClean="0"/>
              <a:t>28-09-2022</a:t>
            </a:fld>
            <a:endParaRPr lang="en-IN"/>
          </a:p>
        </p:txBody>
      </p:sp>
      <p:sp>
        <p:nvSpPr>
          <p:cNvPr id="4" name="Footer Placeholder 3">
            <a:extLst>
              <a:ext uri="{FF2B5EF4-FFF2-40B4-BE49-F238E27FC236}">
                <a16:creationId xmlns:a16="http://schemas.microsoft.com/office/drawing/2014/main" id="{D794C69D-016E-496D-B1AA-E9EE96139D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A5A0A3E-29D3-4009-A482-439DDE028B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4528DA-F324-4659-A143-8781AC34D3E0}" type="slidenum">
              <a:rPr lang="en-IN" smtClean="0"/>
              <a:t>‹#›</a:t>
            </a:fld>
            <a:endParaRPr lang="en-IN"/>
          </a:p>
        </p:txBody>
      </p:sp>
    </p:spTree>
    <p:extLst>
      <p:ext uri="{BB962C8B-B14F-4D97-AF65-F5344CB8AC3E}">
        <p14:creationId xmlns:p14="http://schemas.microsoft.com/office/powerpoint/2010/main" val="279535706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614FD1-D902-4A59-BCAB-4AA8AF3D9081}"/>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A picture containing shape&#10;&#10;Description automatically generated">
            <a:extLst>
              <a:ext uri="{FF2B5EF4-FFF2-40B4-BE49-F238E27FC236}">
                <a16:creationId xmlns:a16="http://schemas.microsoft.com/office/drawing/2014/main" id="{BA4AD1CF-AA6C-4924-8675-811F23CE0D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24"/>
            <a:ext cx="9144000" cy="6850625"/>
          </a:xfrm>
          <a:prstGeom prst="rect">
            <a:avLst/>
          </a:prstGeom>
        </p:spPr>
      </p:pic>
      <p:sp>
        <p:nvSpPr>
          <p:cNvPr id="5" name="Rectangle 4">
            <a:extLst>
              <a:ext uri="{FF2B5EF4-FFF2-40B4-BE49-F238E27FC236}">
                <a16:creationId xmlns:a16="http://schemas.microsoft.com/office/drawing/2014/main" id="{F2E2EB6C-4AC4-41A2-8F72-A329B2E1580B}"/>
              </a:ext>
            </a:extLst>
          </p:cNvPr>
          <p:cNvSpPr/>
          <p:nvPr userDrawn="1"/>
        </p:nvSpPr>
        <p:spPr>
          <a:xfrm>
            <a:off x="-2300" y="6812281"/>
            <a:ext cx="9144000" cy="4571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5">
            <a:extLst>
              <a:ext uri="{FF2B5EF4-FFF2-40B4-BE49-F238E27FC236}">
                <a16:creationId xmlns:a16="http://schemas.microsoft.com/office/drawing/2014/main" id="{CDB9DDB9-4BD9-4BCF-86A4-772414CF0629}"/>
              </a:ext>
            </a:extLst>
          </p:cNvPr>
          <p:cNvGrpSpPr/>
          <p:nvPr userDrawn="1"/>
        </p:nvGrpSpPr>
        <p:grpSpPr>
          <a:xfrm>
            <a:off x="-72699" y="-3125"/>
            <a:ext cx="1374756" cy="1441923"/>
            <a:chOff x="-113156" y="25300"/>
            <a:chExt cx="1332205" cy="1441923"/>
          </a:xfrm>
        </p:grpSpPr>
        <p:sp>
          <p:nvSpPr>
            <p:cNvPr id="7" name="Rectangle: Rounded Corners 35">
              <a:extLst>
                <a:ext uri="{FF2B5EF4-FFF2-40B4-BE49-F238E27FC236}">
                  <a16:creationId xmlns:a16="http://schemas.microsoft.com/office/drawing/2014/main" id="{7957AE27-1DC8-4907-8AB1-2560A90A543A}"/>
                </a:ext>
              </a:extLst>
            </p:cNvPr>
            <p:cNvSpPr/>
            <p:nvPr/>
          </p:nvSpPr>
          <p:spPr>
            <a:xfrm>
              <a:off x="-43557" y="25300"/>
              <a:ext cx="1262606" cy="1441923"/>
            </a:xfrm>
            <a:prstGeom prst="roundRect">
              <a:avLst>
                <a:gd name="adj" fmla="val 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Picture 2" descr="Data Mining. Concepts and Techniques, 3rd Edition (The Morgan Kaufmann  Series in Data Management Systems)">
              <a:extLst>
                <a:ext uri="{FF2B5EF4-FFF2-40B4-BE49-F238E27FC236}">
                  <a16:creationId xmlns:a16="http://schemas.microsoft.com/office/drawing/2014/main" id="{9E395FDB-906D-4C55-85C3-0A95428EBDB4}"/>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12187" r="-1"/>
            <a:stretch/>
          </p:blipFill>
          <p:spPr bwMode="auto">
            <a:xfrm>
              <a:off x="-113156" y="357913"/>
              <a:ext cx="1317458" cy="770070"/>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TextBox 8">
            <a:extLst>
              <a:ext uri="{FF2B5EF4-FFF2-40B4-BE49-F238E27FC236}">
                <a16:creationId xmlns:a16="http://schemas.microsoft.com/office/drawing/2014/main" id="{A2C3EE6A-8657-4A6B-87F7-02627342A27B}"/>
              </a:ext>
            </a:extLst>
          </p:cNvPr>
          <p:cNvSpPr txBox="1">
            <a:spLocks noChangeArrowheads="1"/>
          </p:cNvSpPr>
          <p:nvPr userDrawn="1"/>
        </p:nvSpPr>
        <p:spPr bwMode="auto">
          <a:xfrm>
            <a:off x="2636487" y="1788690"/>
            <a:ext cx="3731741" cy="261610"/>
          </a:xfrm>
          <a:prstGeom prst="roundRect">
            <a:avLst>
              <a:gd name="adj" fmla="val 0"/>
            </a:avLst>
          </a:prstGeom>
          <a:noFill/>
          <a:ln w="9525">
            <a:noFill/>
            <a:miter lim="800000"/>
            <a:headEnd/>
            <a:tailEnd/>
          </a:ln>
        </p:spPr>
        <p:txBody>
          <a:bodyPr wrap="square">
            <a:spAutoFit/>
          </a:bodyPr>
          <a:lstStyle/>
          <a:p>
            <a:pPr>
              <a:defRPr/>
            </a:pPr>
            <a:r>
              <a:rPr lang="en-GB" sz="1100" i="1" dirty="0">
                <a:solidFill>
                  <a:srgbClr val="53565A"/>
                </a:solidFill>
                <a:latin typeface="+mj-lt"/>
              </a:rPr>
              <a:t>Wen-</a:t>
            </a:r>
            <a:r>
              <a:rPr lang="en-GB" sz="1100" i="1" dirty="0" err="1">
                <a:solidFill>
                  <a:srgbClr val="53565A"/>
                </a:solidFill>
                <a:latin typeface="+mj-lt"/>
              </a:rPr>
              <a:t>mei</a:t>
            </a:r>
            <a:r>
              <a:rPr lang="en-GB" sz="1100" i="1" dirty="0">
                <a:solidFill>
                  <a:srgbClr val="53565A"/>
                </a:solidFill>
                <a:latin typeface="+mj-lt"/>
              </a:rPr>
              <a:t> </a:t>
            </a:r>
            <a:r>
              <a:rPr lang="en-GB" sz="1100" i="1" dirty="0" err="1">
                <a:solidFill>
                  <a:srgbClr val="53565A"/>
                </a:solidFill>
                <a:latin typeface="+mj-lt"/>
              </a:rPr>
              <a:t>Hwu</a:t>
            </a:r>
            <a:r>
              <a:rPr lang="en-GB" sz="1100" i="1" dirty="0">
                <a:solidFill>
                  <a:srgbClr val="53565A"/>
                </a:solidFill>
                <a:latin typeface="+mj-lt"/>
              </a:rPr>
              <a:t>, David Kirk, Izzat El Hajj</a:t>
            </a:r>
            <a:endParaRPr lang="en-US" sz="1100" i="1" dirty="0">
              <a:solidFill>
                <a:srgbClr val="53565A"/>
              </a:solidFill>
              <a:latin typeface="+mj-lt"/>
            </a:endParaRPr>
          </a:p>
        </p:txBody>
      </p:sp>
      <p:cxnSp>
        <p:nvCxnSpPr>
          <p:cNvPr id="10" name="Straight Connector 9">
            <a:extLst>
              <a:ext uri="{FF2B5EF4-FFF2-40B4-BE49-F238E27FC236}">
                <a16:creationId xmlns:a16="http://schemas.microsoft.com/office/drawing/2014/main" id="{243523CE-3289-4AA1-A7D0-4D0378C02A45}"/>
              </a:ext>
            </a:extLst>
          </p:cNvPr>
          <p:cNvCxnSpPr/>
          <p:nvPr userDrawn="1"/>
        </p:nvCxnSpPr>
        <p:spPr>
          <a:xfrm>
            <a:off x="2360588" y="1928406"/>
            <a:ext cx="275899" cy="0"/>
          </a:xfrm>
          <a:prstGeom prst="line">
            <a:avLst/>
          </a:prstGeom>
          <a:ln w="19050">
            <a:solidFill>
              <a:srgbClr val="53565A"/>
            </a:solidFill>
          </a:ln>
        </p:spPr>
        <p:style>
          <a:lnRef idx="1">
            <a:schemeClr val="accent1"/>
          </a:lnRef>
          <a:fillRef idx="0">
            <a:schemeClr val="accent1"/>
          </a:fillRef>
          <a:effectRef idx="0">
            <a:schemeClr val="accent1"/>
          </a:effectRef>
          <a:fontRef idx="minor">
            <a:schemeClr val="tx1"/>
          </a:fontRef>
        </p:style>
      </p:cxnSp>
      <p:pic>
        <p:nvPicPr>
          <p:cNvPr id="11" name="Picture 10" descr="Background pattern&#10;&#10;Description automatically generated">
            <a:extLst>
              <a:ext uri="{FF2B5EF4-FFF2-40B4-BE49-F238E27FC236}">
                <a16:creationId xmlns:a16="http://schemas.microsoft.com/office/drawing/2014/main" id="{2B1CFD73-162D-4195-B0FC-38DEE10693F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r="14303"/>
          <a:stretch/>
        </p:blipFill>
        <p:spPr>
          <a:xfrm>
            <a:off x="1299246" y="1441973"/>
            <a:ext cx="7844400" cy="1577329"/>
          </a:xfrm>
          <a:prstGeom prst="rect">
            <a:avLst/>
          </a:prstGeom>
        </p:spPr>
      </p:pic>
      <p:sp>
        <p:nvSpPr>
          <p:cNvPr id="12" name="TextBox 11">
            <a:extLst>
              <a:ext uri="{FF2B5EF4-FFF2-40B4-BE49-F238E27FC236}">
                <a16:creationId xmlns:a16="http://schemas.microsoft.com/office/drawing/2014/main" id="{2BF7728A-41A1-445F-A9FF-56DF9F9BB7F1}"/>
              </a:ext>
            </a:extLst>
          </p:cNvPr>
          <p:cNvSpPr txBox="1"/>
          <p:nvPr userDrawn="1"/>
        </p:nvSpPr>
        <p:spPr bwMode="auto">
          <a:xfrm>
            <a:off x="1567422" y="1743145"/>
            <a:ext cx="5679695" cy="461665"/>
          </a:xfrm>
          <a:prstGeom prst="rect">
            <a:avLst/>
          </a:prstGeom>
          <a:noFill/>
        </p:spPr>
        <p:txBody>
          <a:bodyPr wrap="none">
            <a:spAutoFit/>
          </a:bodyPr>
          <a:lstStyle/>
          <a:p>
            <a:pPr>
              <a:defRPr/>
            </a:pPr>
            <a:r>
              <a:rPr lang="en-GB" sz="2400" b="1" dirty="0">
                <a:solidFill>
                  <a:schemeClr val="bg1"/>
                </a:solidFill>
              </a:rPr>
              <a:t>Programming Massively Parallel Processors</a:t>
            </a:r>
            <a:endParaRPr lang="en-US" sz="2400" b="1" dirty="0">
              <a:solidFill>
                <a:schemeClr val="bg1"/>
              </a:solidFill>
            </a:endParaRPr>
          </a:p>
        </p:txBody>
      </p:sp>
      <p:sp>
        <p:nvSpPr>
          <p:cNvPr id="13" name="TextBox 12">
            <a:extLst>
              <a:ext uri="{FF2B5EF4-FFF2-40B4-BE49-F238E27FC236}">
                <a16:creationId xmlns:a16="http://schemas.microsoft.com/office/drawing/2014/main" id="{0B215409-9B9B-4DB6-906D-C53B1CDED403}"/>
              </a:ext>
            </a:extLst>
          </p:cNvPr>
          <p:cNvSpPr txBox="1"/>
          <p:nvPr userDrawn="1"/>
        </p:nvSpPr>
        <p:spPr>
          <a:xfrm>
            <a:off x="1567421" y="2143201"/>
            <a:ext cx="2206373" cy="646331"/>
          </a:xfrm>
          <a:prstGeom prst="rect">
            <a:avLst/>
          </a:prstGeom>
          <a:noFill/>
        </p:spPr>
        <p:txBody>
          <a:bodyPr wrap="none" rtlCol="0">
            <a:spAutoFit/>
          </a:bodyPr>
          <a:lstStyle/>
          <a:p>
            <a:r>
              <a:rPr lang="en-GB" sz="1800" dirty="0">
                <a:solidFill>
                  <a:schemeClr val="bg1"/>
                </a:solidFill>
                <a:latin typeface="+mj-lt"/>
              </a:rPr>
              <a:t>A Hands-on Approach</a:t>
            </a:r>
            <a:endParaRPr lang="en-US" sz="1800" dirty="0">
              <a:solidFill>
                <a:schemeClr val="bg1"/>
              </a:solidFill>
              <a:latin typeface="+mj-lt"/>
            </a:endParaRPr>
          </a:p>
          <a:p>
            <a:endParaRPr lang="en-IN" dirty="0"/>
          </a:p>
        </p:txBody>
      </p:sp>
      <p:sp>
        <p:nvSpPr>
          <p:cNvPr id="14" name="Rectangle 13">
            <a:extLst>
              <a:ext uri="{FF2B5EF4-FFF2-40B4-BE49-F238E27FC236}">
                <a16:creationId xmlns:a16="http://schemas.microsoft.com/office/drawing/2014/main" id="{C364E5FD-D2A2-4A68-8897-43FA77D6453D}"/>
              </a:ext>
            </a:extLst>
          </p:cNvPr>
          <p:cNvSpPr/>
          <p:nvPr userDrawn="1"/>
        </p:nvSpPr>
        <p:spPr>
          <a:xfrm>
            <a:off x="1299245" y="3024958"/>
            <a:ext cx="7836105" cy="6006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pic>
        <p:nvPicPr>
          <p:cNvPr id="17" name="Picture 16" descr="A picture containing night sky&#10;&#10;Description automatically generated">
            <a:extLst>
              <a:ext uri="{FF2B5EF4-FFF2-40B4-BE49-F238E27FC236}">
                <a16:creationId xmlns:a16="http://schemas.microsoft.com/office/drawing/2014/main" id="{CB3A55CF-D158-4A58-A4DE-DEEA1CF1071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93773" y="4445883"/>
            <a:ext cx="4410075" cy="1952625"/>
          </a:xfrm>
          <a:prstGeom prst="rect">
            <a:avLst/>
          </a:prstGeom>
        </p:spPr>
      </p:pic>
      <p:sp>
        <p:nvSpPr>
          <p:cNvPr id="18" name="L-Shape 17">
            <a:extLst>
              <a:ext uri="{FF2B5EF4-FFF2-40B4-BE49-F238E27FC236}">
                <a16:creationId xmlns:a16="http://schemas.microsoft.com/office/drawing/2014/main" id="{715CF1CF-E105-4089-BA77-56B70A742ECB}"/>
              </a:ext>
            </a:extLst>
          </p:cNvPr>
          <p:cNvSpPr/>
          <p:nvPr userDrawn="1"/>
        </p:nvSpPr>
        <p:spPr>
          <a:xfrm rot="13500000">
            <a:off x="2939485" y="3242288"/>
            <a:ext cx="140020" cy="140020"/>
          </a:xfrm>
          <a:prstGeom prst="corner">
            <a:avLst>
              <a:gd name="adj1" fmla="val 27650"/>
              <a:gd name="adj2" fmla="val 25788"/>
            </a:avLst>
          </a:prstGeom>
          <a:solidFill>
            <a:srgbClr val="DB8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0E928E1F-54E8-4389-82DD-5CF4C77F4AB0}"/>
              </a:ext>
            </a:extLst>
          </p:cNvPr>
          <p:cNvSpPr/>
          <p:nvPr userDrawn="1"/>
        </p:nvSpPr>
        <p:spPr>
          <a:xfrm>
            <a:off x="7884826" y="6812281"/>
            <a:ext cx="1259174" cy="45719"/>
          </a:xfrm>
          <a:prstGeom prst="rect">
            <a:avLst/>
          </a:prstGeom>
          <a:solidFill>
            <a:srgbClr val="DC8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Chart&#10;&#10;Description automatically generated">
            <a:extLst>
              <a:ext uri="{FF2B5EF4-FFF2-40B4-BE49-F238E27FC236}">
                <a16:creationId xmlns:a16="http://schemas.microsoft.com/office/drawing/2014/main" id="{083DB60B-7D3C-470B-9BE6-C4062D6A1D4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690372" y="3636069"/>
            <a:ext cx="2232972" cy="2762439"/>
          </a:xfrm>
          <a:prstGeom prst="rect">
            <a:avLst/>
          </a:prstGeom>
        </p:spPr>
      </p:pic>
      <p:sp>
        <p:nvSpPr>
          <p:cNvPr id="21" name="Rectangle 7">
            <a:extLst>
              <a:ext uri="{FF2B5EF4-FFF2-40B4-BE49-F238E27FC236}">
                <a16:creationId xmlns:a16="http://schemas.microsoft.com/office/drawing/2014/main" id="{21B15398-A182-4C0B-854E-654EA8B5B28D}"/>
              </a:ext>
            </a:extLst>
          </p:cNvPr>
          <p:cNvSpPr>
            <a:spLocks/>
          </p:cNvSpPr>
          <p:nvPr userDrawn="1"/>
        </p:nvSpPr>
        <p:spPr bwMode="auto">
          <a:xfrm>
            <a:off x="59677" y="6603329"/>
            <a:ext cx="1579154" cy="185454"/>
          </a:xfrm>
          <a:prstGeom prst="rect">
            <a:avLst/>
          </a:prstGeom>
          <a:noFill/>
          <a:ln>
            <a:noFill/>
          </a:ln>
        </p:spPr>
        <p:txBody>
          <a:bodyPr lIns="0" tIns="0" rIns="40639" bIns="0" anchor="ctr"/>
          <a:lstStyle>
            <a:lvl1pPr marL="39688" eaLnBrk="0" hangingPunct="0">
              <a:defRPr sz="2400">
                <a:solidFill>
                  <a:srgbClr val="000000"/>
                </a:solidFill>
                <a:latin typeface="Times New Roman" panose="02020603050405020304" pitchFamily="18" charset="0"/>
                <a:sym typeface="Times New Roman" panose="02020603050405020304" pitchFamily="18" charset="0"/>
              </a:defRPr>
            </a:lvl1pPr>
            <a:lvl2pPr marL="742950" indent="-285750" eaLnBrk="0" hangingPunct="0">
              <a:defRPr sz="2400">
                <a:solidFill>
                  <a:srgbClr val="000000"/>
                </a:solidFill>
                <a:latin typeface="Times New Roman" panose="02020603050405020304" pitchFamily="18" charset="0"/>
                <a:sym typeface="Times New Roman" panose="02020603050405020304" pitchFamily="18" charset="0"/>
              </a:defRPr>
            </a:lvl2pPr>
            <a:lvl3pPr marL="1143000" indent="-228600" eaLnBrk="0" hangingPunct="0">
              <a:defRPr sz="2400">
                <a:solidFill>
                  <a:srgbClr val="000000"/>
                </a:solidFill>
                <a:latin typeface="Times New Roman" panose="02020603050405020304" pitchFamily="18" charset="0"/>
                <a:sym typeface="Times New Roman" panose="02020603050405020304" pitchFamily="18" charset="0"/>
              </a:defRPr>
            </a:lvl3pPr>
            <a:lvl4pPr marL="1600200" indent="-228600" eaLnBrk="0" hangingPunct="0">
              <a:defRPr sz="2400">
                <a:solidFill>
                  <a:srgbClr val="000000"/>
                </a:solidFill>
                <a:latin typeface="Times New Roman" panose="02020603050405020304" pitchFamily="18" charset="0"/>
                <a:sym typeface="Times New Roman" panose="02020603050405020304" pitchFamily="18" charset="0"/>
              </a:defRPr>
            </a:lvl4pPr>
            <a:lvl5pPr marL="2057400" indent="-228600" eaLnBrk="0" hangingPunct="0">
              <a:defRPr sz="2400">
                <a:solidFill>
                  <a:srgbClr val="000000"/>
                </a:solidFill>
                <a:latin typeface="Times New Roman" panose="02020603050405020304" pitchFamily="18" charset="0"/>
                <a:sym typeface="Times New Roman" panose="02020603050405020304" pitchFamily="18" charset="0"/>
              </a:defRPr>
            </a:lvl5pPr>
            <a:lvl6pPr marL="25146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6pPr>
            <a:lvl7pPr marL="29718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7pPr>
            <a:lvl8pPr marL="34290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8pPr>
            <a:lvl9pPr marL="38862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9pPr>
          </a:lstStyle>
          <a:p>
            <a:pPr eaLnBrk="1" hangingPunct="1"/>
            <a:r>
              <a:rPr lang="en-US" altLang="en-US" sz="800" dirty="0">
                <a:solidFill>
                  <a:schemeClr val="tx1">
                    <a:lumMod val="50000"/>
                    <a:lumOff val="50000"/>
                  </a:schemeClr>
                </a:solidFill>
                <a:latin typeface="Arial" panose="020B0604020202020204" pitchFamily="34" charset="0"/>
                <a:cs typeface="Arial" panose="020B0604020202020204" pitchFamily="34" charset="0"/>
                <a:sym typeface="Arial" panose="020B0604020202020204" pitchFamily="34" charset="0"/>
              </a:rPr>
              <a:t>Copyright © 2022 Elsevier</a:t>
            </a:r>
          </a:p>
        </p:txBody>
      </p:sp>
      <p:sp>
        <p:nvSpPr>
          <p:cNvPr id="23" name="Text Placeholder 22"/>
          <p:cNvSpPr>
            <a:spLocks noGrp="1"/>
          </p:cNvSpPr>
          <p:nvPr>
            <p:ph type="body" sz="quarter" idx="10" hasCustomPrompt="1"/>
          </p:nvPr>
        </p:nvSpPr>
        <p:spPr>
          <a:xfrm>
            <a:off x="1298575" y="3011550"/>
            <a:ext cx="1611556" cy="606145"/>
          </a:xfrm>
          <a:prstGeom prst="rect">
            <a:avLst/>
          </a:prstGeom>
        </p:spPr>
        <p:txBody>
          <a:bodyPr anchor="ctr" anchorCtr="0"/>
          <a:lstStyle>
            <a:lvl1pPr marL="0" indent="0">
              <a:buNone/>
              <a:defRPr sz="2000" b="1" cap="all" baseline="0">
                <a:latin typeface="+mn-lt"/>
              </a:defRPr>
            </a:lvl1pPr>
          </a:lstStyle>
          <a:p>
            <a:pPr lvl="0"/>
            <a:r>
              <a:rPr lang="en-US" dirty="0"/>
              <a:t>Chapter #</a:t>
            </a:r>
          </a:p>
        </p:txBody>
      </p:sp>
      <p:sp>
        <p:nvSpPr>
          <p:cNvPr id="27" name="Text Placeholder 22"/>
          <p:cNvSpPr>
            <a:spLocks noGrp="1"/>
          </p:cNvSpPr>
          <p:nvPr>
            <p:ph type="body" sz="quarter" idx="11" hasCustomPrompt="1"/>
          </p:nvPr>
        </p:nvSpPr>
        <p:spPr>
          <a:xfrm>
            <a:off x="3146829" y="3011550"/>
            <a:ext cx="5898609" cy="606145"/>
          </a:xfrm>
          <a:prstGeom prst="rect">
            <a:avLst/>
          </a:prstGeom>
        </p:spPr>
        <p:txBody>
          <a:bodyPr anchor="ctr" anchorCtr="0"/>
          <a:lstStyle>
            <a:lvl1pPr marL="0" indent="0">
              <a:buNone/>
              <a:defRPr sz="2000" b="1" cap="none" baseline="0">
                <a:latin typeface="+mj-lt"/>
              </a:defRPr>
            </a:lvl1pPr>
          </a:lstStyle>
          <a:p>
            <a:pPr lvl="0"/>
            <a:r>
              <a:rPr lang="en-US" dirty="0"/>
              <a:t>Chapter Title</a:t>
            </a:r>
          </a:p>
        </p:txBody>
      </p:sp>
    </p:spTree>
    <p:extLst>
      <p:ext uri="{BB962C8B-B14F-4D97-AF65-F5344CB8AC3E}">
        <p14:creationId xmlns:p14="http://schemas.microsoft.com/office/powerpoint/2010/main" val="2487965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1011D6E-2CED-4BBC-A66B-38F7B0BDDCF4}"/>
              </a:ext>
            </a:extLst>
          </p:cNvPr>
          <p:cNvSpPr>
            <a:spLocks noGrp="1"/>
          </p:cNvSpPr>
          <p:nvPr>
            <p:ph type="body" idx="10"/>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8" name="Content Placeholder 2">
            <a:extLst>
              <a:ext uri="{FF2B5EF4-FFF2-40B4-BE49-F238E27FC236}">
                <a16:creationId xmlns:a16="http://schemas.microsoft.com/office/drawing/2014/main" id="{370D1EB3-9074-4E31-9DCF-ADFD596A7E89}"/>
              </a:ext>
            </a:extLst>
          </p:cNvPr>
          <p:cNvSpPr>
            <a:spLocks noGrp="1"/>
          </p:cNvSpPr>
          <p:nvPr>
            <p:ph sz="half" idx="1"/>
          </p:nvPr>
        </p:nvSpPr>
        <p:spPr>
          <a:xfrm>
            <a:off x="350672" y="838072"/>
            <a:ext cx="8464802" cy="558463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21174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1011D6E-2CED-4BBC-A66B-38F7B0BDDCF4}"/>
              </a:ext>
            </a:extLst>
          </p:cNvPr>
          <p:cNvSpPr>
            <a:spLocks noGrp="1"/>
          </p:cNvSpPr>
          <p:nvPr>
            <p:ph type="body" idx="10"/>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654453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514897"/>
            <a:ext cx="3868340" cy="645898"/>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629842" y="1248402"/>
            <a:ext cx="3868340" cy="5261907"/>
          </a:xfrm>
        </p:spPr>
        <p:txBody>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514897"/>
            <a:ext cx="3887391" cy="645898"/>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1248402"/>
            <a:ext cx="3887391" cy="5261907"/>
          </a:xfrm>
        </p:spPr>
        <p:txBody>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a:extLst>
              <a:ext uri="{FF2B5EF4-FFF2-40B4-BE49-F238E27FC236}">
                <a16:creationId xmlns:a16="http://schemas.microsoft.com/office/drawing/2014/main" id="{71011D6E-2CED-4BBC-A66B-38F7B0BDDCF4}"/>
              </a:ext>
            </a:extLst>
          </p:cNvPr>
          <p:cNvSpPr>
            <a:spLocks noGrp="1"/>
          </p:cNvSpPr>
          <p:nvPr>
            <p:ph type="body" idx="13"/>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36891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1018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A picture containing night sky&#10;&#10;Description automatically generated">
            <a:extLst>
              <a:ext uri="{FF2B5EF4-FFF2-40B4-BE49-F238E27FC236}">
                <a16:creationId xmlns:a16="http://schemas.microsoft.com/office/drawing/2014/main" id="{0451918C-3068-494B-B756-EB2CEF6603D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flipH="1">
            <a:off x="-1" y="5538866"/>
            <a:ext cx="3013881" cy="1334439"/>
          </a:xfrm>
          <a:prstGeom prst="rect">
            <a:avLst/>
          </a:prstGeom>
        </p:spPr>
      </p:pic>
      <p:sp>
        <p:nvSpPr>
          <p:cNvPr id="13" name="Rectangle 5">
            <a:extLst>
              <a:ext uri="{FF2B5EF4-FFF2-40B4-BE49-F238E27FC236}">
                <a16:creationId xmlns:a16="http://schemas.microsoft.com/office/drawing/2014/main" id="{31DF901C-E89A-4945-9091-D20419752365}"/>
              </a:ext>
            </a:extLst>
          </p:cNvPr>
          <p:cNvSpPr/>
          <p:nvPr userDrawn="1"/>
        </p:nvSpPr>
        <p:spPr>
          <a:xfrm>
            <a:off x="6914848" y="4280108"/>
            <a:ext cx="2226852" cy="2533254"/>
          </a:xfrm>
          <a:custGeom>
            <a:avLst/>
            <a:gdLst>
              <a:gd name="connsiteX0" fmla="*/ 0 w 4572000"/>
              <a:gd name="connsiteY0" fmla="*/ 0 h 3429000"/>
              <a:gd name="connsiteX1" fmla="*/ 4572000 w 4572000"/>
              <a:gd name="connsiteY1" fmla="*/ 0 h 3429000"/>
              <a:gd name="connsiteX2" fmla="*/ 4572000 w 4572000"/>
              <a:gd name="connsiteY2" fmla="*/ 3429000 h 3429000"/>
              <a:gd name="connsiteX3" fmla="*/ 0 w 4572000"/>
              <a:gd name="connsiteY3" fmla="*/ 3429000 h 3429000"/>
              <a:gd name="connsiteX4" fmla="*/ 0 w 4572000"/>
              <a:gd name="connsiteY4" fmla="*/ 0 h 3429000"/>
              <a:gd name="connsiteX0" fmla="*/ 0 w 4572000"/>
              <a:gd name="connsiteY0" fmla="*/ 3429000 h 3429000"/>
              <a:gd name="connsiteX1" fmla="*/ 4572000 w 4572000"/>
              <a:gd name="connsiteY1" fmla="*/ 0 h 3429000"/>
              <a:gd name="connsiteX2" fmla="*/ 4572000 w 4572000"/>
              <a:gd name="connsiteY2" fmla="*/ 3429000 h 3429000"/>
              <a:gd name="connsiteX3" fmla="*/ 0 w 457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572000" h="3429000">
                <a:moveTo>
                  <a:pt x="0" y="3429000"/>
                </a:moveTo>
                <a:lnTo>
                  <a:pt x="4572000" y="0"/>
                </a:lnTo>
                <a:lnTo>
                  <a:pt x="4572000" y="3429000"/>
                </a:lnTo>
                <a:lnTo>
                  <a:pt x="0" y="3429000"/>
                </a:lnTo>
                <a:close/>
              </a:path>
            </a:pathLst>
          </a:custGeom>
          <a:solidFill>
            <a:schemeClr val="bg1">
              <a:lumMod val="95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967E801F-3FA2-4ED1-804F-E330EBA748E7}"/>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991" t="4554" r="77" b="59326"/>
          <a:stretch/>
        </p:blipFill>
        <p:spPr>
          <a:xfrm>
            <a:off x="930683" y="-1553"/>
            <a:ext cx="8211017" cy="511200"/>
          </a:xfrm>
          <a:prstGeom prst="rect">
            <a:avLst/>
          </a:prstGeom>
        </p:spPr>
      </p:pic>
      <p:pic>
        <p:nvPicPr>
          <p:cNvPr id="8" name="Picture 2" descr="Data Mining. Concepts and Techniques, 3rd Edition (The Morgan Kaufmann  Series in Data Management Systems)">
            <a:extLst>
              <a:ext uri="{FF2B5EF4-FFF2-40B4-BE49-F238E27FC236}">
                <a16:creationId xmlns:a16="http://schemas.microsoft.com/office/drawing/2014/main" id="{A52DA9B2-CDDD-4030-BA37-75FEC690ABAD}"/>
              </a:ext>
            </a:extLst>
          </p:cNvPr>
          <p:cNvPicPr>
            <a:picLocks noChangeAspect="1" noChangeArrowheads="1"/>
          </p:cNvPicPr>
          <p:nvPr userDrawn="1"/>
        </p:nvPicPr>
        <p:blipFill>
          <a:blip r:embed="rId9">
            <a:extLst>
              <a:ext uri="{BEBA8EAE-BF5A-486C-A8C5-ECC9F3942E4B}">
                <a14:imgProps xmlns:a14="http://schemas.microsoft.com/office/drawing/2010/main">
                  <a14:imgLayer r:embed="rId10">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0" y="0"/>
            <a:ext cx="930682" cy="50987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6E92C0D8-7584-4BDC-BE7D-11D53629CF58}"/>
              </a:ext>
            </a:extLst>
          </p:cNvPr>
          <p:cNvSpPr/>
          <p:nvPr userDrawn="1"/>
        </p:nvSpPr>
        <p:spPr>
          <a:xfrm>
            <a:off x="-2300" y="6812281"/>
            <a:ext cx="9144000" cy="4571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7">
            <a:extLst>
              <a:ext uri="{FF2B5EF4-FFF2-40B4-BE49-F238E27FC236}">
                <a16:creationId xmlns:a16="http://schemas.microsoft.com/office/drawing/2014/main" id="{80D6273C-93F4-4ED4-A1B6-1578A4766C97}"/>
              </a:ext>
            </a:extLst>
          </p:cNvPr>
          <p:cNvSpPr>
            <a:spLocks/>
          </p:cNvSpPr>
          <p:nvPr userDrawn="1"/>
        </p:nvSpPr>
        <p:spPr bwMode="auto">
          <a:xfrm>
            <a:off x="59677" y="6603329"/>
            <a:ext cx="1579154" cy="185454"/>
          </a:xfrm>
          <a:prstGeom prst="rect">
            <a:avLst/>
          </a:prstGeom>
          <a:noFill/>
          <a:ln>
            <a:noFill/>
          </a:ln>
        </p:spPr>
        <p:txBody>
          <a:bodyPr lIns="0" tIns="0" rIns="40639" bIns="0" anchor="ctr"/>
          <a:lstStyle>
            <a:lvl1pPr marL="39688" eaLnBrk="0" hangingPunct="0">
              <a:defRPr sz="2400">
                <a:solidFill>
                  <a:srgbClr val="000000"/>
                </a:solidFill>
                <a:latin typeface="Times New Roman" panose="02020603050405020304" pitchFamily="18" charset="0"/>
                <a:sym typeface="Times New Roman" panose="02020603050405020304" pitchFamily="18" charset="0"/>
              </a:defRPr>
            </a:lvl1pPr>
            <a:lvl2pPr marL="742950" indent="-285750" eaLnBrk="0" hangingPunct="0">
              <a:defRPr sz="2400">
                <a:solidFill>
                  <a:srgbClr val="000000"/>
                </a:solidFill>
                <a:latin typeface="Times New Roman" panose="02020603050405020304" pitchFamily="18" charset="0"/>
                <a:sym typeface="Times New Roman" panose="02020603050405020304" pitchFamily="18" charset="0"/>
              </a:defRPr>
            </a:lvl2pPr>
            <a:lvl3pPr marL="1143000" indent="-228600" eaLnBrk="0" hangingPunct="0">
              <a:defRPr sz="2400">
                <a:solidFill>
                  <a:srgbClr val="000000"/>
                </a:solidFill>
                <a:latin typeface="Times New Roman" panose="02020603050405020304" pitchFamily="18" charset="0"/>
                <a:sym typeface="Times New Roman" panose="02020603050405020304" pitchFamily="18" charset="0"/>
              </a:defRPr>
            </a:lvl3pPr>
            <a:lvl4pPr marL="1600200" indent="-228600" eaLnBrk="0" hangingPunct="0">
              <a:defRPr sz="2400">
                <a:solidFill>
                  <a:srgbClr val="000000"/>
                </a:solidFill>
                <a:latin typeface="Times New Roman" panose="02020603050405020304" pitchFamily="18" charset="0"/>
                <a:sym typeface="Times New Roman" panose="02020603050405020304" pitchFamily="18" charset="0"/>
              </a:defRPr>
            </a:lvl4pPr>
            <a:lvl5pPr marL="2057400" indent="-228600" eaLnBrk="0" hangingPunct="0">
              <a:defRPr sz="2400">
                <a:solidFill>
                  <a:srgbClr val="000000"/>
                </a:solidFill>
                <a:latin typeface="Times New Roman" panose="02020603050405020304" pitchFamily="18" charset="0"/>
                <a:sym typeface="Times New Roman" panose="02020603050405020304" pitchFamily="18" charset="0"/>
              </a:defRPr>
            </a:lvl5pPr>
            <a:lvl6pPr marL="25146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6pPr>
            <a:lvl7pPr marL="29718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7pPr>
            <a:lvl8pPr marL="34290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8pPr>
            <a:lvl9pPr marL="38862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9pPr>
          </a:lstStyle>
          <a:p>
            <a:pPr eaLnBrk="1" hangingPunct="1"/>
            <a:r>
              <a:rPr lang="en-US" altLang="en-US" sz="800" dirty="0">
                <a:solidFill>
                  <a:schemeClr val="tx1">
                    <a:lumMod val="50000"/>
                    <a:lumOff val="50000"/>
                  </a:schemeClr>
                </a:solidFill>
                <a:latin typeface="Arial" panose="020B0604020202020204" pitchFamily="34" charset="0"/>
                <a:cs typeface="Arial" panose="020B0604020202020204" pitchFamily="34" charset="0"/>
                <a:sym typeface="Arial" panose="020B0604020202020204" pitchFamily="34" charset="0"/>
              </a:rPr>
              <a:t>Copyright © 2022 Elsevier</a:t>
            </a:r>
          </a:p>
        </p:txBody>
      </p:sp>
      <p:sp>
        <p:nvSpPr>
          <p:cNvPr id="14" name="Rectangle 13">
            <a:extLst>
              <a:ext uri="{FF2B5EF4-FFF2-40B4-BE49-F238E27FC236}">
                <a16:creationId xmlns:a16="http://schemas.microsoft.com/office/drawing/2014/main" id="{D26B0C97-5D7F-45E4-B756-6265FC57D53E}"/>
              </a:ext>
            </a:extLst>
          </p:cNvPr>
          <p:cNvSpPr/>
          <p:nvPr userDrawn="1"/>
        </p:nvSpPr>
        <p:spPr>
          <a:xfrm>
            <a:off x="7884826" y="6812281"/>
            <a:ext cx="1259174" cy="45719"/>
          </a:xfrm>
          <a:prstGeom prst="rect">
            <a:avLst/>
          </a:prstGeom>
          <a:solidFill>
            <a:srgbClr val="DC8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36460033"/>
      </p:ext>
    </p:extLst>
  </p:cSld>
  <p:clrMap bg1="lt1" tx1="dk1" bg2="lt2" tx2="dk2" accent1="accent1" accent2="accent2" accent3="accent3" accent4="accent4" accent5="accent5" accent6="accent6" hlink="hlink" folHlink="folHlink"/>
  <p:sldLayoutIdLst>
    <p:sldLayoutId id="2147483663" r:id="rId1"/>
    <p:sldLayoutId id="2147483662" r:id="rId2"/>
    <p:sldLayoutId id="2147483664" r:id="rId3"/>
    <p:sldLayoutId id="2147483667" r:id="rId4"/>
    <p:sldLayoutId id="2147483665"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dirty="0"/>
              <a:t>Chapter 8</a:t>
            </a:r>
          </a:p>
        </p:txBody>
      </p:sp>
      <p:sp>
        <p:nvSpPr>
          <p:cNvPr id="5" name="Text Placeholder 4"/>
          <p:cNvSpPr>
            <a:spLocks noGrp="1"/>
          </p:cNvSpPr>
          <p:nvPr>
            <p:ph type="body" sz="quarter" idx="11"/>
          </p:nvPr>
        </p:nvSpPr>
        <p:spPr/>
        <p:txBody>
          <a:bodyPr/>
          <a:lstStyle/>
          <a:p>
            <a:r>
              <a:rPr lang="en-US" dirty="0"/>
              <a:t>Stencil</a:t>
            </a:r>
          </a:p>
        </p:txBody>
      </p:sp>
    </p:spTree>
    <p:extLst>
      <p:ext uri="{BB962C8B-B14F-4D97-AF65-F5344CB8AC3E}">
        <p14:creationId xmlns:p14="http://schemas.microsoft.com/office/powerpoint/2010/main" val="383142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0"/>
          </p:nvPr>
        </p:nvSpPr>
        <p:spPr/>
        <p:txBody>
          <a:bodyPr/>
          <a:lstStyle/>
          <a:p>
            <a:r>
              <a:rPr lang="en-US" dirty="0"/>
              <a:t>Stencil</a:t>
            </a:r>
          </a:p>
        </p:txBody>
      </p:sp>
      <p:sp>
        <p:nvSpPr>
          <p:cNvPr id="3" name="Content Placeholder 2"/>
          <p:cNvSpPr>
            <a:spLocks noGrp="1"/>
          </p:cNvSpPr>
          <p:nvPr>
            <p:ph sz="half" idx="1"/>
          </p:nvPr>
        </p:nvSpPr>
        <p:spPr/>
        <p:txBody>
          <a:bodyPr/>
          <a:lstStyle/>
          <a:p>
            <a:r>
              <a:rPr lang="en-US" dirty="0"/>
              <a:t>The </a:t>
            </a:r>
            <a:r>
              <a:rPr lang="en-US" b="1" dirty="0">
                <a:solidFill>
                  <a:schemeClr val="accent5"/>
                </a:solidFill>
              </a:rPr>
              <a:t>stencil</a:t>
            </a:r>
            <a:r>
              <a:rPr lang="en-US" b="1" dirty="0">
                <a:solidFill>
                  <a:schemeClr val="accent1"/>
                </a:solidFill>
              </a:rPr>
              <a:t> </a:t>
            </a:r>
            <a:r>
              <a:rPr lang="en-US" dirty="0"/>
              <a:t>computation pattern refers to a class of computations on a grid where the value at a grid point is computed based on neighboring points</a:t>
            </a:r>
          </a:p>
          <a:p>
            <a:pPr lvl="1"/>
            <a:r>
              <a:rPr lang="en-US" dirty="0"/>
              <a:t>Typically used in solving partial differential equations in domains such as fluid dynamics, heat conductance, combustion, weather forecasting, etc.</a:t>
            </a:r>
          </a:p>
          <a:p>
            <a:endParaRPr lang="en-US" dirty="0"/>
          </a:p>
          <a:p>
            <a:r>
              <a:rPr lang="en-US" dirty="0"/>
              <a:t>Example:</a:t>
            </a:r>
          </a:p>
        </p:txBody>
      </p:sp>
      <p:grpSp>
        <p:nvGrpSpPr>
          <p:cNvPr id="62" name="Group 61"/>
          <p:cNvGrpSpPr/>
          <p:nvPr/>
        </p:nvGrpSpPr>
        <p:grpSpPr>
          <a:xfrm>
            <a:off x="2190514" y="2959719"/>
            <a:ext cx="2027350" cy="2019808"/>
            <a:chOff x="2190514" y="4588727"/>
            <a:chExt cx="2027350" cy="2019808"/>
          </a:xfrm>
        </p:grpSpPr>
        <p:grpSp>
          <p:nvGrpSpPr>
            <p:cNvPr id="45" name="Group 44"/>
            <p:cNvGrpSpPr>
              <a:grpSpLocks noChangeAspect="1"/>
            </p:cNvGrpSpPr>
            <p:nvPr/>
          </p:nvGrpSpPr>
          <p:grpSpPr>
            <a:xfrm>
              <a:off x="2469977" y="4588727"/>
              <a:ext cx="1468424" cy="1463040"/>
              <a:chOff x="2013177" y="4848859"/>
              <a:chExt cx="1026310" cy="1022547"/>
            </a:xfrm>
          </p:grpSpPr>
          <p:cxnSp>
            <p:nvCxnSpPr>
              <p:cNvPr id="6" name="Straight Connector 5"/>
              <p:cNvCxnSpPr>
                <a:stCxn id="10" idx="4"/>
                <a:endCxn id="17" idx="0"/>
              </p:cNvCxnSpPr>
              <p:nvPr/>
            </p:nvCxnSpPr>
            <p:spPr>
              <a:xfrm>
                <a:off x="2526332" y="4990419"/>
                <a:ext cx="0" cy="298933"/>
              </a:xfrm>
              <a:prstGeom prst="lin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2455552" y="4848859"/>
                <a:ext cx="141560" cy="14156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2013177" y="5289352"/>
                <a:ext cx="141560" cy="14156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2455552" y="5289352"/>
                <a:ext cx="141560" cy="141560"/>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a:stCxn id="16" idx="6"/>
                <a:endCxn id="17" idx="2"/>
              </p:cNvCxnSpPr>
              <p:nvPr/>
            </p:nvCxnSpPr>
            <p:spPr>
              <a:xfrm>
                <a:off x="2154737" y="5360132"/>
                <a:ext cx="300815" cy="0"/>
              </a:xfrm>
              <a:prstGeom prst="lin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2897927" y="5289352"/>
                <a:ext cx="141560" cy="14156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a:stCxn id="17" idx="6"/>
                <a:endCxn id="19" idx="2"/>
              </p:cNvCxnSpPr>
              <p:nvPr/>
            </p:nvCxnSpPr>
            <p:spPr>
              <a:xfrm>
                <a:off x="2597112" y="5360132"/>
                <a:ext cx="300815" cy="0"/>
              </a:xfrm>
              <a:prstGeom prst="lin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2455552" y="5729846"/>
                <a:ext cx="141560" cy="14156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a:stCxn id="17" idx="4"/>
                <a:endCxn id="28" idx="0"/>
              </p:cNvCxnSpPr>
              <p:nvPr/>
            </p:nvCxnSpPr>
            <p:spPr>
              <a:xfrm>
                <a:off x="2526332" y="5430912"/>
                <a:ext cx="0" cy="298933"/>
              </a:xfrm>
              <a:prstGeom prst="lin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0" name="TextBox 59"/>
            <p:cNvSpPr txBox="1"/>
            <p:nvPr/>
          </p:nvSpPr>
          <p:spPr>
            <a:xfrm>
              <a:off x="2190514" y="6239203"/>
              <a:ext cx="2027350" cy="369332"/>
            </a:xfrm>
            <a:prstGeom prst="rect">
              <a:avLst/>
            </a:prstGeom>
            <a:noFill/>
          </p:spPr>
          <p:txBody>
            <a:bodyPr wrap="none" rtlCol="0">
              <a:spAutoFit/>
            </a:bodyPr>
            <a:lstStyle/>
            <a:p>
              <a:pPr algn="ctr"/>
              <a:r>
                <a:rPr lang="en-US" dirty="0"/>
                <a:t>5-point stencil (2D)</a:t>
              </a:r>
            </a:p>
          </p:txBody>
        </p:sp>
      </p:grpSp>
      <p:grpSp>
        <p:nvGrpSpPr>
          <p:cNvPr id="63" name="Group 62"/>
          <p:cNvGrpSpPr/>
          <p:nvPr/>
        </p:nvGrpSpPr>
        <p:grpSpPr>
          <a:xfrm>
            <a:off x="4943162" y="2959719"/>
            <a:ext cx="2027350" cy="2019808"/>
            <a:chOff x="4943162" y="4588727"/>
            <a:chExt cx="2027350" cy="2019808"/>
          </a:xfrm>
        </p:grpSpPr>
        <p:grpSp>
          <p:nvGrpSpPr>
            <p:cNvPr id="46" name="Group 45"/>
            <p:cNvGrpSpPr>
              <a:grpSpLocks noChangeAspect="1"/>
            </p:cNvGrpSpPr>
            <p:nvPr/>
          </p:nvGrpSpPr>
          <p:grpSpPr>
            <a:xfrm>
              <a:off x="5225317" y="4588727"/>
              <a:ext cx="1463040" cy="1457677"/>
              <a:chOff x="5647268" y="1619907"/>
              <a:chExt cx="1026310" cy="1022547"/>
            </a:xfrm>
            <a:solidFill>
              <a:schemeClr val="accent5">
                <a:lumMod val="40000"/>
                <a:lumOff val="60000"/>
              </a:schemeClr>
            </a:solidFill>
          </p:grpSpPr>
          <p:cxnSp>
            <p:nvCxnSpPr>
              <p:cNvPr id="47" name="Straight Connector 46"/>
              <p:cNvCxnSpPr>
                <a:stCxn id="48" idx="4"/>
                <a:endCxn id="52" idx="0"/>
              </p:cNvCxnSpPr>
              <p:nvPr/>
            </p:nvCxnSpPr>
            <p:spPr>
              <a:xfrm>
                <a:off x="6160423" y="1761467"/>
                <a:ext cx="0" cy="29893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6089643" y="1619907"/>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6343983" y="1782473"/>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p:cNvCxnSpPr>
                <a:stCxn id="52" idx="7"/>
              </p:cNvCxnSpPr>
              <p:nvPr/>
            </p:nvCxnSpPr>
            <p:spPr>
              <a:xfrm flipV="1">
                <a:off x="6210472" y="1854813"/>
                <a:ext cx="200718" cy="226318"/>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5647268" y="2060400"/>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6089643" y="2060400"/>
                <a:ext cx="141560" cy="141560"/>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p:cNvCxnSpPr>
                <a:stCxn id="51" idx="6"/>
                <a:endCxn id="52" idx="2"/>
              </p:cNvCxnSpPr>
              <p:nvPr/>
            </p:nvCxnSpPr>
            <p:spPr>
              <a:xfrm>
                <a:off x="5788828" y="2131180"/>
                <a:ext cx="30081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6532018" y="2060400"/>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p:cNvCxnSpPr>
                <a:stCxn id="52" idx="6"/>
                <a:endCxn id="54" idx="2"/>
              </p:cNvCxnSpPr>
              <p:nvPr/>
            </p:nvCxnSpPr>
            <p:spPr>
              <a:xfrm>
                <a:off x="6231203" y="2131180"/>
                <a:ext cx="30081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5839355" y="2314506"/>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6089643" y="2500894"/>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a:stCxn id="56" idx="7"/>
              </p:cNvCxnSpPr>
              <p:nvPr/>
            </p:nvCxnSpPr>
            <p:spPr>
              <a:xfrm flipV="1">
                <a:off x="5960184" y="2144309"/>
                <a:ext cx="191870" cy="190928"/>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52" idx="4"/>
                <a:endCxn id="57" idx="0"/>
              </p:cNvCxnSpPr>
              <p:nvPr/>
            </p:nvCxnSpPr>
            <p:spPr>
              <a:xfrm>
                <a:off x="6160423" y="2201960"/>
                <a:ext cx="0" cy="29893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1" name="TextBox 60"/>
            <p:cNvSpPr txBox="1"/>
            <p:nvPr/>
          </p:nvSpPr>
          <p:spPr>
            <a:xfrm>
              <a:off x="4943162" y="6239203"/>
              <a:ext cx="2027350" cy="369332"/>
            </a:xfrm>
            <a:prstGeom prst="rect">
              <a:avLst/>
            </a:prstGeom>
            <a:noFill/>
          </p:spPr>
          <p:txBody>
            <a:bodyPr wrap="none" rtlCol="0">
              <a:spAutoFit/>
            </a:bodyPr>
            <a:lstStyle/>
            <a:p>
              <a:pPr algn="ctr"/>
              <a:r>
                <a:rPr lang="en-US" dirty="0"/>
                <a:t>7-point stencil (3D)</a:t>
              </a:r>
            </a:p>
          </p:txBody>
        </p:sp>
      </p:grpSp>
    </p:spTree>
    <p:extLst>
      <p:ext uri="{BB962C8B-B14F-4D97-AF65-F5344CB8AC3E}">
        <p14:creationId xmlns:p14="http://schemas.microsoft.com/office/powerpoint/2010/main" val="185665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500"/>
                                        <p:tgtEl>
                                          <p:spTgt spid="6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fade">
                                      <p:cBhvr>
                                        <p:cTn id="25"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0"/>
          </p:nvPr>
        </p:nvSpPr>
        <p:spPr/>
        <p:txBody>
          <a:bodyPr/>
          <a:lstStyle/>
          <a:p>
            <a:r>
              <a:rPr lang="en-US" dirty="0"/>
              <a:t>Stencil (5-point, 2D)</a:t>
            </a:r>
          </a:p>
        </p:txBody>
      </p:sp>
      <p:grpSp>
        <p:nvGrpSpPr>
          <p:cNvPr id="96" name="Group 95"/>
          <p:cNvGrpSpPr>
            <a:grpSpLocks noChangeAspect="1"/>
          </p:cNvGrpSpPr>
          <p:nvPr/>
        </p:nvGrpSpPr>
        <p:grpSpPr>
          <a:xfrm>
            <a:off x="3235005" y="1460360"/>
            <a:ext cx="1468685" cy="1463040"/>
            <a:chOff x="4457700" y="3314700"/>
            <a:chExt cx="2371726" cy="2362608"/>
          </a:xfrm>
          <a:solidFill>
            <a:schemeClr val="bg1"/>
          </a:solidFill>
        </p:grpSpPr>
        <p:cxnSp>
          <p:nvCxnSpPr>
            <p:cNvPr id="13" name="Straight Connector 12"/>
            <p:cNvCxnSpPr>
              <a:stCxn id="7" idx="4"/>
              <a:endCxn id="9" idx="0"/>
            </p:cNvCxnSpPr>
            <p:nvPr/>
          </p:nvCxnSpPr>
          <p:spPr>
            <a:xfrm>
              <a:off x="457200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4"/>
              <a:endCxn id="10" idx="0"/>
            </p:cNvCxnSpPr>
            <p:nvPr/>
          </p:nvCxnSpPr>
          <p:spPr>
            <a:xfrm>
              <a:off x="5286375"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40" idx="4"/>
              <a:endCxn id="42" idx="0"/>
            </p:cNvCxnSpPr>
            <p:nvPr/>
          </p:nvCxnSpPr>
          <p:spPr>
            <a:xfrm>
              <a:off x="600075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41" idx="4"/>
              <a:endCxn id="43" idx="0"/>
            </p:cNvCxnSpPr>
            <p:nvPr/>
          </p:nvCxnSpPr>
          <p:spPr>
            <a:xfrm>
              <a:off x="6715126"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4457700"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172075" y="3314700"/>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7" idx="6"/>
              <a:endCxn id="8" idx="2"/>
            </p:cNvCxnSpPr>
            <p:nvPr/>
          </p:nvCxnSpPr>
          <p:spPr>
            <a:xfrm>
              <a:off x="4686300"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5886450"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6600826"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a:stCxn id="40" idx="6"/>
              <a:endCxn id="41" idx="2"/>
            </p:cNvCxnSpPr>
            <p:nvPr/>
          </p:nvCxnSpPr>
          <p:spPr>
            <a:xfrm>
              <a:off x="6115050" y="3429000"/>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8" idx="6"/>
              <a:endCxn id="40" idx="2"/>
            </p:cNvCxnSpPr>
            <p:nvPr/>
          </p:nvCxnSpPr>
          <p:spPr>
            <a:xfrm>
              <a:off x="5400675"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4457700" y="4026036"/>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172075" y="4026036"/>
              <a:ext cx="228600" cy="228600"/>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a:stCxn id="9" idx="6"/>
              <a:endCxn id="10" idx="2"/>
            </p:cNvCxnSpPr>
            <p:nvPr/>
          </p:nvCxnSpPr>
          <p:spPr>
            <a:xfrm>
              <a:off x="4686300"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5886450" y="4026036"/>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6600826" y="4026036"/>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p:cNvCxnSpPr>
              <a:stCxn id="42" idx="6"/>
              <a:endCxn id="43" idx="2"/>
            </p:cNvCxnSpPr>
            <p:nvPr/>
          </p:nvCxnSpPr>
          <p:spPr>
            <a:xfrm>
              <a:off x="6115050" y="4140336"/>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10" idx="6"/>
              <a:endCxn id="42" idx="2"/>
            </p:cNvCxnSpPr>
            <p:nvPr/>
          </p:nvCxnSpPr>
          <p:spPr>
            <a:xfrm>
              <a:off x="5400675"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54" idx="4"/>
              <a:endCxn id="56" idx="0"/>
            </p:cNvCxnSpPr>
            <p:nvPr/>
          </p:nvCxnSpPr>
          <p:spPr>
            <a:xfrm>
              <a:off x="457200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55" idx="4"/>
              <a:endCxn id="57" idx="0"/>
            </p:cNvCxnSpPr>
            <p:nvPr/>
          </p:nvCxnSpPr>
          <p:spPr>
            <a:xfrm>
              <a:off x="5286375"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a:stCxn id="62" idx="4"/>
              <a:endCxn id="64" idx="0"/>
            </p:cNvCxnSpPr>
            <p:nvPr/>
          </p:nvCxnSpPr>
          <p:spPr>
            <a:xfrm>
              <a:off x="600075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63" idx="4"/>
              <a:endCxn id="65" idx="0"/>
            </p:cNvCxnSpPr>
            <p:nvPr/>
          </p:nvCxnSpPr>
          <p:spPr>
            <a:xfrm>
              <a:off x="6715126"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4457700"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5172075" y="4737372"/>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a:stCxn id="54" idx="6"/>
              <a:endCxn id="55" idx="2"/>
            </p:cNvCxnSpPr>
            <p:nvPr/>
          </p:nvCxnSpPr>
          <p:spPr>
            <a:xfrm>
              <a:off x="4686300"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5886450"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6600826"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p:cNvCxnSpPr>
              <a:stCxn id="62" idx="6"/>
              <a:endCxn id="63" idx="2"/>
            </p:cNvCxnSpPr>
            <p:nvPr/>
          </p:nvCxnSpPr>
          <p:spPr>
            <a:xfrm>
              <a:off x="6115050" y="4851672"/>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55" idx="6"/>
              <a:endCxn id="62" idx="2"/>
            </p:cNvCxnSpPr>
            <p:nvPr/>
          </p:nvCxnSpPr>
          <p:spPr>
            <a:xfrm>
              <a:off x="5400675"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4457700"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5172075"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p:cNvCxnSpPr>
              <a:stCxn id="56" idx="6"/>
              <a:endCxn id="57" idx="2"/>
            </p:cNvCxnSpPr>
            <p:nvPr/>
          </p:nvCxnSpPr>
          <p:spPr>
            <a:xfrm>
              <a:off x="4686300"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Oval 63"/>
            <p:cNvSpPr/>
            <p:nvPr/>
          </p:nvSpPr>
          <p:spPr>
            <a:xfrm>
              <a:off x="5886450"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6600826"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p:cNvCxnSpPr>
              <a:stCxn id="64" idx="6"/>
              <a:endCxn id="65" idx="2"/>
            </p:cNvCxnSpPr>
            <p:nvPr/>
          </p:nvCxnSpPr>
          <p:spPr>
            <a:xfrm>
              <a:off x="6115050" y="5563008"/>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57" idx="6"/>
              <a:endCxn id="64" idx="2"/>
            </p:cNvCxnSpPr>
            <p:nvPr/>
          </p:nvCxnSpPr>
          <p:spPr>
            <a:xfrm>
              <a:off x="5400675"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9" idx="4"/>
              <a:endCxn id="54" idx="0"/>
            </p:cNvCxnSpPr>
            <p:nvPr/>
          </p:nvCxnSpPr>
          <p:spPr>
            <a:xfrm>
              <a:off x="457200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10" idx="4"/>
              <a:endCxn id="55" idx="0"/>
            </p:cNvCxnSpPr>
            <p:nvPr/>
          </p:nvCxnSpPr>
          <p:spPr>
            <a:xfrm>
              <a:off x="5286375"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42" idx="4"/>
              <a:endCxn id="62" idx="0"/>
            </p:cNvCxnSpPr>
            <p:nvPr/>
          </p:nvCxnSpPr>
          <p:spPr>
            <a:xfrm>
              <a:off x="600075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43" idx="4"/>
              <a:endCxn id="63" idx="0"/>
            </p:cNvCxnSpPr>
            <p:nvPr/>
          </p:nvCxnSpPr>
          <p:spPr>
            <a:xfrm>
              <a:off x="6715126"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7" name="Group 96"/>
          <p:cNvGrpSpPr>
            <a:grpSpLocks noChangeAspect="1"/>
          </p:cNvGrpSpPr>
          <p:nvPr/>
        </p:nvGrpSpPr>
        <p:grpSpPr>
          <a:xfrm>
            <a:off x="6541962" y="1420946"/>
            <a:ext cx="1468685" cy="1463040"/>
            <a:chOff x="4457700" y="3314700"/>
            <a:chExt cx="2371726" cy="2362608"/>
          </a:xfrm>
          <a:solidFill>
            <a:schemeClr val="bg1"/>
          </a:solidFill>
        </p:grpSpPr>
        <p:cxnSp>
          <p:nvCxnSpPr>
            <p:cNvPr id="98" name="Straight Connector 97"/>
            <p:cNvCxnSpPr>
              <a:stCxn id="102" idx="4"/>
              <a:endCxn id="109" idx="0"/>
            </p:cNvCxnSpPr>
            <p:nvPr/>
          </p:nvCxnSpPr>
          <p:spPr>
            <a:xfrm>
              <a:off x="457200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103" idx="4"/>
              <a:endCxn id="110" idx="0"/>
            </p:cNvCxnSpPr>
            <p:nvPr/>
          </p:nvCxnSpPr>
          <p:spPr>
            <a:xfrm>
              <a:off x="5286375"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105" idx="4"/>
              <a:endCxn id="112" idx="0"/>
            </p:cNvCxnSpPr>
            <p:nvPr/>
          </p:nvCxnSpPr>
          <p:spPr>
            <a:xfrm>
              <a:off x="600075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106" idx="4"/>
              <a:endCxn id="113" idx="0"/>
            </p:cNvCxnSpPr>
            <p:nvPr/>
          </p:nvCxnSpPr>
          <p:spPr>
            <a:xfrm>
              <a:off x="6715126"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Oval 101"/>
            <p:cNvSpPr/>
            <p:nvPr/>
          </p:nvSpPr>
          <p:spPr>
            <a:xfrm>
              <a:off x="4457700"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5172075"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Connector 103"/>
            <p:cNvCxnSpPr>
              <a:stCxn id="102" idx="6"/>
              <a:endCxn id="103" idx="2"/>
            </p:cNvCxnSpPr>
            <p:nvPr/>
          </p:nvCxnSpPr>
          <p:spPr>
            <a:xfrm>
              <a:off x="4686300"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Oval 104"/>
            <p:cNvSpPr/>
            <p:nvPr/>
          </p:nvSpPr>
          <p:spPr>
            <a:xfrm>
              <a:off x="5886450"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6600826"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 name="Straight Connector 106"/>
            <p:cNvCxnSpPr>
              <a:stCxn id="105" idx="6"/>
              <a:endCxn id="106" idx="2"/>
            </p:cNvCxnSpPr>
            <p:nvPr/>
          </p:nvCxnSpPr>
          <p:spPr>
            <a:xfrm>
              <a:off x="6115050" y="3429000"/>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103" idx="6"/>
              <a:endCxn id="105" idx="2"/>
            </p:cNvCxnSpPr>
            <p:nvPr/>
          </p:nvCxnSpPr>
          <p:spPr>
            <a:xfrm>
              <a:off x="5400675"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Oval 108"/>
            <p:cNvSpPr/>
            <p:nvPr/>
          </p:nvSpPr>
          <p:spPr>
            <a:xfrm>
              <a:off x="4457700" y="4026036"/>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5172075" y="4026036"/>
              <a:ext cx="228600" cy="22860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Connector 110"/>
            <p:cNvCxnSpPr>
              <a:stCxn id="109" idx="6"/>
              <a:endCxn id="110" idx="2"/>
            </p:cNvCxnSpPr>
            <p:nvPr/>
          </p:nvCxnSpPr>
          <p:spPr>
            <a:xfrm>
              <a:off x="4686300"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Oval 111"/>
            <p:cNvSpPr/>
            <p:nvPr/>
          </p:nvSpPr>
          <p:spPr>
            <a:xfrm>
              <a:off x="5886450" y="4026036"/>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6600826" y="4026036"/>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4" name="Straight Connector 113"/>
            <p:cNvCxnSpPr>
              <a:stCxn id="112" idx="6"/>
              <a:endCxn id="113" idx="2"/>
            </p:cNvCxnSpPr>
            <p:nvPr/>
          </p:nvCxnSpPr>
          <p:spPr>
            <a:xfrm>
              <a:off x="6115050" y="4140336"/>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10" idx="6"/>
              <a:endCxn id="112" idx="2"/>
            </p:cNvCxnSpPr>
            <p:nvPr/>
          </p:nvCxnSpPr>
          <p:spPr>
            <a:xfrm>
              <a:off x="5400675"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a:stCxn id="120" idx="4"/>
              <a:endCxn id="127" idx="0"/>
            </p:cNvCxnSpPr>
            <p:nvPr/>
          </p:nvCxnSpPr>
          <p:spPr>
            <a:xfrm>
              <a:off x="457200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a:stCxn id="121" idx="4"/>
              <a:endCxn id="128" idx="0"/>
            </p:cNvCxnSpPr>
            <p:nvPr/>
          </p:nvCxnSpPr>
          <p:spPr>
            <a:xfrm>
              <a:off x="5286375"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123" idx="4"/>
              <a:endCxn id="130" idx="0"/>
            </p:cNvCxnSpPr>
            <p:nvPr/>
          </p:nvCxnSpPr>
          <p:spPr>
            <a:xfrm>
              <a:off x="600075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124" idx="4"/>
              <a:endCxn id="131" idx="0"/>
            </p:cNvCxnSpPr>
            <p:nvPr/>
          </p:nvCxnSpPr>
          <p:spPr>
            <a:xfrm>
              <a:off x="6715126"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Oval 119"/>
            <p:cNvSpPr/>
            <p:nvPr/>
          </p:nvSpPr>
          <p:spPr>
            <a:xfrm>
              <a:off x="4457700"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5172075"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 name="Straight Connector 121"/>
            <p:cNvCxnSpPr>
              <a:stCxn id="120" idx="6"/>
              <a:endCxn id="121" idx="2"/>
            </p:cNvCxnSpPr>
            <p:nvPr/>
          </p:nvCxnSpPr>
          <p:spPr>
            <a:xfrm>
              <a:off x="4686300"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Oval 122"/>
            <p:cNvSpPr/>
            <p:nvPr/>
          </p:nvSpPr>
          <p:spPr>
            <a:xfrm>
              <a:off x="5886450"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6600826"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5" name="Straight Connector 124"/>
            <p:cNvCxnSpPr>
              <a:stCxn id="123" idx="6"/>
              <a:endCxn id="124" idx="2"/>
            </p:cNvCxnSpPr>
            <p:nvPr/>
          </p:nvCxnSpPr>
          <p:spPr>
            <a:xfrm>
              <a:off x="6115050" y="4851672"/>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121" idx="6"/>
              <a:endCxn id="123" idx="2"/>
            </p:cNvCxnSpPr>
            <p:nvPr/>
          </p:nvCxnSpPr>
          <p:spPr>
            <a:xfrm>
              <a:off x="5400675"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27" name="Oval 126"/>
            <p:cNvSpPr/>
            <p:nvPr/>
          </p:nvSpPr>
          <p:spPr>
            <a:xfrm>
              <a:off x="4457700"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5172075"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9" name="Straight Connector 128"/>
            <p:cNvCxnSpPr>
              <a:stCxn id="127" idx="6"/>
              <a:endCxn id="128" idx="2"/>
            </p:cNvCxnSpPr>
            <p:nvPr/>
          </p:nvCxnSpPr>
          <p:spPr>
            <a:xfrm>
              <a:off x="4686300"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Oval 129"/>
            <p:cNvSpPr/>
            <p:nvPr/>
          </p:nvSpPr>
          <p:spPr>
            <a:xfrm>
              <a:off x="5886450"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600826"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2" name="Straight Connector 131"/>
            <p:cNvCxnSpPr>
              <a:stCxn id="130" idx="6"/>
              <a:endCxn id="131" idx="2"/>
            </p:cNvCxnSpPr>
            <p:nvPr/>
          </p:nvCxnSpPr>
          <p:spPr>
            <a:xfrm>
              <a:off x="6115050" y="5563008"/>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a:stCxn id="128" idx="6"/>
              <a:endCxn id="130" idx="2"/>
            </p:cNvCxnSpPr>
            <p:nvPr/>
          </p:nvCxnSpPr>
          <p:spPr>
            <a:xfrm>
              <a:off x="5400675"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a:stCxn id="109" idx="4"/>
              <a:endCxn id="120" idx="0"/>
            </p:cNvCxnSpPr>
            <p:nvPr/>
          </p:nvCxnSpPr>
          <p:spPr>
            <a:xfrm>
              <a:off x="457200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a:stCxn id="110" idx="4"/>
              <a:endCxn id="121" idx="0"/>
            </p:cNvCxnSpPr>
            <p:nvPr/>
          </p:nvCxnSpPr>
          <p:spPr>
            <a:xfrm>
              <a:off x="5286375"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a:stCxn id="112" idx="4"/>
              <a:endCxn id="123" idx="0"/>
            </p:cNvCxnSpPr>
            <p:nvPr/>
          </p:nvCxnSpPr>
          <p:spPr>
            <a:xfrm>
              <a:off x="600075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a:stCxn id="113" idx="4"/>
              <a:endCxn id="124" idx="0"/>
            </p:cNvCxnSpPr>
            <p:nvPr/>
          </p:nvCxnSpPr>
          <p:spPr>
            <a:xfrm>
              <a:off x="6715126"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140" name="Table 139"/>
          <p:cNvGraphicFramePr>
            <a:graphicFrameLocks noGrp="1"/>
          </p:cNvGraphicFramePr>
          <p:nvPr>
            <p:extLst>
              <p:ext uri="{D42A27DB-BD31-4B8C-83A1-F6EECF244321}">
                <p14:modId xmlns:p14="http://schemas.microsoft.com/office/powerpoint/2010/main" val="2586259937"/>
              </p:ext>
            </p:extLst>
          </p:nvPr>
        </p:nvGraphicFramePr>
        <p:xfrm>
          <a:off x="5813264" y="3066172"/>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0"/>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1"/>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2"/>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3"/>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4"/>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5"/>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6"/>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7"/>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8"/>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9"/>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0"/>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1"/>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2"/>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3"/>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4"/>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5"/>
                  </a:ext>
                </a:extLst>
              </a:tr>
            </a:tbl>
          </a:graphicData>
        </a:graphic>
      </p:graphicFrame>
      <p:graphicFrame>
        <p:nvGraphicFramePr>
          <p:cNvPr id="141" name="Table 140"/>
          <p:cNvGraphicFramePr>
            <a:graphicFrameLocks noGrp="1"/>
          </p:cNvGraphicFramePr>
          <p:nvPr>
            <p:extLst>
              <p:ext uri="{D42A27DB-BD31-4B8C-83A1-F6EECF244321}">
                <p14:modId xmlns:p14="http://schemas.microsoft.com/office/powerpoint/2010/main" val="3995255908"/>
              </p:ext>
            </p:extLst>
          </p:nvPr>
        </p:nvGraphicFramePr>
        <p:xfrm>
          <a:off x="2506307" y="3066172"/>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0"/>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1"/>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2"/>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3"/>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4"/>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5"/>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6"/>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7"/>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8"/>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9"/>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0"/>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1"/>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2"/>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3"/>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4"/>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5"/>
                  </a:ext>
                </a:extLst>
              </a:tr>
            </a:tbl>
          </a:graphicData>
        </a:graphic>
      </p:graphicFrame>
      <p:sp>
        <p:nvSpPr>
          <p:cNvPr id="3" name="TextBox 2"/>
          <p:cNvSpPr txBox="1"/>
          <p:nvPr/>
        </p:nvSpPr>
        <p:spPr>
          <a:xfrm>
            <a:off x="330848" y="1460360"/>
            <a:ext cx="1529073" cy="553998"/>
          </a:xfrm>
          <a:prstGeom prst="rect">
            <a:avLst/>
          </a:prstGeom>
          <a:noFill/>
        </p:spPr>
        <p:txBody>
          <a:bodyPr wrap="none" rtlCol="0">
            <a:spAutoFit/>
          </a:bodyPr>
          <a:lstStyle/>
          <a:p>
            <a:r>
              <a:rPr lang="en-US" dirty="0"/>
              <a:t>Grid of points:</a:t>
            </a:r>
          </a:p>
          <a:p>
            <a:r>
              <a:rPr lang="en-US" sz="1200" dirty="0">
                <a:solidFill>
                  <a:schemeClr val="bg1">
                    <a:lumMod val="65000"/>
                  </a:schemeClr>
                </a:solidFill>
              </a:rPr>
              <a:t>(4x4 grid shown)</a:t>
            </a:r>
            <a:endParaRPr lang="en-US" dirty="0">
              <a:solidFill>
                <a:schemeClr val="bg1">
                  <a:lumMod val="65000"/>
                </a:schemeClr>
              </a:solidFill>
            </a:endParaRPr>
          </a:p>
        </p:txBody>
      </p:sp>
      <p:sp>
        <p:nvSpPr>
          <p:cNvPr id="88" name="TextBox 87"/>
          <p:cNvSpPr txBox="1"/>
          <p:nvPr/>
        </p:nvSpPr>
        <p:spPr>
          <a:xfrm>
            <a:off x="330848" y="3066172"/>
            <a:ext cx="1959319" cy="553998"/>
          </a:xfrm>
          <a:prstGeom prst="rect">
            <a:avLst/>
          </a:prstGeom>
          <a:noFill/>
        </p:spPr>
        <p:txBody>
          <a:bodyPr wrap="none" rtlCol="0">
            <a:spAutoFit/>
          </a:bodyPr>
          <a:lstStyle/>
          <a:p>
            <a:r>
              <a:rPr lang="en-US" dirty="0"/>
              <a:t>Stored as 2D array:</a:t>
            </a:r>
          </a:p>
          <a:p>
            <a:r>
              <a:rPr lang="en-US" sz="1200" dirty="0">
                <a:solidFill>
                  <a:schemeClr val="bg1">
                    <a:lumMod val="65000"/>
                  </a:schemeClr>
                </a:solidFill>
              </a:rPr>
              <a:t>(16x16 grid shown)</a:t>
            </a:r>
            <a:endParaRPr lang="en-US" dirty="0">
              <a:solidFill>
                <a:schemeClr val="bg1">
                  <a:lumMod val="65000"/>
                </a:schemeClr>
              </a:solidFill>
            </a:endParaRPr>
          </a:p>
        </p:txBody>
      </p:sp>
      <p:sp>
        <p:nvSpPr>
          <p:cNvPr id="89" name="TextBox 88"/>
          <p:cNvSpPr txBox="1"/>
          <p:nvPr/>
        </p:nvSpPr>
        <p:spPr>
          <a:xfrm>
            <a:off x="3626946" y="992220"/>
            <a:ext cx="684803" cy="369332"/>
          </a:xfrm>
          <a:prstGeom prst="rect">
            <a:avLst/>
          </a:prstGeom>
          <a:noFill/>
        </p:spPr>
        <p:txBody>
          <a:bodyPr wrap="none" rtlCol="0">
            <a:spAutoFit/>
          </a:bodyPr>
          <a:lstStyle/>
          <a:p>
            <a:pPr algn="ctr"/>
            <a:r>
              <a:rPr lang="en-US" dirty="0"/>
              <a:t>Input</a:t>
            </a:r>
          </a:p>
        </p:txBody>
      </p:sp>
      <p:sp>
        <p:nvSpPr>
          <p:cNvPr id="90" name="TextBox 89"/>
          <p:cNvSpPr txBox="1"/>
          <p:nvPr/>
        </p:nvSpPr>
        <p:spPr>
          <a:xfrm>
            <a:off x="6848142" y="992220"/>
            <a:ext cx="856325" cy="369332"/>
          </a:xfrm>
          <a:prstGeom prst="rect">
            <a:avLst/>
          </a:prstGeom>
          <a:noFill/>
        </p:spPr>
        <p:txBody>
          <a:bodyPr wrap="none" rtlCol="0">
            <a:spAutoFit/>
          </a:bodyPr>
          <a:lstStyle/>
          <a:p>
            <a:pPr algn="ctr"/>
            <a:r>
              <a:rPr lang="en-US" dirty="0"/>
              <a:t>Output</a:t>
            </a:r>
          </a:p>
        </p:txBody>
      </p:sp>
      <p:sp>
        <p:nvSpPr>
          <p:cNvPr id="93" name="TextBox 92"/>
          <p:cNvSpPr txBox="1"/>
          <p:nvPr/>
        </p:nvSpPr>
        <p:spPr>
          <a:xfrm>
            <a:off x="301698" y="6041408"/>
            <a:ext cx="8540608" cy="369332"/>
          </a:xfrm>
          <a:prstGeom prst="rect">
            <a:avLst/>
          </a:prstGeom>
          <a:noFill/>
        </p:spPr>
        <p:txBody>
          <a:bodyPr wrap="none" rtlCol="0">
            <a:spAutoFit/>
          </a:bodyPr>
          <a:lstStyle/>
          <a:p>
            <a:pPr algn="ctr"/>
            <a:r>
              <a:rPr lang="en-US" dirty="0"/>
              <a:t>The </a:t>
            </a:r>
            <a:r>
              <a:rPr lang="en-US" b="1" dirty="0">
                <a:solidFill>
                  <a:schemeClr val="accent6"/>
                </a:solidFill>
              </a:rPr>
              <a:t>output value</a:t>
            </a:r>
            <a:r>
              <a:rPr lang="en-US" dirty="0"/>
              <a:t> is computed based on the </a:t>
            </a:r>
            <a:r>
              <a:rPr lang="en-US" b="1" dirty="0">
                <a:solidFill>
                  <a:schemeClr val="accent5"/>
                </a:solidFill>
              </a:rPr>
              <a:t>corresponding and neighboring input values</a:t>
            </a:r>
          </a:p>
        </p:txBody>
      </p:sp>
    </p:spTree>
    <p:extLst>
      <p:ext uri="{BB962C8B-B14F-4D97-AF65-F5344CB8AC3E}">
        <p14:creationId xmlns:p14="http://schemas.microsoft.com/office/powerpoint/2010/main" val="3568335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500"/>
                                        <p:tgtEl>
                                          <p:spTgt spid="96"/>
                                        </p:tgtEl>
                                      </p:cBhvr>
                                    </p:animEffect>
                                  </p:childTnLst>
                                </p:cTn>
                              </p:par>
                              <p:par>
                                <p:cTn id="8" presetID="10" presetClass="entr" presetSubtype="0" fill="hold" nodeType="withEffect">
                                  <p:stCondLst>
                                    <p:cond delay="0"/>
                                  </p:stCondLst>
                                  <p:childTnLst>
                                    <p:set>
                                      <p:cBhvr>
                                        <p:cTn id="9" dur="1" fill="hold">
                                          <p:stCondLst>
                                            <p:cond delay="0"/>
                                          </p:stCondLst>
                                        </p:cTn>
                                        <p:tgtEl>
                                          <p:spTgt spid="97"/>
                                        </p:tgtEl>
                                        <p:attrNameLst>
                                          <p:attrName>style.visibility</p:attrName>
                                        </p:attrNameLst>
                                      </p:cBhvr>
                                      <p:to>
                                        <p:strVal val="visible"/>
                                      </p:to>
                                    </p:set>
                                    <p:animEffect transition="in" filter="fade">
                                      <p:cBhvr>
                                        <p:cTn id="10" dur="500"/>
                                        <p:tgtEl>
                                          <p:spTgt spid="9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9"/>
                                        </p:tgtEl>
                                        <p:attrNameLst>
                                          <p:attrName>style.visibility</p:attrName>
                                        </p:attrNameLst>
                                      </p:cBhvr>
                                      <p:to>
                                        <p:strVal val="visible"/>
                                      </p:to>
                                    </p:set>
                                    <p:animEffect transition="in" filter="fade">
                                      <p:cBhvr>
                                        <p:cTn id="16" dur="500"/>
                                        <p:tgtEl>
                                          <p:spTgt spid="8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0"/>
                                        </p:tgtEl>
                                        <p:attrNameLst>
                                          <p:attrName>style.visibility</p:attrName>
                                        </p:attrNameLst>
                                      </p:cBhvr>
                                      <p:to>
                                        <p:strVal val="visible"/>
                                      </p:to>
                                    </p:set>
                                    <p:animEffect transition="in" filter="fade">
                                      <p:cBhvr>
                                        <p:cTn id="19" dur="500"/>
                                        <p:tgtEl>
                                          <p:spTgt spid="9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3"/>
                                        </p:tgtEl>
                                        <p:attrNameLst>
                                          <p:attrName>style.visibility</p:attrName>
                                        </p:attrNameLst>
                                      </p:cBhvr>
                                      <p:to>
                                        <p:strVal val="visible"/>
                                      </p:to>
                                    </p:set>
                                    <p:animEffect transition="in" filter="fade">
                                      <p:cBhvr>
                                        <p:cTn id="22" dur="500"/>
                                        <p:tgtEl>
                                          <p:spTgt spid="9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0"/>
                                        </p:tgtEl>
                                        <p:attrNameLst>
                                          <p:attrName>style.visibility</p:attrName>
                                        </p:attrNameLst>
                                      </p:cBhvr>
                                      <p:to>
                                        <p:strVal val="visible"/>
                                      </p:to>
                                    </p:set>
                                    <p:animEffect transition="in" filter="fade">
                                      <p:cBhvr>
                                        <p:cTn id="27" dur="500"/>
                                        <p:tgtEl>
                                          <p:spTgt spid="140"/>
                                        </p:tgtEl>
                                      </p:cBhvr>
                                    </p:animEffect>
                                  </p:childTnLst>
                                </p:cTn>
                              </p:par>
                              <p:par>
                                <p:cTn id="28" presetID="10" presetClass="entr" presetSubtype="0" fill="hold" nodeType="withEffect">
                                  <p:stCondLst>
                                    <p:cond delay="0"/>
                                  </p:stCondLst>
                                  <p:childTnLst>
                                    <p:set>
                                      <p:cBhvr>
                                        <p:cTn id="29" dur="1" fill="hold">
                                          <p:stCondLst>
                                            <p:cond delay="0"/>
                                          </p:stCondLst>
                                        </p:cTn>
                                        <p:tgtEl>
                                          <p:spTgt spid="141"/>
                                        </p:tgtEl>
                                        <p:attrNameLst>
                                          <p:attrName>style.visibility</p:attrName>
                                        </p:attrNameLst>
                                      </p:cBhvr>
                                      <p:to>
                                        <p:strVal val="visible"/>
                                      </p:to>
                                    </p:set>
                                    <p:animEffect transition="in" filter="fade">
                                      <p:cBhvr>
                                        <p:cTn id="30" dur="500"/>
                                        <p:tgtEl>
                                          <p:spTgt spid="14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8"/>
                                        </p:tgtEl>
                                        <p:attrNameLst>
                                          <p:attrName>style.visibility</p:attrName>
                                        </p:attrNameLst>
                                      </p:cBhvr>
                                      <p:to>
                                        <p:strVal val="visible"/>
                                      </p:to>
                                    </p:set>
                                    <p:animEffect transition="in" filter="fade">
                                      <p:cBhvr>
                                        <p:cTn id="33"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8" grpId="0"/>
      <p:bldP spid="89" grpId="0"/>
      <p:bldP spid="90" grpId="0"/>
      <p:bldP spid="9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0"/>
          </p:nvPr>
        </p:nvSpPr>
        <p:spPr/>
        <p:txBody>
          <a:bodyPr/>
          <a:lstStyle/>
          <a:p>
            <a:r>
              <a:rPr lang="en-US" dirty="0"/>
              <a:t>Stencil (7-point, 3D)</a:t>
            </a:r>
          </a:p>
        </p:txBody>
      </p:sp>
      <p:sp>
        <p:nvSpPr>
          <p:cNvPr id="3" name="TextBox 2"/>
          <p:cNvSpPr txBox="1"/>
          <p:nvPr/>
        </p:nvSpPr>
        <p:spPr>
          <a:xfrm>
            <a:off x="330848" y="1460360"/>
            <a:ext cx="1529073" cy="553998"/>
          </a:xfrm>
          <a:prstGeom prst="rect">
            <a:avLst/>
          </a:prstGeom>
          <a:noFill/>
        </p:spPr>
        <p:txBody>
          <a:bodyPr wrap="none" rtlCol="0">
            <a:spAutoFit/>
          </a:bodyPr>
          <a:lstStyle/>
          <a:p>
            <a:r>
              <a:rPr lang="en-US" dirty="0"/>
              <a:t>Grid of points:</a:t>
            </a:r>
          </a:p>
          <a:p>
            <a:r>
              <a:rPr lang="en-US" sz="1200" dirty="0">
                <a:solidFill>
                  <a:schemeClr val="bg1">
                    <a:lumMod val="65000"/>
                  </a:schemeClr>
                </a:solidFill>
              </a:rPr>
              <a:t>(one stencil shown)</a:t>
            </a:r>
            <a:endParaRPr lang="en-US" dirty="0">
              <a:solidFill>
                <a:schemeClr val="bg1">
                  <a:lumMod val="65000"/>
                </a:schemeClr>
              </a:solidFill>
            </a:endParaRPr>
          </a:p>
        </p:txBody>
      </p:sp>
      <p:sp>
        <p:nvSpPr>
          <p:cNvPr id="88" name="TextBox 87"/>
          <p:cNvSpPr txBox="1"/>
          <p:nvPr/>
        </p:nvSpPr>
        <p:spPr>
          <a:xfrm>
            <a:off x="330848" y="3066172"/>
            <a:ext cx="1959319" cy="553998"/>
          </a:xfrm>
          <a:prstGeom prst="rect">
            <a:avLst/>
          </a:prstGeom>
          <a:noFill/>
        </p:spPr>
        <p:txBody>
          <a:bodyPr wrap="none" rtlCol="0">
            <a:spAutoFit/>
          </a:bodyPr>
          <a:lstStyle/>
          <a:p>
            <a:r>
              <a:rPr lang="en-US" dirty="0"/>
              <a:t>Stored as 3D array:</a:t>
            </a:r>
          </a:p>
          <a:p>
            <a:r>
              <a:rPr lang="en-US" sz="1200" dirty="0">
                <a:solidFill>
                  <a:schemeClr val="bg1">
                    <a:lumMod val="65000"/>
                  </a:schemeClr>
                </a:solidFill>
              </a:rPr>
              <a:t>(8x8x8 grid shown)</a:t>
            </a:r>
            <a:endParaRPr lang="en-US" dirty="0">
              <a:solidFill>
                <a:schemeClr val="bg1">
                  <a:lumMod val="65000"/>
                </a:schemeClr>
              </a:solidFill>
            </a:endParaRPr>
          </a:p>
        </p:txBody>
      </p:sp>
      <p:sp>
        <p:nvSpPr>
          <p:cNvPr id="89" name="TextBox 88"/>
          <p:cNvSpPr txBox="1"/>
          <p:nvPr/>
        </p:nvSpPr>
        <p:spPr>
          <a:xfrm>
            <a:off x="3626946" y="992220"/>
            <a:ext cx="684803" cy="369332"/>
          </a:xfrm>
          <a:prstGeom prst="rect">
            <a:avLst/>
          </a:prstGeom>
          <a:noFill/>
        </p:spPr>
        <p:txBody>
          <a:bodyPr wrap="none" rtlCol="0">
            <a:spAutoFit/>
          </a:bodyPr>
          <a:lstStyle/>
          <a:p>
            <a:pPr algn="ctr"/>
            <a:r>
              <a:rPr lang="en-US" dirty="0"/>
              <a:t>Input</a:t>
            </a:r>
          </a:p>
        </p:txBody>
      </p:sp>
      <p:sp>
        <p:nvSpPr>
          <p:cNvPr id="90" name="TextBox 89"/>
          <p:cNvSpPr txBox="1"/>
          <p:nvPr/>
        </p:nvSpPr>
        <p:spPr>
          <a:xfrm>
            <a:off x="6848142" y="992220"/>
            <a:ext cx="856325" cy="369332"/>
          </a:xfrm>
          <a:prstGeom prst="rect">
            <a:avLst/>
          </a:prstGeom>
          <a:noFill/>
        </p:spPr>
        <p:txBody>
          <a:bodyPr wrap="none" rtlCol="0">
            <a:spAutoFit/>
          </a:bodyPr>
          <a:lstStyle/>
          <a:p>
            <a:pPr algn="ctr"/>
            <a:r>
              <a:rPr lang="en-US" dirty="0"/>
              <a:t>Output</a:t>
            </a:r>
          </a:p>
        </p:txBody>
      </p:sp>
      <p:grpSp>
        <p:nvGrpSpPr>
          <p:cNvPr id="92" name="Group 91"/>
          <p:cNvGrpSpPr/>
          <p:nvPr/>
        </p:nvGrpSpPr>
        <p:grpSpPr>
          <a:xfrm>
            <a:off x="2474743" y="3066172"/>
            <a:ext cx="2992790" cy="3017520"/>
            <a:chOff x="808374" y="2222653"/>
            <a:chExt cx="3533056" cy="3562249"/>
          </a:xfrm>
          <a:solidFill>
            <a:schemeClr val="bg1"/>
          </a:solidFill>
        </p:grpSpPr>
        <p:sp>
          <p:nvSpPr>
            <p:cNvPr id="94" name="Cube 93"/>
            <p:cNvSpPr/>
            <p:nvPr/>
          </p:nvSpPr>
          <p:spPr>
            <a:xfrm>
              <a:off x="1748239"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 name="Cube 94"/>
            <p:cNvSpPr/>
            <p:nvPr/>
          </p:nvSpPr>
          <p:spPr>
            <a:xfrm>
              <a:off x="2066417"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 name="Cube 137"/>
            <p:cNvSpPr/>
            <p:nvPr/>
          </p:nvSpPr>
          <p:spPr>
            <a:xfrm>
              <a:off x="2384596"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 name="Cube 138"/>
            <p:cNvSpPr/>
            <p:nvPr/>
          </p:nvSpPr>
          <p:spPr>
            <a:xfrm>
              <a:off x="2702774"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 name="Cube 141"/>
            <p:cNvSpPr/>
            <p:nvPr/>
          </p:nvSpPr>
          <p:spPr>
            <a:xfrm>
              <a:off x="3020952"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 name="Cube 142"/>
            <p:cNvSpPr/>
            <p:nvPr/>
          </p:nvSpPr>
          <p:spPr>
            <a:xfrm>
              <a:off x="3339131"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 name="Cube 143"/>
            <p:cNvSpPr/>
            <p:nvPr/>
          </p:nvSpPr>
          <p:spPr>
            <a:xfrm>
              <a:off x="3657309"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 name="Cube 144"/>
            <p:cNvSpPr/>
            <p:nvPr/>
          </p:nvSpPr>
          <p:spPr>
            <a:xfrm>
              <a:off x="3975487"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 name="Cube 145"/>
            <p:cNvSpPr/>
            <p:nvPr/>
          </p:nvSpPr>
          <p:spPr>
            <a:xfrm>
              <a:off x="1748239"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 name="Cube 146"/>
            <p:cNvSpPr/>
            <p:nvPr/>
          </p:nvSpPr>
          <p:spPr>
            <a:xfrm>
              <a:off x="2066417"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 name="Cube 147"/>
            <p:cNvSpPr/>
            <p:nvPr/>
          </p:nvSpPr>
          <p:spPr>
            <a:xfrm>
              <a:off x="2384596"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 name="Cube 148"/>
            <p:cNvSpPr/>
            <p:nvPr/>
          </p:nvSpPr>
          <p:spPr>
            <a:xfrm>
              <a:off x="2702774"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 name="Cube 149"/>
            <p:cNvSpPr/>
            <p:nvPr/>
          </p:nvSpPr>
          <p:spPr>
            <a:xfrm>
              <a:off x="3020952"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 name="Cube 150"/>
            <p:cNvSpPr/>
            <p:nvPr/>
          </p:nvSpPr>
          <p:spPr>
            <a:xfrm>
              <a:off x="3339131"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 name="Cube 151"/>
            <p:cNvSpPr/>
            <p:nvPr/>
          </p:nvSpPr>
          <p:spPr>
            <a:xfrm>
              <a:off x="3657309"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 name="Cube 152"/>
            <p:cNvSpPr/>
            <p:nvPr/>
          </p:nvSpPr>
          <p:spPr>
            <a:xfrm>
              <a:off x="3975487"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 name="Cube 153"/>
            <p:cNvSpPr/>
            <p:nvPr/>
          </p:nvSpPr>
          <p:spPr>
            <a:xfrm>
              <a:off x="1748239"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 name="Cube 154"/>
            <p:cNvSpPr/>
            <p:nvPr/>
          </p:nvSpPr>
          <p:spPr>
            <a:xfrm>
              <a:off x="2066417"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 name="Cube 155"/>
            <p:cNvSpPr/>
            <p:nvPr/>
          </p:nvSpPr>
          <p:spPr>
            <a:xfrm>
              <a:off x="2384596"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 name="Cube 156"/>
            <p:cNvSpPr/>
            <p:nvPr/>
          </p:nvSpPr>
          <p:spPr>
            <a:xfrm>
              <a:off x="2702774"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 name="Cube 157"/>
            <p:cNvSpPr/>
            <p:nvPr/>
          </p:nvSpPr>
          <p:spPr>
            <a:xfrm>
              <a:off x="3020952"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 name="Cube 158"/>
            <p:cNvSpPr/>
            <p:nvPr/>
          </p:nvSpPr>
          <p:spPr>
            <a:xfrm>
              <a:off x="3339131"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 name="Cube 159"/>
            <p:cNvSpPr/>
            <p:nvPr/>
          </p:nvSpPr>
          <p:spPr>
            <a:xfrm>
              <a:off x="3657309"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 name="Cube 160"/>
            <p:cNvSpPr/>
            <p:nvPr/>
          </p:nvSpPr>
          <p:spPr>
            <a:xfrm>
              <a:off x="3975487"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 name="Cube 161"/>
            <p:cNvSpPr/>
            <p:nvPr/>
          </p:nvSpPr>
          <p:spPr>
            <a:xfrm>
              <a:off x="1748239"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 name="Cube 162"/>
            <p:cNvSpPr/>
            <p:nvPr/>
          </p:nvSpPr>
          <p:spPr>
            <a:xfrm>
              <a:off x="2066417"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 name="Cube 163"/>
            <p:cNvSpPr/>
            <p:nvPr/>
          </p:nvSpPr>
          <p:spPr>
            <a:xfrm>
              <a:off x="2384596"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 name="Cube 164"/>
            <p:cNvSpPr/>
            <p:nvPr/>
          </p:nvSpPr>
          <p:spPr>
            <a:xfrm>
              <a:off x="2702774"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 name="Cube 165"/>
            <p:cNvSpPr/>
            <p:nvPr/>
          </p:nvSpPr>
          <p:spPr>
            <a:xfrm>
              <a:off x="3020952"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 name="Cube 166"/>
            <p:cNvSpPr/>
            <p:nvPr/>
          </p:nvSpPr>
          <p:spPr>
            <a:xfrm>
              <a:off x="3339131"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 name="Cube 167"/>
            <p:cNvSpPr/>
            <p:nvPr/>
          </p:nvSpPr>
          <p:spPr>
            <a:xfrm>
              <a:off x="3657309"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9" name="Cube 168"/>
            <p:cNvSpPr/>
            <p:nvPr/>
          </p:nvSpPr>
          <p:spPr>
            <a:xfrm>
              <a:off x="3975487"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 name="Cube 169"/>
            <p:cNvSpPr/>
            <p:nvPr/>
          </p:nvSpPr>
          <p:spPr>
            <a:xfrm>
              <a:off x="1748239"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 name="Cube 170"/>
            <p:cNvSpPr/>
            <p:nvPr/>
          </p:nvSpPr>
          <p:spPr>
            <a:xfrm>
              <a:off x="2066417"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 name="Cube 171"/>
            <p:cNvSpPr/>
            <p:nvPr/>
          </p:nvSpPr>
          <p:spPr>
            <a:xfrm>
              <a:off x="2384596"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 name="Cube 172"/>
            <p:cNvSpPr/>
            <p:nvPr/>
          </p:nvSpPr>
          <p:spPr>
            <a:xfrm>
              <a:off x="2702774"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 name="Cube 173"/>
            <p:cNvSpPr/>
            <p:nvPr/>
          </p:nvSpPr>
          <p:spPr>
            <a:xfrm>
              <a:off x="3020952"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 name="Cube 174"/>
            <p:cNvSpPr/>
            <p:nvPr/>
          </p:nvSpPr>
          <p:spPr>
            <a:xfrm>
              <a:off x="3339131"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6" name="Cube 175"/>
            <p:cNvSpPr/>
            <p:nvPr/>
          </p:nvSpPr>
          <p:spPr>
            <a:xfrm>
              <a:off x="3657309"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7" name="Cube 176"/>
            <p:cNvSpPr/>
            <p:nvPr/>
          </p:nvSpPr>
          <p:spPr>
            <a:xfrm>
              <a:off x="3975487"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8" name="Cube 177"/>
            <p:cNvSpPr/>
            <p:nvPr/>
          </p:nvSpPr>
          <p:spPr>
            <a:xfrm>
              <a:off x="1748239"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9" name="Cube 178"/>
            <p:cNvSpPr/>
            <p:nvPr/>
          </p:nvSpPr>
          <p:spPr>
            <a:xfrm>
              <a:off x="2066417"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0" name="Cube 179"/>
            <p:cNvSpPr/>
            <p:nvPr/>
          </p:nvSpPr>
          <p:spPr>
            <a:xfrm>
              <a:off x="2384596"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1" name="Cube 180"/>
            <p:cNvSpPr/>
            <p:nvPr/>
          </p:nvSpPr>
          <p:spPr>
            <a:xfrm>
              <a:off x="2702774"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2" name="Cube 181"/>
            <p:cNvSpPr/>
            <p:nvPr/>
          </p:nvSpPr>
          <p:spPr>
            <a:xfrm>
              <a:off x="3020952"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3" name="Cube 182"/>
            <p:cNvSpPr/>
            <p:nvPr/>
          </p:nvSpPr>
          <p:spPr>
            <a:xfrm>
              <a:off x="3339131"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4" name="Cube 183"/>
            <p:cNvSpPr/>
            <p:nvPr/>
          </p:nvSpPr>
          <p:spPr>
            <a:xfrm>
              <a:off x="3657309"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5" name="Cube 184"/>
            <p:cNvSpPr/>
            <p:nvPr/>
          </p:nvSpPr>
          <p:spPr>
            <a:xfrm>
              <a:off x="3975487"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6" name="Cube 185"/>
            <p:cNvSpPr/>
            <p:nvPr/>
          </p:nvSpPr>
          <p:spPr>
            <a:xfrm>
              <a:off x="1748239"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7" name="Cube 186"/>
            <p:cNvSpPr/>
            <p:nvPr/>
          </p:nvSpPr>
          <p:spPr>
            <a:xfrm>
              <a:off x="2066417"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8" name="Cube 187"/>
            <p:cNvSpPr/>
            <p:nvPr/>
          </p:nvSpPr>
          <p:spPr>
            <a:xfrm>
              <a:off x="2384596"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9" name="Cube 188"/>
            <p:cNvSpPr/>
            <p:nvPr/>
          </p:nvSpPr>
          <p:spPr>
            <a:xfrm>
              <a:off x="2702774"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0" name="Cube 189"/>
            <p:cNvSpPr/>
            <p:nvPr/>
          </p:nvSpPr>
          <p:spPr>
            <a:xfrm>
              <a:off x="3020952"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1" name="Cube 190"/>
            <p:cNvSpPr/>
            <p:nvPr/>
          </p:nvSpPr>
          <p:spPr>
            <a:xfrm>
              <a:off x="3339131"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2" name="Cube 191"/>
            <p:cNvSpPr/>
            <p:nvPr/>
          </p:nvSpPr>
          <p:spPr>
            <a:xfrm>
              <a:off x="3657309"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3" name="Cube 192"/>
            <p:cNvSpPr/>
            <p:nvPr/>
          </p:nvSpPr>
          <p:spPr>
            <a:xfrm>
              <a:off x="3975487"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4" name="Cube 193"/>
            <p:cNvSpPr/>
            <p:nvPr/>
          </p:nvSpPr>
          <p:spPr>
            <a:xfrm>
              <a:off x="1748239"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5" name="Cube 194"/>
            <p:cNvSpPr/>
            <p:nvPr/>
          </p:nvSpPr>
          <p:spPr>
            <a:xfrm>
              <a:off x="2066417"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6" name="Cube 195"/>
            <p:cNvSpPr/>
            <p:nvPr/>
          </p:nvSpPr>
          <p:spPr>
            <a:xfrm>
              <a:off x="2384596"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7" name="Cube 196"/>
            <p:cNvSpPr/>
            <p:nvPr/>
          </p:nvSpPr>
          <p:spPr>
            <a:xfrm>
              <a:off x="2702774"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8" name="Cube 197"/>
            <p:cNvSpPr/>
            <p:nvPr/>
          </p:nvSpPr>
          <p:spPr>
            <a:xfrm>
              <a:off x="3020952"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9" name="Cube 198"/>
            <p:cNvSpPr/>
            <p:nvPr/>
          </p:nvSpPr>
          <p:spPr>
            <a:xfrm>
              <a:off x="3339131"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0" name="Cube 199"/>
            <p:cNvSpPr/>
            <p:nvPr/>
          </p:nvSpPr>
          <p:spPr>
            <a:xfrm>
              <a:off x="3657309"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1" name="Cube 200"/>
            <p:cNvSpPr/>
            <p:nvPr/>
          </p:nvSpPr>
          <p:spPr>
            <a:xfrm>
              <a:off x="3975487"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2" name="Cube 201"/>
            <p:cNvSpPr/>
            <p:nvPr/>
          </p:nvSpPr>
          <p:spPr>
            <a:xfrm>
              <a:off x="1613970"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3" name="Cube 202"/>
            <p:cNvSpPr/>
            <p:nvPr/>
          </p:nvSpPr>
          <p:spPr>
            <a:xfrm>
              <a:off x="1932148"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4" name="Cube 203"/>
            <p:cNvSpPr/>
            <p:nvPr/>
          </p:nvSpPr>
          <p:spPr>
            <a:xfrm>
              <a:off x="2250327"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5" name="Cube 204"/>
            <p:cNvSpPr/>
            <p:nvPr/>
          </p:nvSpPr>
          <p:spPr>
            <a:xfrm>
              <a:off x="2568505"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6" name="Cube 205"/>
            <p:cNvSpPr/>
            <p:nvPr/>
          </p:nvSpPr>
          <p:spPr>
            <a:xfrm>
              <a:off x="2886683"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7" name="Cube 206"/>
            <p:cNvSpPr/>
            <p:nvPr/>
          </p:nvSpPr>
          <p:spPr>
            <a:xfrm>
              <a:off x="3204862"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8" name="Cube 207"/>
            <p:cNvSpPr/>
            <p:nvPr/>
          </p:nvSpPr>
          <p:spPr>
            <a:xfrm>
              <a:off x="3523040"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9" name="Cube 208"/>
            <p:cNvSpPr/>
            <p:nvPr/>
          </p:nvSpPr>
          <p:spPr>
            <a:xfrm>
              <a:off x="3841218"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0" name="Cube 209"/>
            <p:cNvSpPr/>
            <p:nvPr/>
          </p:nvSpPr>
          <p:spPr>
            <a:xfrm>
              <a:off x="1613970"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1" name="Cube 210"/>
            <p:cNvSpPr/>
            <p:nvPr/>
          </p:nvSpPr>
          <p:spPr>
            <a:xfrm>
              <a:off x="1932148"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2" name="Cube 211"/>
            <p:cNvSpPr/>
            <p:nvPr/>
          </p:nvSpPr>
          <p:spPr>
            <a:xfrm>
              <a:off x="2250327"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3" name="Cube 212"/>
            <p:cNvSpPr/>
            <p:nvPr/>
          </p:nvSpPr>
          <p:spPr>
            <a:xfrm>
              <a:off x="2568505"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4" name="Cube 213"/>
            <p:cNvSpPr/>
            <p:nvPr/>
          </p:nvSpPr>
          <p:spPr>
            <a:xfrm>
              <a:off x="2886683"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5" name="Cube 214"/>
            <p:cNvSpPr/>
            <p:nvPr/>
          </p:nvSpPr>
          <p:spPr>
            <a:xfrm>
              <a:off x="3204862"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6" name="Cube 215"/>
            <p:cNvSpPr/>
            <p:nvPr/>
          </p:nvSpPr>
          <p:spPr>
            <a:xfrm>
              <a:off x="3523040"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7" name="Cube 216"/>
            <p:cNvSpPr/>
            <p:nvPr/>
          </p:nvSpPr>
          <p:spPr>
            <a:xfrm>
              <a:off x="3841218"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8" name="Cube 217"/>
            <p:cNvSpPr/>
            <p:nvPr/>
          </p:nvSpPr>
          <p:spPr>
            <a:xfrm>
              <a:off x="1613970"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9" name="Cube 218"/>
            <p:cNvSpPr/>
            <p:nvPr/>
          </p:nvSpPr>
          <p:spPr>
            <a:xfrm>
              <a:off x="1932148"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0" name="Cube 219"/>
            <p:cNvSpPr/>
            <p:nvPr/>
          </p:nvSpPr>
          <p:spPr>
            <a:xfrm>
              <a:off x="2250327"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1" name="Cube 220"/>
            <p:cNvSpPr/>
            <p:nvPr/>
          </p:nvSpPr>
          <p:spPr>
            <a:xfrm>
              <a:off x="2568505"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2" name="Cube 221"/>
            <p:cNvSpPr/>
            <p:nvPr/>
          </p:nvSpPr>
          <p:spPr>
            <a:xfrm>
              <a:off x="2886683"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3" name="Cube 222"/>
            <p:cNvSpPr/>
            <p:nvPr/>
          </p:nvSpPr>
          <p:spPr>
            <a:xfrm>
              <a:off x="3204862"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4" name="Cube 223"/>
            <p:cNvSpPr/>
            <p:nvPr/>
          </p:nvSpPr>
          <p:spPr>
            <a:xfrm>
              <a:off x="3523040"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5" name="Cube 224"/>
            <p:cNvSpPr/>
            <p:nvPr/>
          </p:nvSpPr>
          <p:spPr>
            <a:xfrm>
              <a:off x="3841218"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6" name="Cube 225"/>
            <p:cNvSpPr/>
            <p:nvPr/>
          </p:nvSpPr>
          <p:spPr>
            <a:xfrm>
              <a:off x="1613970"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7" name="Cube 226"/>
            <p:cNvSpPr/>
            <p:nvPr/>
          </p:nvSpPr>
          <p:spPr>
            <a:xfrm>
              <a:off x="1932148"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8" name="Cube 227"/>
            <p:cNvSpPr/>
            <p:nvPr/>
          </p:nvSpPr>
          <p:spPr>
            <a:xfrm>
              <a:off x="2250327"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9" name="Cube 228"/>
            <p:cNvSpPr/>
            <p:nvPr/>
          </p:nvSpPr>
          <p:spPr>
            <a:xfrm>
              <a:off x="2568505"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0" name="Cube 229"/>
            <p:cNvSpPr/>
            <p:nvPr/>
          </p:nvSpPr>
          <p:spPr>
            <a:xfrm>
              <a:off x="2886683"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1" name="Cube 230"/>
            <p:cNvSpPr/>
            <p:nvPr/>
          </p:nvSpPr>
          <p:spPr>
            <a:xfrm>
              <a:off x="3204862"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2" name="Cube 231"/>
            <p:cNvSpPr/>
            <p:nvPr/>
          </p:nvSpPr>
          <p:spPr>
            <a:xfrm>
              <a:off x="3523040"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3" name="Cube 232"/>
            <p:cNvSpPr/>
            <p:nvPr/>
          </p:nvSpPr>
          <p:spPr>
            <a:xfrm>
              <a:off x="3841218"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4" name="Cube 233"/>
            <p:cNvSpPr/>
            <p:nvPr/>
          </p:nvSpPr>
          <p:spPr>
            <a:xfrm>
              <a:off x="1613970"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5" name="Cube 234"/>
            <p:cNvSpPr/>
            <p:nvPr/>
          </p:nvSpPr>
          <p:spPr>
            <a:xfrm>
              <a:off x="1932148"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6" name="Cube 235"/>
            <p:cNvSpPr/>
            <p:nvPr/>
          </p:nvSpPr>
          <p:spPr>
            <a:xfrm>
              <a:off x="2250327"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7" name="Cube 236"/>
            <p:cNvSpPr/>
            <p:nvPr/>
          </p:nvSpPr>
          <p:spPr>
            <a:xfrm>
              <a:off x="2568505"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8" name="Cube 237"/>
            <p:cNvSpPr/>
            <p:nvPr/>
          </p:nvSpPr>
          <p:spPr>
            <a:xfrm>
              <a:off x="2886683"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9" name="Cube 238"/>
            <p:cNvSpPr/>
            <p:nvPr/>
          </p:nvSpPr>
          <p:spPr>
            <a:xfrm>
              <a:off x="3204862"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0" name="Cube 239"/>
            <p:cNvSpPr/>
            <p:nvPr/>
          </p:nvSpPr>
          <p:spPr>
            <a:xfrm>
              <a:off x="3523040"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1" name="Cube 240"/>
            <p:cNvSpPr/>
            <p:nvPr/>
          </p:nvSpPr>
          <p:spPr>
            <a:xfrm>
              <a:off x="3841218"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2" name="Cube 241"/>
            <p:cNvSpPr/>
            <p:nvPr/>
          </p:nvSpPr>
          <p:spPr>
            <a:xfrm>
              <a:off x="1613970"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3" name="Cube 242"/>
            <p:cNvSpPr/>
            <p:nvPr/>
          </p:nvSpPr>
          <p:spPr>
            <a:xfrm>
              <a:off x="1932148"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4" name="Cube 243"/>
            <p:cNvSpPr/>
            <p:nvPr/>
          </p:nvSpPr>
          <p:spPr>
            <a:xfrm>
              <a:off x="2250327"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5" name="Cube 244"/>
            <p:cNvSpPr/>
            <p:nvPr/>
          </p:nvSpPr>
          <p:spPr>
            <a:xfrm>
              <a:off x="2568505"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6" name="Cube 245"/>
            <p:cNvSpPr/>
            <p:nvPr/>
          </p:nvSpPr>
          <p:spPr>
            <a:xfrm>
              <a:off x="2886683"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7" name="Cube 246"/>
            <p:cNvSpPr/>
            <p:nvPr/>
          </p:nvSpPr>
          <p:spPr>
            <a:xfrm>
              <a:off x="3204862"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8" name="Cube 247"/>
            <p:cNvSpPr/>
            <p:nvPr/>
          </p:nvSpPr>
          <p:spPr>
            <a:xfrm>
              <a:off x="3523040"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9" name="Cube 248"/>
            <p:cNvSpPr/>
            <p:nvPr/>
          </p:nvSpPr>
          <p:spPr>
            <a:xfrm>
              <a:off x="3841218"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0" name="Cube 249"/>
            <p:cNvSpPr/>
            <p:nvPr/>
          </p:nvSpPr>
          <p:spPr>
            <a:xfrm>
              <a:off x="1613970"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1" name="Cube 250"/>
            <p:cNvSpPr/>
            <p:nvPr/>
          </p:nvSpPr>
          <p:spPr>
            <a:xfrm>
              <a:off x="1932148"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2" name="Cube 251"/>
            <p:cNvSpPr/>
            <p:nvPr/>
          </p:nvSpPr>
          <p:spPr>
            <a:xfrm>
              <a:off x="2250327"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3" name="Cube 252"/>
            <p:cNvSpPr/>
            <p:nvPr/>
          </p:nvSpPr>
          <p:spPr>
            <a:xfrm>
              <a:off x="2568505"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4" name="Cube 253"/>
            <p:cNvSpPr/>
            <p:nvPr/>
          </p:nvSpPr>
          <p:spPr>
            <a:xfrm>
              <a:off x="2886683"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5" name="Cube 254"/>
            <p:cNvSpPr/>
            <p:nvPr/>
          </p:nvSpPr>
          <p:spPr>
            <a:xfrm>
              <a:off x="3204862"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6" name="Cube 255"/>
            <p:cNvSpPr/>
            <p:nvPr/>
          </p:nvSpPr>
          <p:spPr>
            <a:xfrm>
              <a:off x="3523040"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7" name="Cube 256"/>
            <p:cNvSpPr/>
            <p:nvPr/>
          </p:nvSpPr>
          <p:spPr>
            <a:xfrm>
              <a:off x="3841218"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8" name="Cube 257"/>
            <p:cNvSpPr/>
            <p:nvPr/>
          </p:nvSpPr>
          <p:spPr>
            <a:xfrm>
              <a:off x="1613970"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9" name="Cube 258"/>
            <p:cNvSpPr/>
            <p:nvPr/>
          </p:nvSpPr>
          <p:spPr>
            <a:xfrm>
              <a:off x="1932148"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0" name="Cube 259"/>
            <p:cNvSpPr/>
            <p:nvPr/>
          </p:nvSpPr>
          <p:spPr>
            <a:xfrm>
              <a:off x="2250327"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1" name="Cube 260"/>
            <p:cNvSpPr/>
            <p:nvPr/>
          </p:nvSpPr>
          <p:spPr>
            <a:xfrm>
              <a:off x="2568505"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2" name="Cube 261"/>
            <p:cNvSpPr/>
            <p:nvPr/>
          </p:nvSpPr>
          <p:spPr>
            <a:xfrm>
              <a:off x="2886683"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3" name="Cube 262"/>
            <p:cNvSpPr/>
            <p:nvPr/>
          </p:nvSpPr>
          <p:spPr>
            <a:xfrm>
              <a:off x="3204862"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4" name="Cube 263"/>
            <p:cNvSpPr/>
            <p:nvPr/>
          </p:nvSpPr>
          <p:spPr>
            <a:xfrm>
              <a:off x="3523040"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5" name="Cube 264"/>
            <p:cNvSpPr/>
            <p:nvPr/>
          </p:nvSpPr>
          <p:spPr>
            <a:xfrm>
              <a:off x="3841218"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6" name="Cube 265"/>
            <p:cNvSpPr/>
            <p:nvPr/>
          </p:nvSpPr>
          <p:spPr>
            <a:xfrm>
              <a:off x="1479704"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7" name="Cube 266"/>
            <p:cNvSpPr/>
            <p:nvPr/>
          </p:nvSpPr>
          <p:spPr>
            <a:xfrm>
              <a:off x="1797882"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8" name="Cube 267"/>
            <p:cNvSpPr/>
            <p:nvPr/>
          </p:nvSpPr>
          <p:spPr>
            <a:xfrm>
              <a:off x="2116061"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9" name="Cube 268"/>
            <p:cNvSpPr/>
            <p:nvPr/>
          </p:nvSpPr>
          <p:spPr>
            <a:xfrm>
              <a:off x="2434239"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0" name="Cube 269"/>
            <p:cNvSpPr/>
            <p:nvPr/>
          </p:nvSpPr>
          <p:spPr>
            <a:xfrm>
              <a:off x="2752417"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1" name="Cube 270"/>
            <p:cNvSpPr/>
            <p:nvPr/>
          </p:nvSpPr>
          <p:spPr>
            <a:xfrm>
              <a:off x="3070596"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2" name="Cube 271"/>
            <p:cNvSpPr/>
            <p:nvPr/>
          </p:nvSpPr>
          <p:spPr>
            <a:xfrm>
              <a:off x="3388774"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3" name="Cube 272"/>
            <p:cNvSpPr/>
            <p:nvPr/>
          </p:nvSpPr>
          <p:spPr>
            <a:xfrm>
              <a:off x="3706952"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4" name="Cube 273"/>
            <p:cNvSpPr/>
            <p:nvPr/>
          </p:nvSpPr>
          <p:spPr>
            <a:xfrm>
              <a:off x="1479704"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5" name="Cube 274"/>
            <p:cNvSpPr/>
            <p:nvPr/>
          </p:nvSpPr>
          <p:spPr>
            <a:xfrm>
              <a:off x="1797882"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6" name="Cube 275"/>
            <p:cNvSpPr/>
            <p:nvPr/>
          </p:nvSpPr>
          <p:spPr>
            <a:xfrm>
              <a:off x="2116061"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7" name="Cube 276"/>
            <p:cNvSpPr/>
            <p:nvPr/>
          </p:nvSpPr>
          <p:spPr>
            <a:xfrm>
              <a:off x="2434239"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8" name="Cube 277"/>
            <p:cNvSpPr/>
            <p:nvPr/>
          </p:nvSpPr>
          <p:spPr>
            <a:xfrm>
              <a:off x="2752417"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9" name="Cube 278"/>
            <p:cNvSpPr/>
            <p:nvPr/>
          </p:nvSpPr>
          <p:spPr>
            <a:xfrm>
              <a:off x="3070596"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0" name="Cube 279"/>
            <p:cNvSpPr/>
            <p:nvPr/>
          </p:nvSpPr>
          <p:spPr>
            <a:xfrm>
              <a:off x="3388774"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1" name="Cube 280"/>
            <p:cNvSpPr/>
            <p:nvPr/>
          </p:nvSpPr>
          <p:spPr>
            <a:xfrm>
              <a:off x="3706952"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2" name="Cube 281"/>
            <p:cNvSpPr/>
            <p:nvPr/>
          </p:nvSpPr>
          <p:spPr>
            <a:xfrm>
              <a:off x="1479704"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3" name="Cube 282"/>
            <p:cNvSpPr/>
            <p:nvPr/>
          </p:nvSpPr>
          <p:spPr>
            <a:xfrm>
              <a:off x="1797882"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4" name="Cube 283"/>
            <p:cNvSpPr/>
            <p:nvPr/>
          </p:nvSpPr>
          <p:spPr>
            <a:xfrm>
              <a:off x="2116061"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5" name="Cube 284"/>
            <p:cNvSpPr/>
            <p:nvPr/>
          </p:nvSpPr>
          <p:spPr>
            <a:xfrm>
              <a:off x="2434239"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6" name="Cube 285"/>
            <p:cNvSpPr/>
            <p:nvPr/>
          </p:nvSpPr>
          <p:spPr>
            <a:xfrm>
              <a:off x="2752417"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7" name="Cube 286"/>
            <p:cNvSpPr/>
            <p:nvPr/>
          </p:nvSpPr>
          <p:spPr>
            <a:xfrm>
              <a:off x="3070596"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8" name="Cube 287"/>
            <p:cNvSpPr/>
            <p:nvPr/>
          </p:nvSpPr>
          <p:spPr>
            <a:xfrm>
              <a:off x="3388774"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9" name="Cube 288"/>
            <p:cNvSpPr/>
            <p:nvPr/>
          </p:nvSpPr>
          <p:spPr>
            <a:xfrm>
              <a:off x="3706952"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0" name="Cube 289"/>
            <p:cNvSpPr/>
            <p:nvPr/>
          </p:nvSpPr>
          <p:spPr>
            <a:xfrm>
              <a:off x="1479704"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1" name="Cube 290"/>
            <p:cNvSpPr/>
            <p:nvPr/>
          </p:nvSpPr>
          <p:spPr>
            <a:xfrm>
              <a:off x="1797882"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2" name="Cube 291"/>
            <p:cNvSpPr/>
            <p:nvPr/>
          </p:nvSpPr>
          <p:spPr>
            <a:xfrm>
              <a:off x="2116061"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3" name="Cube 292"/>
            <p:cNvSpPr/>
            <p:nvPr/>
          </p:nvSpPr>
          <p:spPr>
            <a:xfrm>
              <a:off x="2434239"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4" name="Cube 293"/>
            <p:cNvSpPr/>
            <p:nvPr/>
          </p:nvSpPr>
          <p:spPr>
            <a:xfrm>
              <a:off x="2752417"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5" name="Cube 294"/>
            <p:cNvSpPr/>
            <p:nvPr/>
          </p:nvSpPr>
          <p:spPr>
            <a:xfrm>
              <a:off x="3070596"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6" name="Cube 295"/>
            <p:cNvSpPr/>
            <p:nvPr/>
          </p:nvSpPr>
          <p:spPr>
            <a:xfrm>
              <a:off x="3388774"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7" name="Cube 296"/>
            <p:cNvSpPr/>
            <p:nvPr/>
          </p:nvSpPr>
          <p:spPr>
            <a:xfrm>
              <a:off x="3706952"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8" name="Cube 297"/>
            <p:cNvSpPr/>
            <p:nvPr/>
          </p:nvSpPr>
          <p:spPr>
            <a:xfrm>
              <a:off x="1479704"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9" name="Cube 298"/>
            <p:cNvSpPr/>
            <p:nvPr/>
          </p:nvSpPr>
          <p:spPr>
            <a:xfrm>
              <a:off x="1797882"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0" name="Cube 299"/>
            <p:cNvSpPr/>
            <p:nvPr/>
          </p:nvSpPr>
          <p:spPr>
            <a:xfrm>
              <a:off x="2116061"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1" name="Cube 300"/>
            <p:cNvSpPr/>
            <p:nvPr/>
          </p:nvSpPr>
          <p:spPr>
            <a:xfrm>
              <a:off x="2434239"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2" name="Cube 301"/>
            <p:cNvSpPr/>
            <p:nvPr/>
          </p:nvSpPr>
          <p:spPr>
            <a:xfrm>
              <a:off x="2752417"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3" name="Cube 302"/>
            <p:cNvSpPr/>
            <p:nvPr/>
          </p:nvSpPr>
          <p:spPr>
            <a:xfrm>
              <a:off x="3070596"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4" name="Cube 303"/>
            <p:cNvSpPr/>
            <p:nvPr/>
          </p:nvSpPr>
          <p:spPr>
            <a:xfrm>
              <a:off x="3388774"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5" name="Cube 304"/>
            <p:cNvSpPr/>
            <p:nvPr/>
          </p:nvSpPr>
          <p:spPr>
            <a:xfrm>
              <a:off x="3706952"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6" name="Cube 305"/>
            <p:cNvSpPr/>
            <p:nvPr/>
          </p:nvSpPr>
          <p:spPr>
            <a:xfrm>
              <a:off x="1479704"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7" name="Cube 306"/>
            <p:cNvSpPr/>
            <p:nvPr/>
          </p:nvSpPr>
          <p:spPr>
            <a:xfrm>
              <a:off x="1797882"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8" name="Cube 307"/>
            <p:cNvSpPr/>
            <p:nvPr/>
          </p:nvSpPr>
          <p:spPr>
            <a:xfrm>
              <a:off x="2116061"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9" name="Cube 308"/>
            <p:cNvSpPr/>
            <p:nvPr/>
          </p:nvSpPr>
          <p:spPr>
            <a:xfrm>
              <a:off x="2434239"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0" name="Cube 309"/>
            <p:cNvSpPr/>
            <p:nvPr/>
          </p:nvSpPr>
          <p:spPr>
            <a:xfrm>
              <a:off x="2752417"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1" name="Cube 310"/>
            <p:cNvSpPr/>
            <p:nvPr/>
          </p:nvSpPr>
          <p:spPr>
            <a:xfrm>
              <a:off x="3070596"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2" name="Cube 311"/>
            <p:cNvSpPr/>
            <p:nvPr/>
          </p:nvSpPr>
          <p:spPr>
            <a:xfrm>
              <a:off x="3388774"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3" name="Cube 312"/>
            <p:cNvSpPr/>
            <p:nvPr/>
          </p:nvSpPr>
          <p:spPr>
            <a:xfrm>
              <a:off x="3706952"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4" name="Cube 313"/>
            <p:cNvSpPr/>
            <p:nvPr/>
          </p:nvSpPr>
          <p:spPr>
            <a:xfrm>
              <a:off x="1479704"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5" name="Cube 314"/>
            <p:cNvSpPr/>
            <p:nvPr/>
          </p:nvSpPr>
          <p:spPr>
            <a:xfrm>
              <a:off x="1797882"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6" name="Cube 315"/>
            <p:cNvSpPr/>
            <p:nvPr/>
          </p:nvSpPr>
          <p:spPr>
            <a:xfrm>
              <a:off x="2116061"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7" name="Cube 316"/>
            <p:cNvSpPr/>
            <p:nvPr/>
          </p:nvSpPr>
          <p:spPr>
            <a:xfrm>
              <a:off x="2434239"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8" name="Cube 317"/>
            <p:cNvSpPr/>
            <p:nvPr/>
          </p:nvSpPr>
          <p:spPr>
            <a:xfrm>
              <a:off x="2752417"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9" name="Cube 318"/>
            <p:cNvSpPr/>
            <p:nvPr/>
          </p:nvSpPr>
          <p:spPr>
            <a:xfrm>
              <a:off x="3070596"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0" name="Cube 319"/>
            <p:cNvSpPr/>
            <p:nvPr/>
          </p:nvSpPr>
          <p:spPr>
            <a:xfrm>
              <a:off x="3388774"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 name="Cube 320"/>
            <p:cNvSpPr/>
            <p:nvPr/>
          </p:nvSpPr>
          <p:spPr>
            <a:xfrm>
              <a:off x="3706952"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 name="Cube 321"/>
            <p:cNvSpPr/>
            <p:nvPr/>
          </p:nvSpPr>
          <p:spPr>
            <a:xfrm>
              <a:off x="1479704"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 name="Cube 322"/>
            <p:cNvSpPr/>
            <p:nvPr/>
          </p:nvSpPr>
          <p:spPr>
            <a:xfrm>
              <a:off x="1797882"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 name="Cube 323"/>
            <p:cNvSpPr/>
            <p:nvPr/>
          </p:nvSpPr>
          <p:spPr>
            <a:xfrm>
              <a:off x="2116061"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 name="Cube 324"/>
            <p:cNvSpPr/>
            <p:nvPr/>
          </p:nvSpPr>
          <p:spPr>
            <a:xfrm>
              <a:off x="2434239"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 name="Cube 325"/>
            <p:cNvSpPr/>
            <p:nvPr/>
          </p:nvSpPr>
          <p:spPr>
            <a:xfrm>
              <a:off x="2752417"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 name="Cube 326"/>
            <p:cNvSpPr/>
            <p:nvPr/>
          </p:nvSpPr>
          <p:spPr>
            <a:xfrm>
              <a:off x="3070596"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 name="Cube 327"/>
            <p:cNvSpPr/>
            <p:nvPr/>
          </p:nvSpPr>
          <p:spPr>
            <a:xfrm>
              <a:off x="3388774"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 name="Cube 328"/>
            <p:cNvSpPr/>
            <p:nvPr/>
          </p:nvSpPr>
          <p:spPr>
            <a:xfrm>
              <a:off x="3706952"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 name="Cube 329"/>
            <p:cNvSpPr/>
            <p:nvPr/>
          </p:nvSpPr>
          <p:spPr>
            <a:xfrm>
              <a:off x="1345438"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 name="Cube 330"/>
            <p:cNvSpPr/>
            <p:nvPr/>
          </p:nvSpPr>
          <p:spPr>
            <a:xfrm>
              <a:off x="1663616"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 name="Cube 331"/>
            <p:cNvSpPr/>
            <p:nvPr/>
          </p:nvSpPr>
          <p:spPr>
            <a:xfrm>
              <a:off x="1981795"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 name="Cube 332"/>
            <p:cNvSpPr/>
            <p:nvPr/>
          </p:nvSpPr>
          <p:spPr>
            <a:xfrm>
              <a:off x="2299973"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 name="Cube 333"/>
            <p:cNvSpPr/>
            <p:nvPr/>
          </p:nvSpPr>
          <p:spPr>
            <a:xfrm>
              <a:off x="2618151"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 name="Cube 334"/>
            <p:cNvSpPr/>
            <p:nvPr/>
          </p:nvSpPr>
          <p:spPr>
            <a:xfrm>
              <a:off x="2936330"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 name="Cube 335"/>
            <p:cNvSpPr/>
            <p:nvPr/>
          </p:nvSpPr>
          <p:spPr>
            <a:xfrm>
              <a:off x="3254508"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 name="Cube 336"/>
            <p:cNvSpPr/>
            <p:nvPr/>
          </p:nvSpPr>
          <p:spPr>
            <a:xfrm>
              <a:off x="3572686"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 name="Cube 337"/>
            <p:cNvSpPr/>
            <p:nvPr/>
          </p:nvSpPr>
          <p:spPr>
            <a:xfrm>
              <a:off x="1345438"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 name="Cube 338"/>
            <p:cNvSpPr/>
            <p:nvPr/>
          </p:nvSpPr>
          <p:spPr>
            <a:xfrm>
              <a:off x="1663616"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 name="Cube 339"/>
            <p:cNvSpPr/>
            <p:nvPr/>
          </p:nvSpPr>
          <p:spPr>
            <a:xfrm>
              <a:off x="1981795"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 name="Cube 340"/>
            <p:cNvSpPr/>
            <p:nvPr/>
          </p:nvSpPr>
          <p:spPr>
            <a:xfrm>
              <a:off x="2299973"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 name="Cube 341"/>
            <p:cNvSpPr/>
            <p:nvPr/>
          </p:nvSpPr>
          <p:spPr>
            <a:xfrm>
              <a:off x="2618151"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 name="Cube 342"/>
            <p:cNvSpPr/>
            <p:nvPr/>
          </p:nvSpPr>
          <p:spPr>
            <a:xfrm>
              <a:off x="2936330"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 name="Cube 343"/>
            <p:cNvSpPr/>
            <p:nvPr/>
          </p:nvSpPr>
          <p:spPr>
            <a:xfrm>
              <a:off x="3254508"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 name="Cube 344"/>
            <p:cNvSpPr/>
            <p:nvPr/>
          </p:nvSpPr>
          <p:spPr>
            <a:xfrm>
              <a:off x="3572686"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 name="Cube 345"/>
            <p:cNvSpPr/>
            <p:nvPr/>
          </p:nvSpPr>
          <p:spPr>
            <a:xfrm>
              <a:off x="1345438"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 name="Cube 346"/>
            <p:cNvSpPr/>
            <p:nvPr/>
          </p:nvSpPr>
          <p:spPr>
            <a:xfrm>
              <a:off x="1663616"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 name="Cube 347"/>
            <p:cNvSpPr/>
            <p:nvPr/>
          </p:nvSpPr>
          <p:spPr>
            <a:xfrm>
              <a:off x="1981795"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 name="Cube 348"/>
            <p:cNvSpPr/>
            <p:nvPr/>
          </p:nvSpPr>
          <p:spPr>
            <a:xfrm>
              <a:off x="2299973"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 name="Cube 349"/>
            <p:cNvSpPr/>
            <p:nvPr/>
          </p:nvSpPr>
          <p:spPr>
            <a:xfrm>
              <a:off x="2618151"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 name="Cube 350"/>
            <p:cNvSpPr/>
            <p:nvPr/>
          </p:nvSpPr>
          <p:spPr>
            <a:xfrm>
              <a:off x="2936330"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 name="Cube 351"/>
            <p:cNvSpPr/>
            <p:nvPr/>
          </p:nvSpPr>
          <p:spPr>
            <a:xfrm>
              <a:off x="3254508"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 name="Cube 352"/>
            <p:cNvSpPr/>
            <p:nvPr/>
          </p:nvSpPr>
          <p:spPr>
            <a:xfrm>
              <a:off x="3572686"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 name="Cube 353"/>
            <p:cNvSpPr/>
            <p:nvPr/>
          </p:nvSpPr>
          <p:spPr>
            <a:xfrm>
              <a:off x="1345438"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 name="Cube 354"/>
            <p:cNvSpPr/>
            <p:nvPr/>
          </p:nvSpPr>
          <p:spPr>
            <a:xfrm>
              <a:off x="1663616"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 name="Cube 355"/>
            <p:cNvSpPr/>
            <p:nvPr/>
          </p:nvSpPr>
          <p:spPr>
            <a:xfrm>
              <a:off x="1981795"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 name="Cube 356"/>
            <p:cNvSpPr/>
            <p:nvPr/>
          </p:nvSpPr>
          <p:spPr>
            <a:xfrm>
              <a:off x="2299973"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 name="Cube 357"/>
            <p:cNvSpPr/>
            <p:nvPr/>
          </p:nvSpPr>
          <p:spPr>
            <a:xfrm>
              <a:off x="2618151"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 name="Cube 358"/>
            <p:cNvSpPr/>
            <p:nvPr/>
          </p:nvSpPr>
          <p:spPr>
            <a:xfrm>
              <a:off x="2936330"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 name="Cube 359"/>
            <p:cNvSpPr/>
            <p:nvPr/>
          </p:nvSpPr>
          <p:spPr>
            <a:xfrm>
              <a:off x="3254508"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 name="Cube 360"/>
            <p:cNvSpPr/>
            <p:nvPr/>
          </p:nvSpPr>
          <p:spPr>
            <a:xfrm>
              <a:off x="3572686"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 name="Cube 361"/>
            <p:cNvSpPr/>
            <p:nvPr/>
          </p:nvSpPr>
          <p:spPr>
            <a:xfrm>
              <a:off x="1345438"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 name="Cube 362"/>
            <p:cNvSpPr/>
            <p:nvPr/>
          </p:nvSpPr>
          <p:spPr>
            <a:xfrm>
              <a:off x="1663616"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 name="Cube 363"/>
            <p:cNvSpPr/>
            <p:nvPr/>
          </p:nvSpPr>
          <p:spPr>
            <a:xfrm>
              <a:off x="1981795"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 name="Cube 364"/>
            <p:cNvSpPr/>
            <p:nvPr/>
          </p:nvSpPr>
          <p:spPr>
            <a:xfrm>
              <a:off x="2299973"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 name="Cube 365"/>
            <p:cNvSpPr/>
            <p:nvPr/>
          </p:nvSpPr>
          <p:spPr>
            <a:xfrm>
              <a:off x="2618151"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 name="Cube 366"/>
            <p:cNvSpPr/>
            <p:nvPr/>
          </p:nvSpPr>
          <p:spPr>
            <a:xfrm>
              <a:off x="2936330"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 name="Cube 367"/>
            <p:cNvSpPr/>
            <p:nvPr/>
          </p:nvSpPr>
          <p:spPr>
            <a:xfrm>
              <a:off x="3254508"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 name="Cube 368"/>
            <p:cNvSpPr/>
            <p:nvPr/>
          </p:nvSpPr>
          <p:spPr>
            <a:xfrm>
              <a:off x="3572686" y="359249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 name="Cube 369"/>
            <p:cNvSpPr/>
            <p:nvPr/>
          </p:nvSpPr>
          <p:spPr>
            <a:xfrm>
              <a:off x="1345438"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 name="Cube 370"/>
            <p:cNvSpPr/>
            <p:nvPr/>
          </p:nvSpPr>
          <p:spPr>
            <a:xfrm>
              <a:off x="1663616"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 name="Cube 371"/>
            <p:cNvSpPr/>
            <p:nvPr/>
          </p:nvSpPr>
          <p:spPr>
            <a:xfrm>
              <a:off x="1981795"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3" name="Cube 372"/>
            <p:cNvSpPr/>
            <p:nvPr/>
          </p:nvSpPr>
          <p:spPr>
            <a:xfrm>
              <a:off x="2299973"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4" name="Cube 373"/>
            <p:cNvSpPr/>
            <p:nvPr/>
          </p:nvSpPr>
          <p:spPr>
            <a:xfrm>
              <a:off x="2618151"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5" name="Cube 374"/>
            <p:cNvSpPr/>
            <p:nvPr/>
          </p:nvSpPr>
          <p:spPr>
            <a:xfrm>
              <a:off x="2936330"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6" name="Cube 375"/>
            <p:cNvSpPr/>
            <p:nvPr/>
          </p:nvSpPr>
          <p:spPr>
            <a:xfrm>
              <a:off x="3254508"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7" name="Cube 376"/>
            <p:cNvSpPr/>
            <p:nvPr/>
          </p:nvSpPr>
          <p:spPr>
            <a:xfrm>
              <a:off x="3572686"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8" name="Cube 377"/>
            <p:cNvSpPr/>
            <p:nvPr/>
          </p:nvSpPr>
          <p:spPr>
            <a:xfrm>
              <a:off x="1345438"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9" name="Cube 378"/>
            <p:cNvSpPr/>
            <p:nvPr/>
          </p:nvSpPr>
          <p:spPr>
            <a:xfrm>
              <a:off x="1663616"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0" name="Cube 379"/>
            <p:cNvSpPr/>
            <p:nvPr/>
          </p:nvSpPr>
          <p:spPr>
            <a:xfrm>
              <a:off x="1981795"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1" name="Cube 380"/>
            <p:cNvSpPr/>
            <p:nvPr/>
          </p:nvSpPr>
          <p:spPr>
            <a:xfrm>
              <a:off x="2299973"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2" name="Cube 381"/>
            <p:cNvSpPr/>
            <p:nvPr/>
          </p:nvSpPr>
          <p:spPr>
            <a:xfrm>
              <a:off x="2618151"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3" name="Cube 382"/>
            <p:cNvSpPr/>
            <p:nvPr/>
          </p:nvSpPr>
          <p:spPr>
            <a:xfrm>
              <a:off x="2936330"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4" name="Cube 383"/>
            <p:cNvSpPr/>
            <p:nvPr/>
          </p:nvSpPr>
          <p:spPr>
            <a:xfrm>
              <a:off x="3254508"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5" name="Cube 384"/>
            <p:cNvSpPr/>
            <p:nvPr/>
          </p:nvSpPr>
          <p:spPr>
            <a:xfrm>
              <a:off x="3572686"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6" name="Cube 385"/>
            <p:cNvSpPr/>
            <p:nvPr/>
          </p:nvSpPr>
          <p:spPr>
            <a:xfrm>
              <a:off x="1345438"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7" name="Cube 386"/>
            <p:cNvSpPr/>
            <p:nvPr/>
          </p:nvSpPr>
          <p:spPr>
            <a:xfrm>
              <a:off x="1663616"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8" name="Cube 387"/>
            <p:cNvSpPr/>
            <p:nvPr/>
          </p:nvSpPr>
          <p:spPr>
            <a:xfrm>
              <a:off x="1981795"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9" name="Cube 388"/>
            <p:cNvSpPr/>
            <p:nvPr/>
          </p:nvSpPr>
          <p:spPr>
            <a:xfrm>
              <a:off x="2299973"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0" name="Cube 389"/>
            <p:cNvSpPr/>
            <p:nvPr/>
          </p:nvSpPr>
          <p:spPr>
            <a:xfrm>
              <a:off x="2618151"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1" name="Cube 390"/>
            <p:cNvSpPr/>
            <p:nvPr/>
          </p:nvSpPr>
          <p:spPr>
            <a:xfrm>
              <a:off x="2936330"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2" name="Cube 391"/>
            <p:cNvSpPr/>
            <p:nvPr/>
          </p:nvSpPr>
          <p:spPr>
            <a:xfrm>
              <a:off x="3254508"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3" name="Cube 392"/>
            <p:cNvSpPr/>
            <p:nvPr/>
          </p:nvSpPr>
          <p:spPr>
            <a:xfrm>
              <a:off x="3572686"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4" name="Cube 393"/>
            <p:cNvSpPr/>
            <p:nvPr/>
          </p:nvSpPr>
          <p:spPr>
            <a:xfrm>
              <a:off x="1211172"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5" name="Cube 394"/>
            <p:cNvSpPr/>
            <p:nvPr/>
          </p:nvSpPr>
          <p:spPr>
            <a:xfrm>
              <a:off x="1529350"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6" name="Cube 395"/>
            <p:cNvSpPr/>
            <p:nvPr/>
          </p:nvSpPr>
          <p:spPr>
            <a:xfrm>
              <a:off x="1847529"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7" name="Cube 396"/>
            <p:cNvSpPr/>
            <p:nvPr/>
          </p:nvSpPr>
          <p:spPr>
            <a:xfrm>
              <a:off x="2165707"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8" name="Cube 397"/>
            <p:cNvSpPr/>
            <p:nvPr/>
          </p:nvSpPr>
          <p:spPr>
            <a:xfrm>
              <a:off x="2483885"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9" name="Cube 398"/>
            <p:cNvSpPr/>
            <p:nvPr/>
          </p:nvSpPr>
          <p:spPr>
            <a:xfrm>
              <a:off x="2802064"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0" name="Cube 399"/>
            <p:cNvSpPr/>
            <p:nvPr/>
          </p:nvSpPr>
          <p:spPr>
            <a:xfrm>
              <a:off x="3120242"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1" name="Cube 400"/>
            <p:cNvSpPr/>
            <p:nvPr/>
          </p:nvSpPr>
          <p:spPr>
            <a:xfrm>
              <a:off x="3438420"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2" name="Cube 401"/>
            <p:cNvSpPr/>
            <p:nvPr/>
          </p:nvSpPr>
          <p:spPr>
            <a:xfrm>
              <a:off x="1211172"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3" name="Cube 402"/>
            <p:cNvSpPr/>
            <p:nvPr/>
          </p:nvSpPr>
          <p:spPr>
            <a:xfrm>
              <a:off x="1529350"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4" name="Cube 403"/>
            <p:cNvSpPr/>
            <p:nvPr/>
          </p:nvSpPr>
          <p:spPr>
            <a:xfrm>
              <a:off x="1847529"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5" name="Cube 404"/>
            <p:cNvSpPr/>
            <p:nvPr/>
          </p:nvSpPr>
          <p:spPr>
            <a:xfrm>
              <a:off x="2165707"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6" name="Cube 405"/>
            <p:cNvSpPr/>
            <p:nvPr/>
          </p:nvSpPr>
          <p:spPr>
            <a:xfrm>
              <a:off x="2483885"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7" name="Cube 406"/>
            <p:cNvSpPr/>
            <p:nvPr/>
          </p:nvSpPr>
          <p:spPr>
            <a:xfrm>
              <a:off x="2802064"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8" name="Cube 407"/>
            <p:cNvSpPr/>
            <p:nvPr/>
          </p:nvSpPr>
          <p:spPr>
            <a:xfrm>
              <a:off x="3120242"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9" name="Cube 408"/>
            <p:cNvSpPr/>
            <p:nvPr/>
          </p:nvSpPr>
          <p:spPr>
            <a:xfrm>
              <a:off x="3438420"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0" name="Cube 409"/>
            <p:cNvSpPr/>
            <p:nvPr/>
          </p:nvSpPr>
          <p:spPr>
            <a:xfrm>
              <a:off x="1211172"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1" name="Cube 410"/>
            <p:cNvSpPr/>
            <p:nvPr/>
          </p:nvSpPr>
          <p:spPr>
            <a:xfrm>
              <a:off x="1529350"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2" name="Cube 411"/>
            <p:cNvSpPr/>
            <p:nvPr/>
          </p:nvSpPr>
          <p:spPr>
            <a:xfrm>
              <a:off x="1847529"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3" name="Cube 412"/>
            <p:cNvSpPr/>
            <p:nvPr/>
          </p:nvSpPr>
          <p:spPr>
            <a:xfrm>
              <a:off x="2165707"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4" name="Cube 413"/>
            <p:cNvSpPr/>
            <p:nvPr/>
          </p:nvSpPr>
          <p:spPr>
            <a:xfrm>
              <a:off x="2483885"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5" name="Cube 414"/>
            <p:cNvSpPr/>
            <p:nvPr/>
          </p:nvSpPr>
          <p:spPr>
            <a:xfrm>
              <a:off x="2802064"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6" name="Cube 415"/>
            <p:cNvSpPr/>
            <p:nvPr/>
          </p:nvSpPr>
          <p:spPr>
            <a:xfrm>
              <a:off x="3120242"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7" name="Cube 416"/>
            <p:cNvSpPr/>
            <p:nvPr/>
          </p:nvSpPr>
          <p:spPr>
            <a:xfrm>
              <a:off x="3438420"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8" name="Cube 417"/>
            <p:cNvSpPr/>
            <p:nvPr/>
          </p:nvSpPr>
          <p:spPr>
            <a:xfrm>
              <a:off x="1211172"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9" name="Cube 418"/>
            <p:cNvSpPr/>
            <p:nvPr/>
          </p:nvSpPr>
          <p:spPr>
            <a:xfrm>
              <a:off x="1529350"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0" name="Cube 419"/>
            <p:cNvSpPr/>
            <p:nvPr/>
          </p:nvSpPr>
          <p:spPr>
            <a:xfrm>
              <a:off x="1847529"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1" name="Cube 420"/>
            <p:cNvSpPr/>
            <p:nvPr/>
          </p:nvSpPr>
          <p:spPr>
            <a:xfrm>
              <a:off x="2165707"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2" name="Cube 421"/>
            <p:cNvSpPr/>
            <p:nvPr/>
          </p:nvSpPr>
          <p:spPr>
            <a:xfrm>
              <a:off x="2483885"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3" name="Cube 422"/>
            <p:cNvSpPr/>
            <p:nvPr/>
          </p:nvSpPr>
          <p:spPr>
            <a:xfrm>
              <a:off x="2802064"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4" name="Cube 423"/>
            <p:cNvSpPr/>
            <p:nvPr/>
          </p:nvSpPr>
          <p:spPr>
            <a:xfrm>
              <a:off x="3120242"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5" name="Cube 424"/>
            <p:cNvSpPr/>
            <p:nvPr/>
          </p:nvSpPr>
          <p:spPr>
            <a:xfrm>
              <a:off x="3438420" y="404911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6" name="Cube 425"/>
            <p:cNvSpPr/>
            <p:nvPr/>
          </p:nvSpPr>
          <p:spPr>
            <a:xfrm>
              <a:off x="1211172"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7" name="Cube 426"/>
            <p:cNvSpPr/>
            <p:nvPr/>
          </p:nvSpPr>
          <p:spPr>
            <a:xfrm>
              <a:off x="1529350"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8" name="Cube 427"/>
            <p:cNvSpPr/>
            <p:nvPr/>
          </p:nvSpPr>
          <p:spPr>
            <a:xfrm>
              <a:off x="1847529"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9" name="Cube 428"/>
            <p:cNvSpPr/>
            <p:nvPr/>
          </p:nvSpPr>
          <p:spPr>
            <a:xfrm>
              <a:off x="2165707"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0" name="Cube 429"/>
            <p:cNvSpPr/>
            <p:nvPr/>
          </p:nvSpPr>
          <p:spPr>
            <a:xfrm>
              <a:off x="2483885"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1" name="Cube 430"/>
            <p:cNvSpPr/>
            <p:nvPr/>
          </p:nvSpPr>
          <p:spPr>
            <a:xfrm>
              <a:off x="2802064"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2" name="Cube 431"/>
            <p:cNvSpPr/>
            <p:nvPr/>
          </p:nvSpPr>
          <p:spPr>
            <a:xfrm>
              <a:off x="3120242"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3" name="Cube 432"/>
            <p:cNvSpPr/>
            <p:nvPr/>
          </p:nvSpPr>
          <p:spPr>
            <a:xfrm>
              <a:off x="3438420" y="371146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4" name="Cube 433"/>
            <p:cNvSpPr/>
            <p:nvPr/>
          </p:nvSpPr>
          <p:spPr>
            <a:xfrm>
              <a:off x="1211172"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5" name="Cube 434"/>
            <p:cNvSpPr/>
            <p:nvPr/>
          </p:nvSpPr>
          <p:spPr>
            <a:xfrm>
              <a:off x="1529350"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6" name="Cube 435"/>
            <p:cNvSpPr/>
            <p:nvPr/>
          </p:nvSpPr>
          <p:spPr>
            <a:xfrm>
              <a:off x="1847529"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7" name="Cube 436"/>
            <p:cNvSpPr/>
            <p:nvPr/>
          </p:nvSpPr>
          <p:spPr>
            <a:xfrm>
              <a:off x="2165707"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8" name="Cube 437"/>
            <p:cNvSpPr/>
            <p:nvPr/>
          </p:nvSpPr>
          <p:spPr>
            <a:xfrm>
              <a:off x="2483885"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9" name="Cube 438"/>
            <p:cNvSpPr/>
            <p:nvPr/>
          </p:nvSpPr>
          <p:spPr>
            <a:xfrm>
              <a:off x="2802064"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0" name="Cube 439"/>
            <p:cNvSpPr/>
            <p:nvPr/>
          </p:nvSpPr>
          <p:spPr>
            <a:xfrm>
              <a:off x="3120242"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1" name="Cube 440"/>
            <p:cNvSpPr/>
            <p:nvPr/>
          </p:nvSpPr>
          <p:spPr>
            <a:xfrm>
              <a:off x="3438420" y="337380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2" name="Cube 441"/>
            <p:cNvSpPr/>
            <p:nvPr/>
          </p:nvSpPr>
          <p:spPr>
            <a:xfrm>
              <a:off x="1211172"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3" name="Cube 442"/>
            <p:cNvSpPr/>
            <p:nvPr/>
          </p:nvSpPr>
          <p:spPr>
            <a:xfrm>
              <a:off x="1529350"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4" name="Cube 443"/>
            <p:cNvSpPr/>
            <p:nvPr/>
          </p:nvSpPr>
          <p:spPr>
            <a:xfrm>
              <a:off x="1847529"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5" name="Cube 444"/>
            <p:cNvSpPr/>
            <p:nvPr/>
          </p:nvSpPr>
          <p:spPr>
            <a:xfrm>
              <a:off x="2165707"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6" name="Cube 445"/>
            <p:cNvSpPr/>
            <p:nvPr/>
          </p:nvSpPr>
          <p:spPr>
            <a:xfrm>
              <a:off x="2483885"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7" name="Cube 446"/>
            <p:cNvSpPr/>
            <p:nvPr/>
          </p:nvSpPr>
          <p:spPr>
            <a:xfrm>
              <a:off x="2802064"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8" name="Cube 447"/>
            <p:cNvSpPr/>
            <p:nvPr/>
          </p:nvSpPr>
          <p:spPr>
            <a:xfrm>
              <a:off x="3120242"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9" name="Cube 448"/>
            <p:cNvSpPr/>
            <p:nvPr/>
          </p:nvSpPr>
          <p:spPr>
            <a:xfrm>
              <a:off x="3438420"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0" name="Cube 449"/>
            <p:cNvSpPr/>
            <p:nvPr/>
          </p:nvSpPr>
          <p:spPr>
            <a:xfrm>
              <a:off x="1211172"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1" name="Cube 450"/>
            <p:cNvSpPr/>
            <p:nvPr/>
          </p:nvSpPr>
          <p:spPr>
            <a:xfrm>
              <a:off x="1529350"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2" name="Cube 451"/>
            <p:cNvSpPr/>
            <p:nvPr/>
          </p:nvSpPr>
          <p:spPr>
            <a:xfrm>
              <a:off x="1847529" y="26985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3" name="Cube 452"/>
            <p:cNvSpPr/>
            <p:nvPr/>
          </p:nvSpPr>
          <p:spPr>
            <a:xfrm>
              <a:off x="2165707"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4" name="Cube 453"/>
            <p:cNvSpPr/>
            <p:nvPr/>
          </p:nvSpPr>
          <p:spPr>
            <a:xfrm>
              <a:off x="2483885"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5" name="Cube 454"/>
            <p:cNvSpPr/>
            <p:nvPr/>
          </p:nvSpPr>
          <p:spPr>
            <a:xfrm>
              <a:off x="2802064"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6" name="Cube 455"/>
            <p:cNvSpPr/>
            <p:nvPr/>
          </p:nvSpPr>
          <p:spPr>
            <a:xfrm>
              <a:off x="3120242"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7" name="Cube 456"/>
            <p:cNvSpPr/>
            <p:nvPr/>
          </p:nvSpPr>
          <p:spPr>
            <a:xfrm>
              <a:off x="3438420"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8" name="Cube 457"/>
            <p:cNvSpPr/>
            <p:nvPr/>
          </p:nvSpPr>
          <p:spPr>
            <a:xfrm>
              <a:off x="1076906"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9" name="Cube 458"/>
            <p:cNvSpPr/>
            <p:nvPr/>
          </p:nvSpPr>
          <p:spPr>
            <a:xfrm>
              <a:off x="1395084"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0" name="Cube 459"/>
            <p:cNvSpPr/>
            <p:nvPr/>
          </p:nvSpPr>
          <p:spPr>
            <a:xfrm>
              <a:off x="1713263"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1" name="Cube 460"/>
            <p:cNvSpPr/>
            <p:nvPr/>
          </p:nvSpPr>
          <p:spPr>
            <a:xfrm>
              <a:off x="2031441"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2" name="Cube 461"/>
            <p:cNvSpPr/>
            <p:nvPr/>
          </p:nvSpPr>
          <p:spPr>
            <a:xfrm>
              <a:off x="2349619"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3" name="Cube 462"/>
            <p:cNvSpPr/>
            <p:nvPr/>
          </p:nvSpPr>
          <p:spPr>
            <a:xfrm>
              <a:off x="2667798"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4" name="Cube 463"/>
            <p:cNvSpPr/>
            <p:nvPr/>
          </p:nvSpPr>
          <p:spPr>
            <a:xfrm>
              <a:off x="2985976"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5" name="Cube 464"/>
            <p:cNvSpPr/>
            <p:nvPr/>
          </p:nvSpPr>
          <p:spPr>
            <a:xfrm>
              <a:off x="3304154"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6" name="Cube 465"/>
            <p:cNvSpPr/>
            <p:nvPr/>
          </p:nvSpPr>
          <p:spPr>
            <a:xfrm>
              <a:off x="1076906"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7" name="Cube 466"/>
            <p:cNvSpPr/>
            <p:nvPr/>
          </p:nvSpPr>
          <p:spPr>
            <a:xfrm>
              <a:off x="1395084"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8" name="Cube 467"/>
            <p:cNvSpPr/>
            <p:nvPr/>
          </p:nvSpPr>
          <p:spPr>
            <a:xfrm>
              <a:off x="1713263"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9" name="Cube 468"/>
            <p:cNvSpPr/>
            <p:nvPr/>
          </p:nvSpPr>
          <p:spPr>
            <a:xfrm>
              <a:off x="2031441"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0" name="Cube 469"/>
            <p:cNvSpPr/>
            <p:nvPr/>
          </p:nvSpPr>
          <p:spPr>
            <a:xfrm>
              <a:off x="2349619"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1" name="Cube 470"/>
            <p:cNvSpPr/>
            <p:nvPr/>
          </p:nvSpPr>
          <p:spPr>
            <a:xfrm>
              <a:off x="2667798"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2" name="Cube 471"/>
            <p:cNvSpPr/>
            <p:nvPr/>
          </p:nvSpPr>
          <p:spPr>
            <a:xfrm>
              <a:off x="2985976"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3" name="Cube 472"/>
            <p:cNvSpPr/>
            <p:nvPr/>
          </p:nvSpPr>
          <p:spPr>
            <a:xfrm>
              <a:off x="3304154"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4" name="Cube 473"/>
            <p:cNvSpPr/>
            <p:nvPr/>
          </p:nvSpPr>
          <p:spPr>
            <a:xfrm>
              <a:off x="1076906"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5" name="Cube 474"/>
            <p:cNvSpPr/>
            <p:nvPr/>
          </p:nvSpPr>
          <p:spPr>
            <a:xfrm>
              <a:off x="1395084"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6" name="Cube 475"/>
            <p:cNvSpPr/>
            <p:nvPr/>
          </p:nvSpPr>
          <p:spPr>
            <a:xfrm>
              <a:off x="1713263"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7" name="Cube 476"/>
            <p:cNvSpPr/>
            <p:nvPr/>
          </p:nvSpPr>
          <p:spPr>
            <a:xfrm>
              <a:off x="2031441"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8" name="Cube 477"/>
            <p:cNvSpPr/>
            <p:nvPr/>
          </p:nvSpPr>
          <p:spPr>
            <a:xfrm>
              <a:off x="2349619"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9" name="Cube 478"/>
            <p:cNvSpPr/>
            <p:nvPr/>
          </p:nvSpPr>
          <p:spPr>
            <a:xfrm>
              <a:off x="2667798"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0" name="Cube 479"/>
            <p:cNvSpPr/>
            <p:nvPr/>
          </p:nvSpPr>
          <p:spPr>
            <a:xfrm>
              <a:off x="2985976"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1" name="Cube 480"/>
            <p:cNvSpPr/>
            <p:nvPr/>
          </p:nvSpPr>
          <p:spPr>
            <a:xfrm>
              <a:off x="3304154"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2" name="Cube 481"/>
            <p:cNvSpPr/>
            <p:nvPr/>
          </p:nvSpPr>
          <p:spPr>
            <a:xfrm>
              <a:off x="1076906"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3" name="Cube 482"/>
            <p:cNvSpPr/>
            <p:nvPr/>
          </p:nvSpPr>
          <p:spPr>
            <a:xfrm>
              <a:off x="1395084"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4" name="Cube 483"/>
            <p:cNvSpPr/>
            <p:nvPr/>
          </p:nvSpPr>
          <p:spPr>
            <a:xfrm>
              <a:off x="1713263"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5" name="Cube 484"/>
            <p:cNvSpPr/>
            <p:nvPr/>
          </p:nvSpPr>
          <p:spPr>
            <a:xfrm>
              <a:off x="2031441"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6" name="Cube 485"/>
            <p:cNvSpPr/>
            <p:nvPr/>
          </p:nvSpPr>
          <p:spPr>
            <a:xfrm>
              <a:off x="2349619"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7" name="Cube 486"/>
            <p:cNvSpPr/>
            <p:nvPr/>
          </p:nvSpPr>
          <p:spPr>
            <a:xfrm>
              <a:off x="2667798"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8" name="Cube 487"/>
            <p:cNvSpPr/>
            <p:nvPr/>
          </p:nvSpPr>
          <p:spPr>
            <a:xfrm>
              <a:off x="2985976"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9" name="Cube 488"/>
            <p:cNvSpPr/>
            <p:nvPr/>
          </p:nvSpPr>
          <p:spPr>
            <a:xfrm>
              <a:off x="3304154"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0" name="Cube 489"/>
            <p:cNvSpPr/>
            <p:nvPr/>
          </p:nvSpPr>
          <p:spPr>
            <a:xfrm>
              <a:off x="1076906"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1" name="Cube 490"/>
            <p:cNvSpPr/>
            <p:nvPr/>
          </p:nvSpPr>
          <p:spPr>
            <a:xfrm>
              <a:off x="1395084"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2" name="Cube 491"/>
            <p:cNvSpPr/>
            <p:nvPr/>
          </p:nvSpPr>
          <p:spPr>
            <a:xfrm>
              <a:off x="1713263"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3" name="Cube 492"/>
            <p:cNvSpPr/>
            <p:nvPr/>
          </p:nvSpPr>
          <p:spPr>
            <a:xfrm>
              <a:off x="2031441"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4" name="Cube 493"/>
            <p:cNvSpPr/>
            <p:nvPr/>
          </p:nvSpPr>
          <p:spPr>
            <a:xfrm>
              <a:off x="2349619"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5" name="Cube 494"/>
            <p:cNvSpPr/>
            <p:nvPr/>
          </p:nvSpPr>
          <p:spPr>
            <a:xfrm>
              <a:off x="2667798"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6" name="Cube 495"/>
            <p:cNvSpPr/>
            <p:nvPr/>
          </p:nvSpPr>
          <p:spPr>
            <a:xfrm>
              <a:off x="2985976"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7" name="Cube 496"/>
            <p:cNvSpPr/>
            <p:nvPr/>
          </p:nvSpPr>
          <p:spPr>
            <a:xfrm>
              <a:off x="3304154" y="383042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8" name="Cube 497"/>
            <p:cNvSpPr/>
            <p:nvPr/>
          </p:nvSpPr>
          <p:spPr>
            <a:xfrm>
              <a:off x="1076906"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9" name="Cube 498"/>
            <p:cNvSpPr/>
            <p:nvPr/>
          </p:nvSpPr>
          <p:spPr>
            <a:xfrm>
              <a:off x="1395084"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0" name="Cube 499"/>
            <p:cNvSpPr/>
            <p:nvPr/>
          </p:nvSpPr>
          <p:spPr>
            <a:xfrm>
              <a:off x="1713263"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1" name="Cube 500"/>
            <p:cNvSpPr/>
            <p:nvPr/>
          </p:nvSpPr>
          <p:spPr>
            <a:xfrm>
              <a:off x="2031441"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2" name="Cube 501"/>
            <p:cNvSpPr/>
            <p:nvPr/>
          </p:nvSpPr>
          <p:spPr>
            <a:xfrm>
              <a:off x="2349619"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3" name="Cube 502"/>
            <p:cNvSpPr/>
            <p:nvPr/>
          </p:nvSpPr>
          <p:spPr>
            <a:xfrm>
              <a:off x="2667798"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4" name="Cube 503"/>
            <p:cNvSpPr/>
            <p:nvPr/>
          </p:nvSpPr>
          <p:spPr>
            <a:xfrm>
              <a:off x="2985976"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5" name="Cube 504"/>
            <p:cNvSpPr/>
            <p:nvPr/>
          </p:nvSpPr>
          <p:spPr>
            <a:xfrm>
              <a:off x="3304154"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6" name="Cube 505"/>
            <p:cNvSpPr/>
            <p:nvPr/>
          </p:nvSpPr>
          <p:spPr>
            <a:xfrm>
              <a:off x="1076906"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7" name="Cube 506"/>
            <p:cNvSpPr/>
            <p:nvPr/>
          </p:nvSpPr>
          <p:spPr>
            <a:xfrm>
              <a:off x="1395084"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8" name="Cube 507"/>
            <p:cNvSpPr/>
            <p:nvPr/>
          </p:nvSpPr>
          <p:spPr>
            <a:xfrm>
              <a:off x="1713263"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9" name="Cube 508"/>
            <p:cNvSpPr/>
            <p:nvPr/>
          </p:nvSpPr>
          <p:spPr>
            <a:xfrm>
              <a:off x="2031441"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0" name="Cube 509"/>
            <p:cNvSpPr/>
            <p:nvPr/>
          </p:nvSpPr>
          <p:spPr>
            <a:xfrm>
              <a:off x="2349619"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1" name="Cube 510"/>
            <p:cNvSpPr/>
            <p:nvPr/>
          </p:nvSpPr>
          <p:spPr>
            <a:xfrm>
              <a:off x="2667798"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2" name="Cube 511"/>
            <p:cNvSpPr/>
            <p:nvPr/>
          </p:nvSpPr>
          <p:spPr>
            <a:xfrm>
              <a:off x="2985976"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3" name="Cube 512"/>
            <p:cNvSpPr/>
            <p:nvPr/>
          </p:nvSpPr>
          <p:spPr>
            <a:xfrm>
              <a:off x="3304154"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4" name="Cube 513"/>
            <p:cNvSpPr/>
            <p:nvPr/>
          </p:nvSpPr>
          <p:spPr>
            <a:xfrm>
              <a:off x="1076906" y="28174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5" name="Cube 514"/>
            <p:cNvSpPr/>
            <p:nvPr/>
          </p:nvSpPr>
          <p:spPr>
            <a:xfrm>
              <a:off x="1395084" y="28174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6" name="Cube 515"/>
            <p:cNvSpPr/>
            <p:nvPr/>
          </p:nvSpPr>
          <p:spPr>
            <a:xfrm>
              <a:off x="1713263" y="281746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7" name="Cube 516"/>
            <p:cNvSpPr/>
            <p:nvPr/>
          </p:nvSpPr>
          <p:spPr>
            <a:xfrm>
              <a:off x="2031441" y="28174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8" name="Cube 517"/>
            <p:cNvSpPr/>
            <p:nvPr/>
          </p:nvSpPr>
          <p:spPr>
            <a:xfrm>
              <a:off x="2349619" y="28174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9" name="Cube 518"/>
            <p:cNvSpPr/>
            <p:nvPr/>
          </p:nvSpPr>
          <p:spPr>
            <a:xfrm>
              <a:off x="2667798" y="28174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0" name="Cube 519"/>
            <p:cNvSpPr/>
            <p:nvPr/>
          </p:nvSpPr>
          <p:spPr>
            <a:xfrm>
              <a:off x="2985976" y="28174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1" name="Cube 520"/>
            <p:cNvSpPr/>
            <p:nvPr/>
          </p:nvSpPr>
          <p:spPr>
            <a:xfrm>
              <a:off x="3304154" y="28174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2" name="Cube 521"/>
            <p:cNvSpPr/>
            <p:nvPr/>
          </p:nvSpPr>
          <p:spPr>
            <a:xfrm>
              <a:off x="942640"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3" name="Cube 522"/>
            <p:cNvSpPr/>
            <p:nvPr/>
          </p:nvSpPr>
          <p:spPr>
            <a:xfrm>
              <a:off x="1260818"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4" name="Cube 523"/>
            <p:cNvSpPr/>
            <p:nvPr/>
          </p:nvSpPr>
          <p:spPr>
            <a:xfrm>
              <a:off x="1578997"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5" name="Cube 524"/>
            <p:cNvSpPr/>
            <p:nvPr/>
          </p:nvSpPr>
          <p:spPr>
            <a:xfrm>
              <a:off x="1897175"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6" name="Cube 525"/>
            <p:cNvSpPr/>
            <p:nvPr/>
          </p:nvSpPr>
          <p:spPr>
            <a:xfrm>
              <a:off x="2215353"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7" name="Cube 526"/>
            <p:cNvSpPr/>
            <p:nvPr/>
          </p:nvSpPr>
          <p:spPr>
            <a:xfrm>
              <a:off x="2533532"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8" name="Cube 527"/>
            <p:cNvSpPr/>
            <p:nvPr/>
          </p:nvSpPr>
          <p:spPr>
            <a:xfrm>
              <a:off x="2851710"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9" name="Cube 528"/>
            <p:cNvSpPr/>
            <p:nvPr/>
          </p:nvSpPr>
          <p:spPr>
            <a:xfrm>
              <a:off x="3169888"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0" name="Cube 529"/>
            <p:cNvSpPr/>
            <p:nvPr/>
          </p:nvSpPr>
          <p:spPr>
            <a:xfrm>
              <a:off x="942640"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1" name="Cube 530"/>
            <p:cNvSpPr/>
            <p:nvPr/>
          </p:nvSpPr>
          <p:spPr>
            <a:xfrm>
              <a:off x="1260818"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2" name="Cube 531"/>
            <p:cNvSpPr/>
            <p:nvPr/>
          </p:nvSpPr>
          <p:spPr>
            <a:xfrm>
              <a:off x="1578997"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3" name="Cube 532"/>
            <p:cNvSpPr/>
            <p:nvPr/>
          </p:nvSpPr>
          <p:spPr>
            <a:xfrm>
              <a:off x="1897175"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4" name="Cube 533"/>
            <p:cNvSpPr/>
            <p:nvPr/>
          </p:nvSpPr>
          <p:spPr>
            <a:xfrm>
              <a:off x="2215353"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5" name="Cube 534"/>
            <p:cNvSpPr/>
            <p:nvPr/>
          </p:nvSpPr>
          <p:spPr>
            <a:xfrm>
              <a:off x="2533532"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6" name="Cube 535"/>
            <p:cNvSpPr/>
            <p:nvPr/>
          </p:nvSpPr>
          <p:spPr>
            <a:xfrm>
              <a:off x="2851710"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7" name="Cube 536"/>
            <p:cNvSpPr/>
            <p:nvPr/>
          </p:nvSpPr>
          <p:spPr>
            <a:xfrm>
              <a:off x="3169888"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8" name="Cube 537"/>
            <p:cNvSpPr/>
            <p:nvPr/>
          </p:nvSpPr>
          <p:spPr>
            <a:xfrm>
              <a:off x="942640"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9" name="Cube 538"/>
            <p:cNvSpPr/>
            <p:nvPr/>
          </p:nvSpPr>
          <p:spPr>
            <a:xfrm>
              <a:off x="1260818"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0" name="Cube 539"/>
            <p:cNvSpPr/>
            <p:nvPr/>
          </p:nvSpPr>
          <p:spPr>
            <a:xfrm>
              <a:off x="1578997"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1" name="Cube 540"/>
            <p:cNvSpPr/>
            <p:nvPr/>
          </p:nvSpPr>
          <p:spPr>
            <a:xfrm>
              <a:off x="1897175"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2" name="Cube 541"/>
            <p:cNvSpPr/>
            <p:nvPr/>
          </p:nvSpPr>
          <p:spPr>
            <a:xfrm>
              <a:off x="2215353"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3" name="Cube 542"/>
            <p:cNvSpPr/>
            <p:nvPr/>
          </p:nvSpPr>
          <p:spPr>
            <a:xfrm>
              <a:off x="2533532"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4" name="Cube 543"/>
            <p:cNvSpPr/>
            <p:nvPr/>
          </p:nvSpPr>
          <p:spPr>
            <a:xfrm>
              <a:off x="2851710"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5" name="Cube 544"/>
            <p:cNvSpPr/>
            <p:nvPr/>
          </p:nvSpPr>
          <p:spPr>
            <a:xfrm>
              <a:off x="3169888"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6" name="Cube 545"/>
            <p:cNvSpPr/>
            <p:nvPr/>
          </p:nvSpPr>
          <p:spPr>
            <a:xfrm>
              <a:off x="942640"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7" name="Cube 546"/>
            <p:cNvSpPr/>
            <p:nvPr/>
          </p:nvSpPr>
          <p:spPr>
            <a:xfrm>
              <a:off x="1260818"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8" name="Cube 547"/>
            <p:cNvSpPr/>
            <p:nvPr/>
          </p:nvSpPr>
          <p:spPr>
            <a:xfrm>
              <a:off x="1578997"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9" name="Cube 548"/>
            <p:cNvSpPr/>
            <p:nvPr/>
          </p:nvSpPr>
          <p:spPr>
            <a:xfrm>
              <a:off x="1897175"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0" name="Cube 549"/>
            <p:cNvSpPr/>
            <p:nvPr/>
          </p:nvSpPr>
          <p:spPr>
            <a:xfrm>
              <a:off x="2215353"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1" name="Cube 550"/>
            <p:cNvSpPr/>
            <p:nvPr/>
          </p:nvSpPr>
          <p:spPr>
            <a:xfrm>
              <a:off x="2533532"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2" name="Cube 551"/>
            <p:cNvSpPr/>
            <p:nvPr/>
          </p:nvSpPr>
          <p:spPr>
            <a:xfrm>
              <a:off x="2851710"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3" name="Cube 552"/>
            <p:cNvSpPr/>
            <p:nvPr/>
          </p:nvSpPr>
          <p:spPr>
            <a:xfrm>
              <a:off x="3169888"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4" name="Cube 553"/>
            <p:cNvSpPr/>
            <p:nvPr/>
          </p:nvSpPr>
          <p:spPr>
            <a:xfrm>
              <a:off x="942640"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5" name="Cube 554"/>
            <p:cNvSpPr/>
            <p:nvPr/>
          </p:nvSpPr>
          <p:spPr>
            <a:xfrm>
              <a:off x="1260818"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6" name="Cube 555"/>
            <p:cNvSpPr/>
            <p:nvPr/>
          </p:nvSpPr>
          <p:spPr>
            <a:xfrm>
              <a:off x="1578997"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7" name="Cube 556"/>
            <p:cNvSpPr/>
            <p:nvPr/>
          </p:nvSpPr>
          <p:spPr>
            <a:xfrm>
              <a:off x="1897175"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8" name="Cube 557"/>
            <p:cNvSpPr/>
            <p:nvPr/>
          </p:nvSpPr>
          <p:spPr>
            <a:xfrm>
              <a:off x="2215353"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9" name="Cube 558"/>
            <p:cNvSpPr/>
            <p:nvPr/>
          </p:nvSpPr>
          <p:spPr>
            <a:xfrm>
              <a:off x="2533532"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0" name="Cube 559"/>
            <p:cNvSpPr/>
            <p:nvPr/>
          </p:nvSpPr>
          <p:spPr>
            <a:xfrm>
              <a:off x="2851710"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1" name="Cube 560"/>
            <p:cNvSpPr/>
            <p:nvPr/>
          </p:nvSpPr>
          <p:spPr>
            <a:xfrm>
              <a:off x="3169888"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2" name="Cube 561"/>
            <p:cNvSpPr/>
            <p:nvPr/>
          </p:nvSpPr>
          <p:spPr>
            <a:xfrm>
              <a:off x="942640"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3" name="Cube 562"/>
            <p:cNvSpPr/>
            <p:nvPr/>
          </p:nvSpPr>
          <p:spPr>
            <a:xfrm>
              <a:off x="1260818"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4" name="Cube 563"/>
            <p:cNvSpPr/>
            <p:nvPr/>
          </p:nvSpPr>
          <p:spPr>
            <a:xfrm>
              <a:off x="1578997"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5" name="Cube 564"/>
            <p:cNvSpPr/>
            <p:nvPr/>
          </p:nvSpPr>
          <p:spPr>
            <a:xfrm>
              <a:off x="1897175"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6" name="Cube 565"/>
            <p:cNvSpPr/>
            <p:nvPr/>
          </p:nvSpPr>
          <p:spPr>
            <a:xfrm>
              <a:off x="2215353"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7" name="Cube 566"/>
            <p:cNvSpPr/>
            <p:nvPr/>
          </p:nvSpPr>
          <p:spPr>
            <a:xfrm>
              <a:off x="2533532"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8" name="Cube 567"/>
            <p:cNvSpPr/>
            <p:nvPr/>
          </p:nvSpPr>
          <p:spPr>
            <a:xfrm>
              <a:off x="2851710"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9" name="Cube 568"/>
            <p:cNvSpPr/>
            <p:nvPr/>
          </p:nvSpPr>
          <p:spPr>
            <a:xfrm>
              <a:off x="3169888"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0" name="Cube 569"/>
            <p:cNvSpPr/>
            <p:nvPr/>
          </p:nvSpPr>
          <p:spPr>
            <a:xfrm>
              <a:off x="942640"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1" name="Cube 570"/>
            <p:cNvSpPr/>
            <p:nvPr/>
          </p:nvSpPr>
          <p:spPr>
            <a:xfrm>
              <a:off x="1260818"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2" name="Cube 571"/>
            <p:cNvSpPr/>
            <p:nvPr/>
          </p:nvSpPr>
          <p:spPr>
            <a:xfrm>
              <a:off x="1578997"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3" name="Cube 572"/>
            <p:cNvSpPr/>
            <p:nvPr/>
          </p:nvSpPr>
          <p:spPr>
            <a:xfrm>
              <a:off x="1897175"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4" name="Cube 573"/>
            <p:cNvSpPr/>
            <p:nvPr/>
          </p:nvSpPr>
          <p:spPr>
            <a:xfrm>
              <a:off x="2215353"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5" name="Cube 574"/>
            <p:cNvSpPr/>
            <p:nvPr/>
          </p:nvSpPr>
          <p:spPr>
            <a:xfrm>
              <a:off x="2533532"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6" name="Cube 575"/>
            <p:cNvSpPr/>
            <p:nvPr/>
          </p:nvSpPr>
          <p:spPr>
            <a:xfrm>
              <a:off x="2851710"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7" name="Cube 576"/>
            <p:cNvSpPr/>
            <p:nvPr/>
          </p:nvSpPr>
          <p:spPr>
            <a:xfrm>
              <a:off x="3169888"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8" name="Cube 577"/>
            <p:cNvSpPr/>
            <p:nvPr/>
          </p:nvSpPr>
          <p:spPr>
            <a:xfrm>
              <a:off x="942640"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9" name="Cube 578"/>
            <p:cNvSpPr/>
            <p:nvPr/>
          </p:nvSpPr>
          <p:spPr>
            <a:xfrm>
              <a:off x="1260818"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0" name="Cube 579"/>
            <p:cNvSpPr/>
            <p:nvPr/>
          </p:nvSpPr>
          <p:spPr>
            <a:xfrm>
              <a:off x="1578997" y="29364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1" name="Cube 580"/>
            <p:cNvSpPr/>
            <p:nvPr/>
          </p:nvSpPr>
          <p:spPr>
            <a:xfrm>
              <a:off x="1897175"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2" name="Cube 581"/>
            <p:cNvSpPr/>
            <p:nvPr/>
          </p:nvSpPr>
          <p:spPr>
            <a:xfrm>
              <a:off x="2215353"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3" name="Cube 582"/>
            <p:cNvSpPr/>
            <p:nvPr/>
          </p:nvSpPr>
          <p:spPr>
            <a:xfrm>
              <a:off x="2533532"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4" name="Cube 583"/>
            <p:cNvSpPr/>
            <p:nvPr/>
          </p:nvSpPr>
          <p:spPr>
            <a:xfrm>
              <a:off x="2851710"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5" name="Cube 584"/>
            <p:cNvSpPr/>
            <p:nvPr/>
          </p:nvSpPr>
          <p:spPr>
            <a:xfrm>
              <a:off x="3169888"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6" name="Cube 585"/>
            <p:cNvSpPr/>
            <p:nvPr/>
          </p:nvSpPr>
          <p:spPr>
            <a:xfrm>
              <a:off x="808374"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7" name="Cube 586"/>
            <p:cNvSpPr/>
            <p:nvPr/>
          </p:nvSpPr>
          <p:spPr>
            <a:xfrm>
              <a:off x="1126552"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8" name="Cube 587"/>
            <p:cNvSpPr/>
            <p:nvPr/>
          </p:nvSpPr>
          <p:spPr>
            <a:xfrm>
              <a:off x="1444731"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9" name="Cube 588"/>
            <p:cNvSpPr/>
            <p:nvPr/>
          </p:nvSpPr>
          <p:spPr>
            <a:xfrm>
              <a:off x="1762909"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0" name="Cube 589"/>
            <p:cNvSpPr/>
            <p:nvPr/>
          </p:nvSpPr>
          <p:spPr>
            <a:xfrm>
              <a:off x="2081087"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1" name="Cube 590"/>
            <p:cNvSpPr/>
            <p:nvPr/>
          </p:nvSpPr>
          <p:spPr>
            <a:xfrm>
              <a:off x="2399266"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2" name="Cube 591"/>
            <p:cNvSpPr/>
            <p:nvPr/>
          </p:nvSpPr>
          <p:spPr>
            <a:xfrm>
              <a:off x="2717444"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3" name="Cube 592"/>
            <p:cNvSpPr/>
            <p:nvPr/>
          </p:nvSpPr>
          <p:spPr>
            <a:xfrm>
              <a:off x="3035622"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4" name="Cube 593"/>
            <p:cNvSpPr/>
            <p:nvPr/>
          </p:nvSpPr>
          <p:spPr>
            <a:xfrm>
              <a:off x="808374"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5" name="Cube 594"/>
            <p:cNvSpPr/>
            <p:nvPr/>
          </p:nvSpPr>
          <p:spPr>
            <a:xfrm>
              <a:off x="1126552"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6" name="Cube 595"/>
            <p:cNvSpPr/>
            <p:nvPr/>
          </p:nvSpPr>
          <p:spPr>
            <a:xfrm>
              <a:off x="1444731"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7" name="Cube 596"/>
            <p:cNvSpPr/>
            <p:nvPr/>
          </p:nvSpPr>
          <p:spPr>
            <a:xfrm>
              <a:off x="1762909"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8" name="Cube 597"/>
            <p:cNvSpPr/>
            <p:nvPr/>
          </p:nvSpPr>
          <p:spPr>
            <a:xfrm>
              <a:off x="2081087"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9" name="Cube 598"/>
            <p:cNvSpPr/>
            <p:nvPr/>
          </p:nvSpPr>
          <p:spPr>
            <a:xfrm>
              <a:off x="2399266"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0" name="Cube 599"/>
            <p:cNvSpPr/>
            <p:nvPr/>
          </p:nvSpPr>
          <p:spPr>
            <a:xfrm>
              <a:off x="2717444"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1" name="Cube 600"/>
            <p:cNvSpPr/>
            <p:nvPr/>
          </p:nvSpPr>
          <p:spPr>
            <a:xfrm>
              <a:off x="3035622"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2" name="Cube 601"/>
            <p:cNvSpPr/>
            <p:nvPr/>
          </p:nvSpPr>
          <p:spPr>
            <a:xfrm>
              <a:off x="808374"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3" name="Cube 602"/>
            <p:cNvSpPr/>
            <p:nvPr/>
          </p:nvSpPr>
          <p:spPr>
            <a:xfrm>
              <a:off x="1126552"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4" name="Cube 603"/>
            <p:cNvSpPr/>
            <p:nvPr/>
          </p:nvSpPr>
          <p:spPr>
            <a:xfrm>
              <a:off x="1444731"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5" name="Cube 604"/>
            <p:cNvSpPr/>
            <p:nvPr/>
          </p:nvSpPr>
          <p:spPr>
            <a:xfrm>
              <a:off x="1762909"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6" name="Cube 605"/>
            <p:cNvSpPr/>
            <p:nvPr/>
          </p:nvSpPr>
          <p:spPr>
            <a:xfrm>
              <a:off x="2081087"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7" name="Cube 606"/>
            <p:cNvSpPr/>
            <p:nvPr/>
          </p:nvSpPr>
          <p:spPr>
            <a:xfrm>
              <a:off x="2399266"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8" name="Cube 607"/>
            <p:cNvSpPr/>
            <p:nvPr/>
          </p:nvSpPr>
          <p:spPr>
            <a:xfrm>
              <a:off x="2717444"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9" name="Cube 608"/>
            <p:cNvSpPr/>
            <p:nvPr/>
          </p:nvSpPr>
          <p:spPr>
            <a:xfrm>
              <a:off x="3035622"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0" name="Cube 609"/>
            <p:cNvSpPr/>
            <p:nvPr/>
          </p:nvSpPr>
          <p:spPr>
            <a:xfrm>
              <a:off x="808374"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1" name="Cube 610"/>
            <p:cNvSpPr/>
            <p:nvPr/>
          </p:nvSpPr>
          <p:spPr>
            <a:xfrm>
              <a:off x="1126552"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2" name="Cube 611"/>
            <p:cNvSpPr/>
            <p:nvPr/>
          </p:nvSpPr>
          <p:spPr>
            <a:xfrm>
              <a:off x="1444731" y="440600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3" name="Cube 612"/>
            <p:cNvSpPr/>
            <p:nvPr/>
          </p:nvSpPr>
          <p:spPr>
            <a:xfrm>
              <a:off x="1762909"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4" name="Cube 613"/>
            <p:cNvSpPr/>
            <p:nvPr/>
          </p:nvSpPr>
          <p:spPr>
            <a:xfrm>
              <a:off x="2081087"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5" name="Cube 614"/>
            <p:cNvSpPr/>
            <p:nvPr/>
          </p:nvSpPr>
          <p:spPr>
            <a:xfrm>
              <a:off x="2399266"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6" name="Cube 615"/>
            <p:cNvSpPr/>
            <p:nvPr/>
          </p:nvSpPr>
          <p:spPr>
            <a:xfrm>
              <a:off x="2717444"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7" name="Cube 616"/>
            <p:cNvSpPr/>
            <p:nvPr/>
          </p:nvSpPr>
          <p:spPr>
            <a:xfrm>
              <a:off x="3035622"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8" name="Cube 617"/>
            <p:cNvSpPr/>
            <p:nvPr/>
          </p:nvSpPr>
          <p:spPr>
            <a:xfrm>
              <a:off x="808374" y="406834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9" name="Cube 618"/>
            <p:cNvSpPr/>
            <p:nvPr/>
          </p:nvSpPr>
          <p:spPr>
            <a:xfrm>
              <a:off x="1126552" y="406834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0" name="Cube 619"/>
            <p:cNvSpPr/>
            <p:nvPr/>
          </p:nvSpPr>
          <p:spPr>
            <a:xfrm>
              <a:off x="1444731" y="406834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1" name="Cube 620"/>
            <p:cNvSpPr/>
            <p:nvPr/>
          </p:nvSpPr>
          <p:spPr>
            <a:xfrm>
              <a:off x="1762909" y="406834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2" name="Cube 621"/>
            <p:cNvSpPr/>
            <p:nvPr/>
          </p:nvSpPr>
          <p:spPr>
            <a:xfrm>
              <a:off x="2081087" y="406834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3" name="Cube 622"/>
            <p:cNvSpPr/>
            <p:nvPr/>
          </p:nvSpPr>
          <p:spPr>
            <a:xfrm>
              <a:off x="2399266" y="406834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4" name="Cube 623"/>
            <p:cNvSpPr/>
            <p:nvPr/>
          </p:nvSpPr>
          <p:spPr>
            <a:xfrm>
              <a:off x="2717444" y="406834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5" name="Cube 624"/>
            <p:cNvSpPr/>
            <p:nvPr/>
          </p:nvSpPr>
          <p:spPr>
            <a:xfrm>
              <a:off x="3035622" y="406834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6" name="Cube 625"/>
            <p:cNvSpPr/>
            <p:nvPr/>
          </p:nvSpPr>
          <p:spPr>
            <a:xfrm>
              <a:off x="808374"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7" name="Cube 626"/>
            <p:cNvSpPr/>
            <p:nvPr/>
          </p:nvSpPr>
          <p:spPr>
            <a:xfrm>
              <a:off x="1126552"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8" name="Cube 627"/>
            <p:cNvSpPr/>
            <p:nvPr/>
          </p:nvSpPr>
          <p:spPr>
            <a:xfrm>
              <a:off x="1444731" y="373069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9" name="Cube 628"/>
            <p:cNvSpPr/>
            <p:nvPr/>
          </p:nvSpPr>
          <p:spPr>
            <a:xfrm>
              <a:off x="1762909"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0" name="Cube 629"/>
            <p:cNvSpPr/>
            <p:nvPr/>
          </p:nvSpPr>
          <p:spPr>
            <a:xfrm>
              <a:off x="2081087"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1" name="Cube 630"/>
            <p:cNvSpPr/>
            <p:nvPr/>
          </p:nvSpPr>
          <p:spPr>
            <a:xfrm>
              <a:off x="2399266"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2" name="Cube 631"/>
            <p:cNvSpPr/>
            <p:nvPr/>
          </p:nvSpPr>
          <p:spPr>
            <a:xfrm>
              <a:off x="2717444"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3" name="Cube 632"/>
            <p:cNvSpPr/>
            <p:nvPr/>
          </p:nvSpPr>
          <p:spPr>
            <a:xfrm>
              <a:off x="3035622"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4" name="Cube 633"/>
            <p:cNvSpPr/>
            <p:nvPr/>
          </p:nvSpPr>
          <p:spPr>
            <a:xfrm>
              <a:off x="808374"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5" name="Cube 634"/>
            <p:cNvSpPr/>
            <p:nvPr/>
          </p:nvSpPr>
          <p:spPr>
            <a:xfrm>
              <a:off x="1126552"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6" name="Cube 635"/>
            <p:cNvSpPr/>
            <p:nvPr/>
          </p:nvSpPr>
          <p:spPr>
            <a:xfrm>
              <a:off x="1444731"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7" name="Cube 636"/>
            <p:cNvSpPr/>
            <p:nvPr/>
          </p:nvSpPr>
          <p:spPr>
            <a:xfrm>
              <a:off x="1762909"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8" name="Cube 637"/>
            <p:cNvSpPr/>
            <p:nvPr/>
          </p:nvSpPr>
          <p:spPr>
            <a:xfrm>
              <a:off x="2081087"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9" name="Cube 638"/>
            <p:cNvSpPr/>
            <p:nvPr/>
          </p:nvSpPr>
          <p:spPr>
            <a:xfrm>
              <a:off x="2399266"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0" name="Cube 639"/>
            <p:cNvSpPr/>
            <p:nvPr/>
          </p:nvSpPr>
          <p:spPr>
            <a:xfrm>
              <a:off x="2717444"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1" name="Cube 640"/>
            <p:cNvSpPr/>
            <p:nvPr/>
          </p:nvSpPr>
          <p:spPr>
            <a:xfrm>
              <a:off x="3035622"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2" name="Cube 641"/>
            <p:cNvSpPr/>
            <p:nvPr/>
          </p:nvSpPr>
          <p:spPr>
            <a:xfrm>
              <a:off x="808374"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3" name="Cube 642"/>
            <p:cNvSpPr/>
            <p:nvPr/>
          </p:nvSpPr>
          <p:spPr>
            <a:xfrm>
              <a:off x="1126552"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4" name="Cube 643"/>
            <p:cNvSpPr/>
            <p:nvPr/>
          </p:nvSpPr>
          <p:spPr>
            <a:xfrm>
              <a:off x="1444731"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5" name="Cube 644"/>
            <p:cNvSpPr/>
            <p:nvPr/>
          </p:nvSpPr>
          <p:spPr>
            <a:xfrm>
              <a:off x="1762909"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6" name="Cube 645"/>
            <p:cNvSpPr/>
            <p:nvPr/>
          </p:nvSpPr>
          <p:spPr>
            <a:xfrm>
              <a:off x="2081087"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7" name="Cube 646"/>
            <p:cNvSpPr/>
            <p:nvPr/>
          </p:nvSpPr>
          <p:spPr>
            <a:xfrm>
              <a:off x="2399266"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8" name="Cube 647"/>
            <p:cNvSpPr/>
            <p:nvPr/>
          </p:nvSpPr>
          <p:spPr>
            <a:xfrm>
              <a:off x="2717444"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9" name="Cube 648"/>
            <p:cNvSpPr/>
            <p:nvPr/>
          </p:nvSpPr>
          <p:spPr>
            <a:xfrm>
              <a:off x="3035622"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650" name="Group 649"/>
          <p:cNvGrpSpPr/>
          <p:nvPr/>
        </p:nvGrpSpPr>
        <p:grpSpPr>
          <a:xfrm>
            <a:off x="5779909" y="3066172"/>
            <a:ext cx="2992790" cy="3017520"/>
            <a:chOff x="5404022" y="1930991"/>
            <a:chExt cx="3533056" cy="3562249"/>
          </a:xfrm>
          <a:solidFill>
            <a:schemeClr val="bg1"/>
          </a:solidFill>
        </p:grpSpPr>
        <p:sp>
          <p:nvSpPr>
            <p:cNvPr id="651" name="Cube 650"/>
            <p:cNvSpPr/>
            <p:nvPr/>
          </p:nvSpPr>
          <p:spPr>
            <a:xfrm>
              <a:off x="6343887"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2" name="Cube 651"/>
            <p:cNvSpPr/>
            <p:nvPr/>
          </p:nvSpPr>
          <p:spPr>
            <a:xfrm>
              <a:off x="6662065"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3" name="Cube 652"/>
            <p:cNvSpPr/>
            <p:nvPr/>
          </p:nvSpPr>
          <p:spPr>
            <a:xfrm>
              <a:off x="6980244"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4" name="Cube 653"/>
            <p:cNvSpPr/>
            <p:nvPr/>
          </p:nvSpPr>
          <p:spPr>
            <a:xfrm>
              <a:off x="7298422"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5" name="Cube 654"/>
            <p:cNvSpPr/>
            <p:nvPr/>
          </p:nvSpPr>
          <p:spPr>
            <a:xfrm>
              <a:off x="7616600"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6" name="Cube 655"/>
            <p:cNvSpPr/>
            <p:nvPr/>
          </p:nvSpPr>
          <p:spPr>
            <a:xfrm>
              <a:off x="7934779"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7" name="Cube 656"/>
            <p:cNvSpPr/>
            <p:nvPr/>
          </p:nvSpPr>
          <p:spPr>
            <a:xfrm>
              <a:off x="8252957"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8" name="Cube 657"/>
            <p:cNvSpPr/>
            <p:nvPr/>
          </p:nvSpPr>
          <p:spPr>
            <a:xfrm>
              <a:off x="8571135"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9" name="Cube 658"/>
            <p:cNvSpPr/>
            <p:nvPr/>
          </p:nvSpPr>
          <p:spPr>
            <a:xfrm>
              <a:off x="6343887"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0" name="Cube 659"/>
            <p:cNvSpPr/>
            <p:nvPr/>
          </p:nvSpPr>
          <p:spPr>
            <a:xfrm>
              <a:off x="6662065"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1" name="Cube 660"/>
            <p:cNvSpPr/>
            <p:nvPr/>
          </p:nvSpPr>
          <p:spPr>
            <a:xfrm>
              <a:off x="6980244"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2" name="Cube 661"/>
            <p:cNvSpPr/>
            <p:nvPr/>
          </p:nvSpPr>
          <p:spPr>
            <a:xfrm>
              <a:off x="7298422"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3" name="Cube 662"/>
            <p:cNvSpPr/>
            <p:nvPr/>
          </p:nvSpPr>
          <p:spPr>
            <a:xfrm>
              <a:off x="7616600"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4" name="Cube 663"/>
            <p:cNvSpPr/>
            <p:nvPr/>
          </p:nvSpPr>
          <p:spPr>
            <a:xfrm>
              <a:off x="7934779"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5" name="Cube 664"/>
            <p:cNvSpPr/>
            <p:nvPr/>
          </p:nvSpPr>
          <p:spPr>
            <a:xfrm>
              <a:off x="8252957"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6" name="Cube 665"/>
            <p:cNvSpPr/>
            <p:nvPr/>
          </p:nvSpPr>
          <p:spPr>
            <a:xfrm>
              <a:off x="8571135"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7" name="Cube 666"/>
            <p:cNvSpPr/>
            <p:nvPr/>
          </p:nvSpPr>
          <p:spPr>
            <a:xfrm>
              <a:off x="6343887"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8" name="Cube 667"/>
            <p:cNvSpPr/>
            <p:nvPr/>
          </p:nvSpPr>
          <p:spPr>
            <a:xfrm>
              <a:off x="6662065"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9" name="Cube 668"/>
            <p:cNvSpPr/>
            <p:nvPr/>
          </p:nvSpPr>
          <p:spPr>
            <a:xfrm>
              <a:off x="6980244"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0" name="Cube 669"/>
            <p:cNvSpPr/>
            <p:nvPr/>
          </p:nvSpPr>
          <p:spPr>
            <a:xfrm>
              <a:off x="7298422"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1" name="Cube 670"/>
            <p:cNvSpPr/>
            <p:nvPr/>
          </p:nvSpPr>
          <p:spPr>
            <a:xfrm>
              <a:off x="7616600"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2" name="Cube 671"/>
            <p:cNvSpPr/>
            <p:nvPr/>
          </p:nvSpPr>
          <p:spPr>
            <a:xfrm>
              <a:off x="7934779"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3" name="Cube 672"/>
            <p:cNvSpPr/>
            <p:nvPr/>
          </p:nvSpPr>
          <p:spPr>
            <a:xfrm>
              <a:off x="8252957"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4" name="Cube 673"/>
            <p:cNvSpPr/>
            <p:nvPr/>
          </p:nvSpPr>
          <p:spPr>
            <a:xfrm>
              <a:off x="8571135"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5" name="Cube 674"/>
            <p:cNvSpPr/>
            <p:nvPr/>
          </p:nvSpPr>
          <p:spPr>
            <a:xfrm>
              <a:off x="6343887"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6" name="Cube 675"/>
            <p:cNvSpPr/>
            <p:nvPr/>
          </p:nvSpPr>
          <p:spPr>
            <a:xfrm>
              <a:off x="6662065"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7" name="Cube 676"/>
            <p:cNvSpPr/>
            <p:nvPr/>
          </p:nvSpPr>
          <p:spPr>
            <a:xfrm>
              <a:off x="6980244"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8" name="Cube 677"/>
            <p:cNvSpPr/>
            <p:nvPr/>
          </p:nvSpPr>
          <p:spPr>
            <a:xfrm>
              <a:off x="7298422"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9" name="Cube 678"/>
            <p:cNvSpPr/>
            <p:nvPr/>
          </p:nvSpPr>
          <p:spPr>
            <a:xfrm>
              <a:off x="7616600"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0" name="Cube 679"/>
            <p:cNvSpPr/>
            <p:nvPr/>
          </p:nvSpPr>
          <p:spPr>
            <a:xfrm>
              <a:off x="7934779"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1" name="Cube 680"/>
            <p:cNvSpPr/>
            <p:nvPr/>
          </p:nvSpPr>
          <p:spPr>
            <a:xfrm>
              <a:off x="8252957"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2" name="Cube 681"/>
            <p:cNvSpPr/>
            <p:nvPr/>
          </p:nvSpPr>
          <p:spPr>
            <a:xfrm>
              <a:off x="8571135"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3" name="Cube 682"/>
            <p:cNvSpPr/>
            <p:nvPr/>
          </p:nvSpPr>
          <p:spPr>
            <a:xfrm>
              <a:off x="6343887"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4" name="Cube 683"/>
            <p:cNvSpPr/>
            <p:nvPr/>
          </p:nvSpPr>
          <p:spPr>
            <a:xfrm>
              <a:off x="6662065"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5" name="Cube 684"/>
            <p:cNvSpPr/>
            <p:nvPr/>
          </p:nvSpPr>
          <p:spPr>
            <a:xfrm>
              <a:off x="6980244"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6" name="Cube 685"/>
            <p:cNvSpPr/>
            <p:nvPr/>
          </p:nvSpPr>
          <p:spPr>
            <a:xfrm>
              <a:off x="7298422"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7" name="Cube 686"/>
            <p:cNvSpPr/>
            <p:nvPr/>
          </p:nvSpPr>
          <p:spPr>
            <a:xfrm>
              <a:off x="7616600"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8" name="Cube 687"/>
            <p:cNvSpPr/>
            <p:nvPr/>
          </p:nvSpPr>
          <p:spPr>
            <a:xfrm>
              <a:off x="7934779"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9" name="Cube 688"/>
            <p:cNvSpPr/>
            <p:nvPr/>
          </p:nvSpPr>
          <p:spPr>
            <a:xfrm>
              <a:off x="8252957"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0" name="Cube 689"/>
            <p:cNvSpPr/>
            <p:nvPr/>
          </p:nvSpPr>
          <p:spPr>
            <a:xfrm>
              <a:off x="8571135"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1" name="Cube 690"/>
            <p:cNvSpPr/>
            <p:nvPr/>
          </p:nvSpPr>
          <p:spPr>
            <a:xfrm>
              <a:off x="6343887"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2" name="Cube 691"/>
            <p:cNvSpPr/>
            <p:nvPr/>
          </p:nvSpPr>
          <p:spPr>
            <a:xfrm>
              <a:off x="6662065"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3" name="Cube 692"/>
            <p:cNvSpPr/>
            <p:nvPr/>
          </p:nvSpPr>
          <p:spPr>
            <a:xfrm>
              <a:off x="6980244"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4" name="Cube 693"/>
            <p:cNvSpPr/>
            <p:nvPr/>
          </p:nvSpPr>
          <p:spPr>
            <a:xfrm>
              <a:off x="7298422"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5" name="Cube 694"/>
            <p:cNvSpPr/>
            <p:nvPr/>
          </p:nvSpPr>
          <p:spPr>
            <a:xfrm>
              <a:off x="7616600"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6" name="Cube 695"/>
            <p:cNvSpPr/>
            <p:nvPr/>
          </p:nvSpPr>
          <p:spPr>
            <a:xfrm>
              <a:off x="7934779"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7" name="Cube 696"/>
            <p:cNvSpPr/>
            <p:nvPr/>
          </p:nvSpPr>
          <p:spPr>
            <a:xfrm>
              <a:off x="8252957"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8" name="Cube 697"/>
            <p:cNvSpPr/>
            <p:nvPr/>
          </p:nvSpPr>
          <p:spPr>
            <a:xfrm>
              <a:off x="8571135"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9" name="Cube 698"/>
            <p:cNvSpPr/>
            <p:nvPr/>
          </p:nvSpPr>
          <p:spPr>
            <a:xfrm>
              <a:off x="6343887"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0" name="Cube 699"/>
            <p:cNvSpPr/>
            <p:nvPr/>
          </p:nvSpPr>
          <p:spPr>
            <a:xfrm>
              <a:off x="6662065"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1" name="Cube 700"/>
            <p:cNvSpPr/>
            <p:nvPr/>
          </p:nvSpPr>
          <p:spPr>
            <a:xfrm>
              <a:off x="6980244"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2" name="Cube 701"/>
            <p:cNvSpPr/>
            <p:nvPr/>
          </p:nvSpPr>
          <p:spPr>
            <a:xfrm>
              <a:off x="7298422"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3" name="Cube 702"/>
            <p:cNvSpPr/>
            <p:nvPr/>
          </p:nvSpPr>
          <p:spPr>
            <a:xfrm>
              <a:off x="7616600"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4" name="Cube 703"/>
            <p:cNvSpPr/>
            <p:nvPr/>
          </p:nvSpPr>
          <p:spPr>
            <a:xfrm>
              <a:off x="7934779"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5" name="Cube 704"/>
            <p:cNvSpPr/>
            <p:nvPr/>
          </p:nvSpPr>
          <p:spPr>
            <a:xfrm>
              <a:off x="8252957"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6" name="Cube 705"/>
            <p:cNvSpPr/>
            <p:nvPr/>
          </p:nvSpPr>
          <p:spPr>
            <a:xfrm>
              <a:off x="8571135"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7" name="Cube 706"/>
            <p:cNvSpPr/>
            <p:nvPr/>
          </p:nvSpPr>
          <p:spPr>
            <a:xfrm>
              <a:off x="6343887"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8" name="Cube 707"/>
            <p:cNvSpPr/>
            <p:nvPr/>
          </p:nvSpPr>
          <p:spPr>
            <a:xfrm>
              <a:off x="6662065"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9" name="Cube 708"/>
            <p:cNvSpPr/>
            <p:nvPr/>
          </p:nvSpPr>
          <p:spPr>
            <a:xfrm>
              <a:off x="6980244"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0" name="Cube 709"/>
            <p:cNvSpPr/>
            <p:nvPr/>
          </p:nvSpPr>
          <p:spPr>
            <a:xfrm>
              <a:off x="7298422"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1" name="Cube 710"/>
            <p:cNvSpPr/>
            <p:nvPr/>
          </p:nvSpPr>
          <p:spPr>
            <a:xfrm>
              <a:off x="7616600"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2" name="Cube 711"/>
            <p:cNvSpPr/>
            <p:nvPr/>
          </p:nvSpPr>
          <p:spPr>
            <a:xfrm>
              <a:off x="7934779"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3" name="Cube 712"/>
            <p:cNvSpPr/>
            <p:nvPr/>
          </p:nvSpPr>
          <p:spPr>
            <a:xfrm>
              <a:off x="8252957"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4" name="Cube 713"/>
            <p:cNvSpPr/>
            <p:nvPr/>
          </p:nvSpPr>
          <p:spPr>
            <a:xfrm>
              <a:off x="8571135"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5" name="Cube 714"/>
            <p:cNvSpPr/>
            <p:nvPr/>
          </p:nvSpPr>
          <p:spPr>
            <a:xfrm>
              <a:off x="6209618"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6" name="Cube 715"/>
            <p:cNvSpPr/>
            <p:nvPr/>
          </p:nvSpPr>
          <p:spPr>
            <a:xfrm>
              <a:off x="6527796"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7" name="Cube 716"/>
            <p:cNvSpPr/>
            <p:nvPr/>
          </p:nvSpPr>
          <p:spPr>
            <a:xfrm>
              <a:off x="6845975"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8" name="Cube 717"/>
            <p:cNvSpPr/>
            <p:nvPr/>
          </p:nvSpPr>
          <p:spPr>
            <a:xfrm>
              <a:off x="7164153"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9" name="Cube 718"/>
            <p:cNvSpPr/>
            <p:nvPr/>
          </p:nvSpPr>
          <p:spPr>
            <a:xfrm>
              <a:off x="7482331"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0" name="Cube 719"/>
            <p:cNvSpPr/>
            <p:nvPr/>
          </p:nvSpPr>
          <p:spPr>
            <a:xfrm>
              <a:off x="7800510"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1" name="Cube 720"/>
            <p:cNvSpPr/>
            <p:nvPr/>
          </p:nvSpPr>
          <p:spPr>
            <a:xfrm>
              <a:off x="8118688"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2" name="Cube 721"/>
            <p:cNvSpPr/>
            <p:nvPr/>
          </p:nvSpPr>
          <p:spPr>
            <a:xfrm>
              <a:off x="8436866"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3" name="Cube 722"/>
            <p:cNvSpPr/>
            <p:nvPr/>
          </p:nvSpPr>
          <p:spPr>
            <a:xfrm>
              <a:off x="6209618"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4" name="Cube 723"/>
            <p:cNvSpPr/>
            <p:nvPr/>
          </p:nvSpPr>
          <p:spPr>
            <a:xfrm>
              <a:off x="6527796"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5" name="Cube 724"/>
            <p:cNvSpPr/>
            <p:nvPr/>
          </p:nvSpPr>
          <p:spPr>
            <a:xfrm>
              <a:off x="6845975"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6" name="Cube 725"/>
            <p:cNvSpPr/>
            <p:nvPr/>
          </p:nvSpPr>
          <p:spPr>
            <a:xfrm>
              <a:off x="7164153"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7" name="Cube 726"/>
            <p:cNvSpPr/>
            <p:nvPr/>
          </p:nvSpPr>
          <p:spPr>
            <a:xfrm>
              <a:off x="7482331"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8" name="Cube 727"/>
            <p:cNvSpPr/>
            <p:nvPr/>
          </p:nvSpPr>
          <p:spPr>
            <a:xfrm>
              <a:off x="7800510"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9" name="Cube 728"/>
            <p:cNvSpPr/>
            <p:nvPr/>
          </p:nvSpPr>
          <p:spPr>
            <a:xfrm>
              <a:off x="8118688"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0" name="Cube 729"/>
            <p:cNvSpPr/>
            <p:nvPr/>
          </p:nvSpPr>
          <p:spPr>
            <a:xfrm>
              <a:off x="8436866"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1" name="Cube 730"/>
            <p:cNvSpPr/>
            <p:nvPr/>
          </p:nvSpPr>
          <p:spPr>
            <a:xfrm>
              <a:off x="6209618"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2" name="Cube 731"/>
            <p:cNvSpPr/>
            <p:nvPr/>
          </p:nvSpPr>
          <p:spPr>
            <a:xfrm>
              <a:off x="6527796"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3" name="Cube 732"/>
            <p:cNvSpPr/>
            <p:nvPr/>
          </p:nvSpPr>
          <p:spPr>
            <a:xfrm>
              <a:off x="6845975"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4" name="Cube 733"/>
            <p:cNvSpPr/>
            <p:nvPr/>
          </p:nvSpPr>
          <p:spPr>
            <a:xfrm>
              <a:off x="7164153"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5" name="Cube 734"/>
            <p:cNvSpPr/>
            <p:nvPr/>
          </p:nvSpPr>
          <p:spPr>
            <a:xfrm>
              <a:off x="7482331"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6" name="Cube 735"/>
            <p:cNvSpPr/>
            <p:nvPr/>
          </p:nvSpPr>
          <p:spPr>
            <a:xfrm>
              <a:off x="7800510"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7" name="Cube 736"/>
            <p:cNvSpPr/>
            <p:nvPr/>
          </p:nvSpPr>
          <p:spPr>
            <a:xfrm>
              <a:off x="8118688"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8" name="Cube 737"/>
            <p:cNvSpPr/>
            <p:nvPr/>
          </p:nvSpPr>
          <p:spPr>
            <a:xfrm>
              <a:off x="8436866"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9" name="Cube 738"/>
            <p:cNvSpPr/>
            <p:nvPr/>
          </p:nvSpPr>
          <p:spPr>
            <a:xfrm>
              <a:off x="6209618"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0" name="Cube 739"/>
            <p:cNvSpPr/>
            <p:nvPr/>
          </p:nvSpPr>
          <p:spPr>
            <a:xfrm>
              <a:off x="6527796"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1" name="Cube 740"/>
            <p:cNvSpPr/>
            <p:nvPr/>
          </p:nvSpPr>
          <p:spPr>
            <a:xfrm>
              <a:off x="6845975"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2" name="Cube 741"/>
            <p:cNvSpPr/>
            <p:nvPr/>
          </p:nvSpPr>
          <p:spPr>
            <a:xfrm>
              <a:off x="7164153"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3" name="Cube 742"/>
            <p:cNvSpPr/>
            <p:nvPr/>
          </p:nvSpPr>
          <p:spPr>
            <a:xfrm>
              <a:off x="7482331"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4" name="Cube 743"/>
            <p:cNvSpPr/>
            <p:nvPr/>
          </p:nvSpPr>
          <p:spPr>
            <a:xfrm>
              <a:off x="7800510"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5" name="Cube 744"/>
            <p:cNvSpPr/>
            <p:nvPr/>
          </p:nvSpPr>
          <p:spPr>
            <a:xfrm>
              <a:off x="8118688"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6" name="Cube 745"/>
            <p:cNvSpPr/>
            <p:nvPr/>
          </p:nvSpPr>
          <p:spPr>
            <a:xfrm>
              <a:off x="8436866"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7" name="Cube 746"/>
            <p:cNvSpPr/>
            <p:nvPr/>
          </p:nvSpPr>
          <p:spPr>
            <a:xfrm>
              <a:off x="6209618"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8" name="Cube 747"/>
            <p:cNvSpPr/>
            <p:nvPr/>
          </p:nvSpPr>
          <p:spPr>
            <a:xfrm>
              <a:off x="6527796"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9" name="Cube 748"/>
            <p:cNvSpPr/>
            <p:nvPr/>
          </p:nvSpPr>
          <p:spPr>
            <a:xfrm>
              <a:off x="6845975"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0" name="Cube 749"/>
            <p:cNvSpPr/>
            <p:nvPr/>
          </p:nvSpPr>
          <p:spPr>
            <a:xfrm>
              <a:off x="7164153"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1" name="Cube 750"/>
            <p:cNvSpPr/>
            <p:nvPr/>
          </p:nvSpPr>
          <p:spPr>
            <a:xfrm>
              <a:off x="7482331"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2" name="Cube 751"/>
            <p:cNvSpPr/>
            <p:nvPr/>
          </p:nvSpPr>
          <p:spPr>
            <a:xfrm>
              <a:off x="7800510"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3" name="Cube 752"/>
            <p:cNvSpPr/>
            <p:nvPr/>
          </p:nvSpPr>
          <p:spPr>
            <a:xfrm>
              <a:off x="8118688"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4" name="Cube 753"/>
            <p:cNvSpPr/>
            <p:nvPr/>
          </p:nvSpPr>
          <p:spPr>
            <a:xfrm>
              <a:off x="8436866"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5" name="Cube 754"/>
            <p:cNvSpPr/>
            <p:nvPr/>
          </p:nvSpPr>
          <p:spPr>
            <a:xfrm>
              <a:off x="6209618"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6" name="Cube 755"/>
            <p:cNvSpPr/>
            <p:nvPr/>
          </p:nvSpPr>
          <p:spPr>
            <a:xfrm>
              <a:off x="6527796"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7" name="Cube 756"/>
            <p:cNvSpPr/>
            <p:nvPr/>
          </p:nvSpPr>
          <p:spPr>
            <a:xfrm>
              <a:off x="6845975"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8" name="Cube 757"/>
            <p:cNvSpPr/>
            <p:nvPr/>
          </p:nvSpPr>
          <p:spPr>
            <a:xfrm>
              <a:off x="7164153"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9" name="Cube 758"/>
            <p:cNvSpPr/>
            <p:nvPr/>
          </p:nvSpPr>
          <p:spPr>
            <a:xfrm>
              <a:off x="7482331"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0" name="Cube 759"/>
            <p:cNvSpPr/>
            <p:nvPr/>
          </p:nvSpPr>
          <p:spPr>
            <a:xfrm>
              <a:off x="7800510"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1" name="Cube 760"/>
            <p:cNvSpPr/>
            <p:nvPr/>
          </p:nvSpPr>
          <p:spPr>
            <a:xfrm>
              <a:off x="8118688"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2" name="Cube 761"/>
            <p:cNvSpPr/>
            <p:nvPr/>
          </p:nvSpPr>
          <p:spPr>
            <a:xfrm>
              <a:off x="8436866"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3" name="Cube 762"/>
            <p:cNvSpPr/>
            <p:nvPr/>
          </p:nvSpPr>
          <p:spPr>
            <a:xfrm>
              <a:off x="6209618"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4" name="Cube 763"/>
            <p:cNvSpPr/>
            <p:nvPr/>
          </p:nvSpPr>
          <p:spPr>
            <a:xfrm>
              <a:off x="6527796"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5" name="Cube 764"/>
            <p:cNvSpPr/>
            <p:nvPr/>
          </p:nvSpPr>
          <p:spPr>
            <a:xfrm>
              <a:off x="6845975"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6" name="Cube 765"/>
            <p:cNvSpPr/>
            <p:nvPr/>
          </p:nvSpPr>
          <p:spPr>
            <a:xfrm>
              <a:off x="7164153"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7" name="Cube 766"/>
            <p:cNvSpPr/>
            <p:nvPr/>
          </p:nvSpPr>
          <p:spPr>
            <a:xfrm>
              <a:off x="7482331"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8" name="Cube 767"/>
            <p:cNvSpPr/>
            <p:nvPr/>
          </p:nvSpPr>
          <p:spPr>
            <a:xfrm>
              <a:off x="7800510"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9" name="Cube 768"/>
            <p:cNvSpPr/>
            <p:nvPr/>
          </p:nvSpPr>
          <p:spPr>
            <a:xfrm>
              <a:off x="8118688"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0" name="Cube 769"/>
            <p:cNvSpPr/>
            <p:nvPr/>
          </p:nvSpPr>
          <p:spPr>
            <a:xfrm>
              <a:off x="8436866"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1" name="Cube 770"/>
            <p:cNvSpPr/>
            <p:nvPr/>
          </p:nvSpPr>
          <p:spPr>
            <a:xfrm>
              <a:off x="6209618"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2" name="Cube 771"/>
            <p:cNvSpPr/>
            <p:nvPr/>
          </p:nvSpPr>
          <p:spPr>
            <a:xfrm>
              <a:off x="6527796"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3" name="Cube 772"/>
            <p:cNvSpPr/>
            <p:nvPr/>
          </p:nvSpPr>
          <p:spPr>
            <a:xfrm>
              <a:off x="6845975"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4" name="Cube 773"/>
            <p:cNvSpPr/>
            <p:nvPr/>
          </p:nvSpPr>
          <p:spPr>
            <a:xfrm>
              <a:off x="7164153"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5" name="Cube 774"/>
            <p:cNvSpPr/>
            <p:nvPr/>
          </p:nvSpPr>
          <p:spPr>
            <a:xfrm>
              <a:off x="7482331"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6" name="Cube 775"/>
            <p:cNvSpPr/>
            <p:nvPr/>
          </p:nvSpPr>
          <p:spPr>
            <a:xfrm>
              <a:off x="7800510"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7" name="Cube 776"/>
            <p:cNvSpPr/>
            <p:nvPr/>
          </p:nvSpPr>
          <p:spPr>
            <a:xfrm>
              <a:off x="8118688"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8" name="Cube 777"/>
            <p:cNvSpPr/>
            <p:nvPr/>
          </p:nvSpPr>
          <p:spPr>
            <a:xfrm>
              <a:off x="8436866"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9" name="Cube 778"/>
            <p:cNvSpPr/>
            <p:nvPr/>
          </p:nvSpPr>
          <p:spPr>
            <a:xfrm>
              <a:off x="6075352"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0" name="Cube 779"/>
            <p:cNvSpPr/>
            <p:nvPr/>
          </p:nvSpPr>
          <p:spPr>
            <a:xfrm>
              <a:off x="6393530"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1" name="Cube 780"/>
            <p:cNvSpPr/>
            <p:nvPr/>
          </p:nvSpPr>
          <p:spPr>
            <a:xfrm>
              <a:off x="6711709"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2" name="Cube 781"/>
            <p:cNvSpPr/>
            <p:nvPr/>
          </p:nvSpPr>
          <p:spPr>
            <a:xfrm>
              <a:off x="7029887"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3" name="Cube 782"/>
            <p:cNvSpPr/>
            <p:nvPr/>
          </p:nvSpPr>
          <p:spPr>
            <a:xfrm>
              <a:off x="7348065"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4" name="Cube 783"/>
            <p:cNvSpPr/>
            <p:nvPr/>
          </p:nvSpPr>
          <p:spPr>
            <a:xfrm>
              <a:off x="7666244"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5" name="Cube 784"/>
            <p:cNvSpPr/>
            <p:nvPr/>
          </p:nvSpPr>
          <p:spPr>
            <a:xfrm>
              <a:off x="7984422"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6" name="Cube 785"/>
            <p:cNvSpPr/>
            <p:nvPr/>
          </p:nvSpPr>
          <p:spPr>
            <a:xfrm>
              <a:off x="8302600"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7" name="Cube 786"/>
            <p:cNvSpPr/>
            <p:nvPr/>
          </p:nvSpPr>
          <p:spPr>
            <a:xfrm>
              <a:off x="6075352"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8" name="Cube 787"/>
            <p:cNvSpPr/>
            <p:nvPr/>
          </p:nvSpPr>
          <p:spPr>
            <a:xfrm>
              <a:off x="6393530"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9" name="Cube 788"/>
            <p:cNvSpPr/>
            <p:nvPr/>
          </p:nvSpPr>
          <p:spPr>
            <a:xfrm>
              <a:off x="6711709"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0" name="Cube 789"/>
            <p:cNvSpPr/>
            <p:nvPr/>
          </p:nvSpPr>
          <p:spPr>
            <a:xfrm>
              <a:off x="7029887"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1" name="Cube 790"/>
            <p:cNvSpPr/>
            <p:nvPr/>
          </p:nvSpPr>
          <p:spPr>
            <a:xfrm>
              <a:off x="7348065"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2" name="Cube 791"/>
            <p:cNvSpPr/>
            <p:nvPr/>
          </p:nvSpPr>
          <p:spPr>
            <a:xfrm>
              <a:off x="7666244"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3" name="Cube 792"/>
            <p:cNvSpPr/>
            <p:nvPr/>
          </p:nvSpPr>
          <p:spPr>
            <a:xfrm>
              <a:off x="7984422"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4" name="Cube 793"/>
            <p:cNvSpPr/>
            <p:nvPr/>
          </p:nvSpPr>
          <p:spPr>
            <a:xfrm>
              <a:off x="8302600"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5" name="Cube 794"/>
            <p:cNvSpPr/>
            <p:nvPr/>
          </p:nvSpPr>
          <p:spPr>
            <a:xfrm>
              <a:off x="6075352"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6" name="Cube 795"/>
            <p:cNvSpPr/>
            <p:nvPr/>
          </p:nvSpPr>
          <p:spPr>
            <a:xfrm>
              <a:off x="6393530"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7" name="Cube 796"/>
            <p:cNvSpPr/>
            <p:nvPr/>
          </p:nvSpPr>
          <p:spPr>
            <a:xfrm>
              <a:off x="6711709"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8" name="Cube 797"/>
            <p:cNvSpPr/>
            <p:nvPr/>
          </p:nvSpPr>
          <p:spPr>
            <a:xfrm>
              <a:off x="7029887"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9" name="Cube 798"/>
            <p:cNvSpPr/>
            <p:nvPr/>
          </p:nvSpPr>
          <p:spPr>
            <a:xfrm>
              <a:off x="7348065"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0" name="Cube 799"/>
            <p:cNvSpPr/>
            <p:nvPr/>
          </p:nvSpPr>
          <p:spPr>
            <a:xfrm>
              <a:off x="7666244"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1" name="Cube 800"/>
            <p:cNvSpPr/>
            <p:nvPr/>
          </p:nvSpPr>
          <p:spPr>
            <a:xfrm>
              <a:off x="7984422"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2" name="Cube 801"/>
            <p:cNvSpPr/>
            <p:nvPr/>
          </p:nvSpPr>
          <p:spPr>
            <a:xfrm>
              <a:off x="8302600"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3" name="Cube 802"/>
            <p:cNvSpPr/>
            <p:nvPr/>
          </p:nvSpPr>
          <p:spPr>
            <a:xfrm>
              <a:off x="6075352"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4" name="Cube 803"/>
            <p:cNvSpPr/>
            <p:nvPr/>
          </p:nvSpPr>
          <p:spPr>
            <a:xfrm>
              <a:off x="6393530"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5" name="Cube 804"/>
            <p:cNvSpPr/>
            <p:nvPr/>
          </p:nvSpPr>
          <p:spPr>
            <a:xfrm>
              <a:off x="6711709"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6" name="Cube 805"/>
            <p:cNvSpPr/>
            <p:nvPr/>
          </p:nvSpPr>
          <p:spPr>
            <a:xfrm>
              <a:off x="7029887"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7" name="Cube 806"/>
            <p:cNvSpPr/>
            <p:nvPr/>
          </p:nvSpPr>
          <p:spPr>
            <a:xfrm>
              <a:off x="7348065"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8" name="Cube 807"/>
            <p:cNvSpPr/>
            <p:nvPr/>
          </p:nvSpPr>
          <p:spPr>
            <a:xfrm>
              <a:off x="7666244"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9" name="Cube 808"/>
            <p:cNvSpPr/>
            <p:nvPr/>
          </p:nvSpPr>
          <p:spPr>
            <a:xfrm>
              <a:off x="7984422"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0" name="Cube 809"/>
            <p:cNvSpPr/>
            <p:nvPr/>
          </p:nvSpPr>
          <p:spPr>
            <a:xfrm>
              <a:off x="8302600"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1" name="Cube 810"/>
            <p:cNvSpPr/>
            <p:nvPr/>
          </p:nvSpPr>
          <p:spPr>
            <a:xfrm>
              <a:off x="6075352"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2" name="Cube 811"/>
            <p:cNvSpPr/>
            <p:nvPr/>
          </p:nvSpPr>
          <p:spPr>
            <a:xfrm>
              <a:off x="6393530"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3" name="Cube 812"/>
            <p:cNvSpPr/>
            <p:nvPr/>
          </p:nvSpPr>
          <p:spPr>
            <a:xfrm>
              <a:off x="6711709"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4" name="Cube 813"/>
            <p:cNvSpPr/>
            <p:nvPr/>
          </p:nvSpPr>
          <p:spPr>
            <a:xfrm>
              <a:off x="7029887"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5" name="Cube 814"/>
            <p:cNvSpPr/>
            <p:nvPr/>
          </p:nvSpPr>
          <p:spPr>
            <a:xfrm>
              <a:off x="7348065"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6" name="Cube 815"/>
            <p:cNvSpPr/>
            <p:nvPr/>
          </p:nvSpPr>
          <p:spPr>
            <a:xfrm>
              <a:off x="7666244"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7" name="Cube 816"/>
            <p:cNvSpPr/>
            <p:nvPr/>
          </p:nvSpPr>
          <p:spPr>
            <a:xfrm>
              <a:off x="7984422"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8" name="Cube 817"/>
            <p:cNvSpPr/>
            <p:nvPr/>
          </p:nvSpPr>
          <p:spPr>
            <a:xfrm>
              <a:off x="8302600"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9" name="Cube 818"/>
            <p:cNvSpPr/>
            <p:nvPr/>
          </p:nvSpPr>
          <p:spPr>
            <a:xfrm>
              <a:off x="6075352"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0" name="Cube 819"/>
            <p:cNvSpPr/>
            <p:nvPr/>
          </p:nvSpPr>
          <p:spPr>
            <a:xfrm>
              <a:off x="6393530"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1" name="Cube 820"/>
            <p:cNvSpPr/>
            <p:nvPr/>
          </p:nvSpPr>
          <p:spPr>
            <a:xfrm>
              <a:off x="6711709"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2" name="Cube 821"/>
            <p:cNvSpPr/>
            <p:nvPr/>
          </p:nvSpPr>
          <p:spPr>
            <a:xfrm>
              <a:off x="7029887"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3" name="Cube 822"/>
            <p:cNvSpPr/>
            <p:nvPr/>
          </p:nvSpPr>
          <p:spPr>
            <a:xfrm>
              <a:off x="7348065"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4" name="Cube 823"/>
            <p:cNvSpPr/>
            <p:nvPr/>
          </p:nvSpPr>
          <p:spPr>
            <a:xfrm>
              <a:off x="7666244"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5" name="Cube 824"/>
            <p:cNvSpPr/>
            <p:nvPr/>
          </p:nvSpPr>
          <p:spPr>
            <a:xfrm>
              <a:off x="7984422"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6" name="Cube 825"/>
            <p:cNvSpPr/>
            <p:nvPr/>
          </p:nvSpPr>
          <p:spPr>
            <a:xfrm>
              <a:off x="8302600"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7" name="Cube 826"/>
            <p:cNvSpPr/>
            <p:nvPr/>
          </p:nvSpPr>
          <p:spPr>
            <a:xfrm>
              <a:off x="6075352"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8" name="Cube 827"/>
            <p:cNvSpPr/>
            <p:nvPr/>
          </p:nvSpPr>
          <p:spPr>
            <a:xfrm>
              <a:off x="6393530"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9" name="Cube 828"/>
            <p:cNvSpPr/>
            <p:nvPr/>
          </p:nvSpPr>
          <p:spPr>
            <a:xfrm>
              <a:off x="6711709"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0" name="Cube 829"/>
            <p:cNvSpPr/>
            <p:nvPr/>
          </p:nvSpPr>
          <p:spPr>
            <a:xfrm>
              <a:off x="7029887"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1" name="Cube 830"/>
            <p:cNvSpPr/>
            <p:nvPr/>
          </p:nvSpPr>
          <p:spPr>
            <a:xfrm>
              <a:off x="7348065"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2" name="Cube 831"/>
            <p:cNvSpPr/>
            <p:nvPr/>
          </p:nvSpPr>
          <p:spPr>
            <a:xfrm>
              <a:off x="7666244"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3" name="Cube 832"/>
            <p:cNvSpPr/>
            <p:nvPr/>
          </p:nvSpPr>
          <p:spPr>
            <a:xfrm>
              <a:off x="7984422"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4" name="Cube 833"/>
            <p:cNvSpPr/>
            <p:nvPr/>
          </p:nvSpPr>
          <p:spPr>
            <a:xfrm>
              <a:off x="8302600"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5" name="Cube 834"/>
            <p:cNvSpPr/>
            <p:nvPr/>
          </p:nvSpPr>
          <p:spPr>
            <a:xfrm>
              <a:off x="6075352"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6" name="Cube 835"/>
            <p:cNvSpPr/>
            <p:nvPr/>
          </p:nvSpPr>
          <p:spPr>
            <a:xfrm>
              <a:off x="6393530"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7" name="Cube 836"/>
            <p:cNvSpPr/>
            <p:nvPr/>
          </p:nvSpPr>
          <p:spPr>
            <a:xfrm>
              <a:off x="6711709"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8" name="Cube 837"/>
            <p:cNvSpPr/>
            <p:nvPr/>
          </p:nvSpPr>
          <p:spPr>
            <a:xfrm>
              <a:off x="7029887"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9" name="Cube 838"/>
            <p:cNvSpPr/>
            <p:nvPr/>
          </p:nvSpPr>
          <p:spPr>
            <a:xfrm>
              <a:off x="7348065"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0" name="Cube 839"/>
            <p:cNvSpPr/>
            <p:nvPr/>
          </p:nvSpPr>
          <p:spPr>
            <a:xfrm>
              <a:off x="7666244"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1" name="Cube 840"/>
            <p:cNvSpPr/>
            <p:nvPr/>
          </p:nvSpPr>
          <p:spPr>
            <a:xfrm>
              <a:off x="7984422"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2" name="Cube 841"/>
            <p:cNvSpPr/>
            <p:nvPr/>
          </p:nvSpPr>
          <p:spPr>
            <a:xfrm>
              <a:off x="8302600"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3" name="Cube 842"/>
            <p:cNvSpPr/>
            <p:nvPr/>
          </p:nvSpPr>
          <p:spPr>
            <a:xfrm>
              <a:off x="5941086"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4" name="Cube 843"/>
            <p:cNvSpPr/>
            <p:nvPr/>
          </p:nvSpPr>
          <p:spPr>
            <a:xfrm>
              <a:off x="6259264"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5" name="Cube 844"/>
            <p:cNvSpPr/>
            <p:nvPr/>
          </p:nvSpPr>
          <p:spPr>
            <a:xfrm>
              <a:off x="6577443"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6" name="Cube 845"/>
            <p:cNvSpPr/>
            <p:nvPr/>
          </p:nvSpPr>
          <p:spPr>
            <a:xfrm>
              <a:off x="6895621"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7" name="Cube 846"/>
            <p:cNvSpPr/>
            <p:nvPr/>
          </p:nvSpPr>
          <p:spPr>
            <a:xfrm>
              <a:off x="7213799"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8" name="Cube 847"/>
            <p:cNvSpPr/>
            <p:nvPr/>
          </p:nvSpPr>
          <p:spPr>
            <a:xfrm>
              <a:off x="7531978"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9" name="Cube 848"/>
            <p:cNvSpPr/>
            <p:nvPr/>
          </p:nvSpPr>
          <p:spPr>
            <a:xfrm>
              <a:off x="7850156"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0" name="Cube 849"/>
            <p:cNvSpPr/>
            <p:nvPr/>
          </p:nvSpPr>
          <p:spPr>
            <a:xfrm>
              <a:off x="8168334"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1" name="Cube 850"/>
            <p:cNvSpPr/>
            <p:nvPr/>
          </p:nvSpPr>
          <p:spPr>
            <a:xfrm>
              <a:off x="5941086"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2" name="Cube 851"/>
            <p:cNvSpPr/>
            <p:nvPr/>
          </p:nvSpPr>
          <p:spPr>
            <a:xfrm>
              <a:off x="6259264"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3" name="Cube 852"/>
            <p:cNvSpPr/>
            <p:nvPr/>
          </p:nvSpPr>
          <p:spPr>
            <a:xfrm>
              <a:off x="6577443"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4" name="Cube 853"/>
            <p:cNvSpPr/>
            <p:nvPr/>
          </p:nvSpPr>
          <p:spPr>
            <a:xfrm>
              <a:off x="6895621"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5" name="Cube 854"/>
            <p:cNvSpPr/>
            <p:nvPr/>
          </p:nvSpPr>
          <p:spPr>
            <a:xfrm>
              <a:off x="7213799"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6" name="Cube 855"/>
            <p:cNvSpPr/>
            <p:nvPr/>
          </p:nvSpPr>
          <p:spPr>
            <a:xfrm>
              <a:off x="7531978"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7" name="Cube 856"/>
            <p:cNvSpPr/>
            <p:nvPr/>
          </p:nvSpPr>
          <p:spPr>
            <a:xfrm>
              <a:off x="7850156"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8" name="Cube 857"/>
            <p:cNvSpPr/>
            <p:nvPr/>
          </p:nvSpPr>
          <p:spPr>
            <a:xfrm>
              <a:off x="8168334"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9" name="Cube 858"/>
            <p:cNvSpPr/>
            <p:nvPr/>
          </p:nvSpPr>
          <p:spPr>
            <a:xfrm>
              <a:off x="5941086"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0" name="Cube 859"/>
            <p:cNvSpPr/>
            <p:nvPr/>
          </p:nvSpPr>
          <p:spPr>
            <a:xfrm>
              <a:off x="6259264"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1" name="Cube 860"/>
            <p:cNvSpPr/>
            <p:nvPr/>
          </p:nvSpPr>
          <p:spPr>
            <a:xfrm>
              <a:off x="6577443"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2" name="Cube 861"/>
            <p:cNvSpPr/>
            <p:nvPr/>
          </p:nvSpPr>
          <p:spPr>
            <a:xfrm>
              <a:off x="6895621"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3" name="Cube 862"/>
            <p:cNvSpPr/>
            <p:nvPr/>
          </p:nvSpPr>
          <p:spPr>
            <a:xfrm>
              <a:off x="7213799"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4" name="Cube 863"/>
            <p:cNvSpPr/>
            <p:nvPr/>
          </p:nvSpPr>
          <p:spPr>
            <a:xfrm>
              <a:off x="7531978"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5" name="Cube 864"/>
            <p:cNvSpPr/>
            <p:nvPr/>
          </p:nvSpPr>
          <p:spPr>
            <a:xfrm>
              <a:off x="7850156"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6" name="Cube 865"/>
            <p:cNvSpPr/>
            <p:nvPr/>
          </p:nvSpPr>
          <p:spPr>
            <a:xfrm>
              <a:off x="8168334"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7" name="Cube 866"/>
            <p:cNvSpPr/>
            <p:nvPr/>
          </p:nvSpPr>
          <p:spPr>
            <a:xfrm>
              <a:off x="5941086"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8" name="Cube 867"/>
            <p:cNvSpPr/>
            <p:nvPr/>
          </p:nvSpPr>
          <p:spPr>
            <a:xfrm>
              <a:off x="6259264"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9" name="Cube 868"/>
            <p:cNvSpPr/>
            <p:nvPr/>
          </p:nvSpPr>
          <p:spPr>
            <a:xfrm>
              <a:off x="6577443"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0" name="Cube 869"/>
            <p:cNvSpPr/>
            <p:nvPr/>
          </p:nvSpPr>
          <p:spPr>
            <a:xfrm>
              <a:off x="6895621"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1" name="Cube 870"/>
            <p:cNvSpPr/>
            <p:nvPr/>
          </p:nvSpPr>
          <p:spPr>
            <a:xfrm>
              <a:off x="7213799"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2" name="Cube 871"/>
            <p:cNvSpPr/>
            <p:nvPr/>
          </p:nvSpPr>
          <p:spPr>
            <a:xfrm>
              <a:off x="7531978"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3" name="Cube 872"/>
            <p:cNvSpPr/>
            <p:nvPr/>
          </p:nvSpPr>
          <p:spPr>
            <a:xfrm>
              <a:off x="7850156"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4" name="Cube 873"/>
            <p:cNvSpPr/>
            <p:nvPr/>
          </p:nvSpPr>
          <p:spPr>
            <a:xfrm>
              <a:off x="8168334"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5" name="Cube 874"/>
            <p:cNvSpPr/>
            <p:nvPr/>
          </p:nvSpPr>
          <p:spPr>
            <a:xfrm>
              <a:off x="5941086"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6" name="Cube 875"/>
            <p:cNvSpPr/>
            <p:nvPr/>
          </p:nvSpPr>
          <p:spPr>
            <a:xfrm>
              <a:off x="6259264"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7" name="Cube 876"/>
            <p:cNvSpPr/>
            <p:nvPr/>
          </p:nvSpPr>
          <p:spPr>
            <a:xfrm>
              <a:off x="6577443"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8" name="Cube 877"/>
            <p:cNvSpPr/>
            <p:nvPr/>
          </p:nvSpPr>
          <p:spPr>
            <a:xfrm>
              <a:off x="6895621"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9" name="Cube 878"/>
            <p:cNvSpPr/>
            <p:nvPr/>
          </p:nvSpPr>
          <p:spPr>
            <a:xfrm>
              <a:off x="7213799"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0" name="Cube 879"/>
            <p:cNvSpPr/>
            <p:nvPr/>
          </p:nvSpPr>
          <p:spPr>
            <a:xfrm>
              <a:off x="7531978"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1" name="Cube 880"/>
            <p:cNvSpPr/>
            <p:nvPr/>
          </p:nvSpPr>
          <p:spPr>
            <a:xfrm>
              <a:off x="7850156"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2" name="Cube 881"/>
            <p:cNvSpPr/>
            <p:nvPr/>
          </p:nvSpPr>
          <p:spPr>
            <a:xfrm>
              <a:off x="8168334"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3" name="Cube 882"/>
            <p:cNvSpPr/>
            <p:nvPr/>
          </p:nvSpPr>
          <p:spPr>
            <a:xfrm>
              <a:off x="5941086"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4" name="Cube 883"/>
            <p:cNvSpPr/>
            <p:nvPr/>
          </p:nvSpPr>
          <p:spPr>
            <a:xfrm>
              <a:off x="6259264"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5" name="Cube 884"/>
            <p:cNvSpPr/>
            <p:nvPr/>
          </p:nvSpPr>
          <p:spPr>
            <a:xfrm>
              <a:off x="6577443"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6" name="Cube 885"/>
            <p:cNvSpPr/>
            <p:nvPr/>
          </p:nvSpPr>
          <p:spPr>
            <a:xfrm>
              <a:off x="6895621"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7" name="Cube 886"/>
            <p:cNvSpPr/>
            <p:nvPr/>
          </p:nvSpPr>
          <p:spPr>
            <a:xfrm>
              <a:off x="7213799"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8" name="Cube 887"/>
            <p:cNvSpPr/>
            <p:nvPr/>
          </p:nvSpPr>
          <p:spPr>
            <a:xfrm>
              <a:off x="7531978"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9" name="Cube 888"/>
            <p:cNvSpPr/>
            <p:nvPr/>
          </p:nvSpPr>
          <p:spPr>
            <a:xfrm>
              <a:off x="7850156"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0" name="Cube 889"/>
            <p:cNvSpPr/>
            <p:nvPr/>
          </p:nvSpPr>
          <p:spPr>
            <a:xfrm>
              <a:off x="8168334"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1" name="Cube 890"/>
            <p:cNvSpPr/>
            <p:nvPr/>
          </p:nvSpPr>
          <p:spPr>
            <a:xfrm>
              <a:off x="5941086"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2" name="Cube 891"/>
            <p:cNvSpPr/>
            <p:nvPr/>
          </p:nvSpPr>
          <p:spPr>
            <a:xfrm>
              <a:off x="6259264"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3" name="Cube 892"/>
            <p:cNvSpPr/>
            <p:nvPr/>
          </p:nvSpPr>
          <p:spPr>
            <a:xfrm>
              <a:off x="6577443"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4" name="Cube 893"/>
            <p:cNvSpPr/>
            <p:nvPr/>
          </p:nvSpPr>
          <p:spPr>
            <a:xfrm>
              <a:off x="6895621"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5" name="Cube 894"/>
            <p:cNvSpPr/>
            <p:nvPr/>
          </p:nvSpPr>
          <p:spPr>
            <a:xfrm>
              <a:off x="7213799"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6" name="Cube 895"/>
            <p:cNvSpPr/>
            <p:nvPr/>
          </p:nvSpPr>
          <p:spPr>
            <a:xfrm>
              <a:off x="7531978"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7" name="Cube 896"/>
            <p:cNvSpPr/>
            <p:nvPr/>
          </p:nvSpPr>
          <p:spPr>
            <a:xfrm>
              <a:off x="7850156"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8" name="Cube 897"/>
            <p:cNvSpPr/>
            <p:nvPr/>
          </p:nvSpPr>
          <p:spPr>
            <a:xfrm>
              <a:off x="8168334"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9" name="Cube 898"/>
            <p:cNvSpPr/>
            <p:nvPr/>
          </p:nvSpPr>
          <p:spPr>
            <a:xfrm>
              <a:off x="5941086"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0" name="Cube 899"/>
            <p:cNvSpPr/>
            <p:nvPr/>
          </p:nvSpPr>
          <p:spPr>
            <a:xfrm>
              <a:off x="6259264"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1" name="Cube 900"/>
            <p:cNvSpPr/>
            <p:nvPr/>
          </p:nvSpPr>
          <p:spPr>
            <a:xfrm>
              <a:off x="6577443"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2" name="Cube 901"/>
            <p:cNvSpPr/>
            <p:nvPr/>
          </p:nvSpPr>
          <p:spPr>
            <a:xfrm>
              <a:off x="6895621"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3" name="Cube 902"/>
            <p:cNvSpPr/>
            <p:nvPr/>
          </p:nvSpPr>
          <p:spPr>
            <a:xfrm>
              <a:off x="7213799"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4" name="Cube 903"/>
            <p:cNvSpPr/>
            <p:nvPr/>
          </p:nvSpPr>
          <p:spPr>
            <a:xfrm>
              <a:off x="7531978"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5" name="Cube 904"/>
            <p:cNvSpPr/>
            <p:nvPr/>
          </p:nvSpPr>
          <p:spPr>
            <a:xfrm>
              <a:off x="7850156"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6" name="Cube 905"/>
            <p:cNvSpPr/>
            <p:nvPr/>
          </p:nvSpPr>
          <p:spPr>
            <a:xfrm>
              <a:off x="8168334"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7" name="Cube 906"/>
            <p:cNvSpPr/>
            <p:nvPr/>
          </p:nvSpPr>
          <p:spPr>
            <a:xfrm>
              <a:off x="5806820"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8" name="Cube 907"/>
            <p:cNvSpPr/>
            <p:nvPr/>
          </p:nvSpPr>
          <p:spPr>
            <a:xfrm>
              <a:off x="6124998"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9" name="Cube 908"/>
            <p:cNvSpPr/>
            <p:nvPr/>
          </p:nvSpPr>
          <p:spPr>
            <a:xfrm>
              <a:off x="6443177"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0" name="Cube 909"/>
            <p:cNvSpPr/>
            <p:nvPr/>
          </p:nvSpPr>
          <p:spPr>
            <a:xfrm>
              <a:off x="6761355"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1" name="Cube 910"/>
            <p:cNvSpPr/>
            <p:nvPr/>
          </p:nvSpPr>
          <p:spPr>
            <a:xfrm>
              <a:off x="7079533"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2" name="Cube 911"/>
            <p:cNvSpPr/>
            <p:nvPr/>
          </p:nvSpPr>
          <p:spPr>
            <a:xfrm>
              <a:off x="7397712"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3" name="Cube 912"/>
            <p:cNvSpPr/>
            <p:nvPr/>
          </p:nvSpPr>
          <p:spPr>
            <a:xfrm>
              <a:off x="7715890"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4" name="Cube 913"/>
            <p:cNvSpPr/>
            <p:nvPr/>
          </p:nvSpPr>
          <p:spPr>
            <a:xfrm>
              <a:off x="8034068"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5" name="Cube 914"/>
            <p:cNvSpPr/>
            <p:nvPr/>
          </p:nvSpPr>
          <p:spPr>
            <a:xfrm>
              <a:off x="5806820"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6" name="Cube 915"/>
            <p:cNvSpPr/>
            <p:nvPr/>
          </p:nvSpPr>
          <p:spPr>
            <a:xfrm>
              <a:off x="6124998"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7" name="Cube 916"/>
            <p:cNvSpPr/>
            <p:nvPr/>
          </p:nvSpPr>
          <p:spPr>
            <a:xfrm>
              <a:off x="6443177"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8" name="Cube 917"/>
            <p:cNvSpPr/>
            <p:nvPr/>
          </p:nvSpPr>
          <p:spPr>
            <a:xfrm>
              <a:off x="6761355"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9" name="Cube 918"/>
            <p:cNvSpPr/>
            <p:nvPr/>
          </p:nvSpPr>
          <p:spPr>
            <a:xfrm>
              <a:off x="7079533"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0" name="Cube 919"/>
            <p:cNvSpPr/>
            <p:nvPr/>
          </p:nvSpPr>
          <p:spPr>
            <a:xfrm>
              <a:off x="7397712"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1" name="Cube 920"/>
            <p:cNvSpPr/>
            <p:nvPr/>
          </p:nvSpPr>
          <p:spPr>
            <a:xfrm>
              <a:off x="7715890"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2" name="Cube 921"/>
            <p:cNvSpPr/>
            <p:nvPr/>
          </p:nvSpPr>
          <p:spPr>
            <a:xfrm>
              <a:off x="8034068"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3" name="Cube 922"/>
            <p:cNvSpPr/>
            <p:nvPr/>
          </p:nvSpPr>
          <p:spPr>
            <a:xfrm>
              <a:off x="5806820"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4" name="Cube 923"/>
            <p:cNvSpPr/>
            <p:nvPr/>
          </p:nvSpPr>
          <p:spPr>
            <a:xfrm>
              <a:off x="6124998"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5" name="Cube 924"/>
            <p:cNvSpPr/>
            <p:nvPr/>
          </p:nvSpPr>
          <p:spPr>
            <a:xfrm>
              <a:off x="6443177"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6" name="Cube 925"/>
            <p:cNvSpPr/>
            <p:nvPr/>
          </p:nvSpPr>
          <p:spPr>
            <a:xfrm>
              <a:off x="6761355"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7" name="Cube 926"/>
            <p:cNvSpPr/>
            <p:nvPr/>
          </p:nvSpPr>
          <p:spPr>
            <a:xfrm>
              <a:off x="7079533"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8" name="Cube 927"/>
            <p:cNvSpPr/>
            <p:nvPr/>
          </p:nvSpPr>
          <p:spPr>
            <a:xfrm>
              <a:off x="7397712"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9" name="Cube 928"/>
            <p:cNvSpPr/>
            <p:nvPr/>
          </p:nvSpPr>
          <p:spPr>
            <a:xfrm>
              <a:off x="7715890"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0" name="Cube 929"/>
            <p:cNvSpPr/>
            <p:nvPr/>
          </p:nvSpPr>
          <p:spPr>
            <a:xfrm>
              <a:off x="8034068"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1" name="Cube 930"/>
            <p:cNvSpPr/>
            <p:nvPr/>
          </p:nvSpPr>
          <p:spPr>
            <a:xfrm>
              <a:off x="5806820"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2" name="Cube 931"/>
            <p:cNvSpPr/>
            <p:nvPr/>
          </p:nvSpPr>
          <p:spPr>
            <a:xfrm>
              <a:off x="6124998"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3" name="Cube 932"/>
            <p:cNvSpPr/>
            <p:nvPr/>
          </p:nvSpPr>
          <p:spPr>
            <a:xfrm>
              <a:off x="6443177"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4" name="Cube 933"/>
            <p:cNvSpPr/>
            <p:nvPr/>
          </p:nvSpPr>
          <p:spPr>
            <a:xfrm>
              <a:off x="6761355"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5" name="Cube 934"/>
            <p:cNvSpPr/>
            <p:nvPr/>
          </p:nvSpPr>
          <p:spPr>
            <a:xfrm>
              <a:off x="7079533"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6" name="Cube 935"/>
            <p:cNvSpPr/>
            <p:nvPr/>
          </p:nvSpPr>
          <p:spPr>
            <a:xfrm>
              <a:off x="7397712"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7" name="Cube 936"/>
            <p:cNvSpPr/>
            <p:nvPr/>
          </p:nvSpPr>
          <p:spPr>
            <a:xfrm>
              <a:off x="7715890"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8" name="Cube 937"/>
            <p:cNvSpPr/>
            <p:nvPr/>
          </p:nvSpPr>
          <p:spPr>
            <a:xfrm>
              <a:off x="8034068"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9" name="Cube 938"/>
            <p:cNvSpPr/>
            <p:nvPr/>
          </p:nvSpPr>
          <p:spPr>
            <a:xfrm>
              <a:off x="5806820"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0" name="Cube 939"/>
            <p:cNvSpPr/>
            <p:nvPr/>
          </p:nvSpPr>
          <p:spPr>
            <a:xfrm>
              <a:off x="6124998"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1" name="Cube 940"/>
            <p:cNvSpPr/>
            <p:nvPr/>
          </p:nvSpPr>
          <p:spPr>
            <a:xfrm>
              <a:off x="6443177"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2" name="Cube 941"/>
            <p:cNvSpPr/>
            <p:nvPr/>
          </p:nvSpPr>
          <p:spPr>
            <a:xfrm>
              <a:off x="6761355"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3" name="Cube 942"/>
            <p:cNvSpPr/>
            <p:nvPr/>
          </p:nvSpPr>
          <p:spPr>
            <a:xfrm>
              <a:off x="7079533"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4" name="Cube 943"/>
            <p:cNvSpPr/>
            <p:nvPr/>
          </p:nvSpPr>
          <p:spPr>
            <a:xfrm>
              <a:off x="7397712"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5" name="Cube 944"/>
            <p:cNvSpPr/>
            <p:nvPr/>
          </p:nvSpPr>
          <p:spPr>
            <a:xfrm>
              <a:off x="7715890"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6" name="Cube 945"/>
            <p:cNvSpPr/>
            <p:nvPr/>
          </p:nvSpPr>
          <p:spPr>
            <a:xfrm>
              <a:off x="8034068" y="3419798"/>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7" name="Cube 946"/>
            <p:cNvSpPr/>
            <p:nvPr/>
          </p:nvSpPr>
          <p:spPr>
            <a:xfrm>
              <a:off x="5806820"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8" name="Cube 947"/>
            <p:cNvSpPr/>
            <p:nvPr/>
          </p:nvSpPr>
          <p:spPr>
            <a:xfrm>
              <a:off x="6124998"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9" name="Cube 948"/>
            <p:cNvSpPr/>
            <p:nvPr/>
          </p:nvSpPr>
          <p:spPr>
            <a:xfrm>
              <a:off x="6443177"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0" name="Cube 949"/>
            <p:cNvSpPr/>
            <p:nvPr/>
          </p:nvSpPr>
          <p:spPr>
            <a:xfrm>
              <a:off x="6761355"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1" name="Cube 950"/>
            <p:cNvSpPr/>
            <p:nvPr/>
          </p:nvSpPr>
          <p:spPr>
            <a:xfrm>
              <a:off x="7079533"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2" name="Cube 951"/>
            <p:cNvSpPr/>
            <p:nvPr/>
          </p:nvSpPr>
          <p:spPr>
            <a:xfrm>
              <a:off x="7397712"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3" name="Cube 952"/>
            <p:cNvSpPr/>
            <p:nvPr/>
          </p:nvSpPr>
          <p:spPr>
            <a:xfrm>
              <a:off x="7715890"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4" name="Cube 953"/>
            <p:cNvSpPr/>
            <p:nvPr/>
          </p:nvSpPr>
          <p:spPr>
            <a:xfrm>
              <a:off x="8034068"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5" name="Cube 954"/>
            <p:cNvSpPr/>
            <p:nvPr/>
          </p:nvSpPr>
          <p:spPr>
            <a:xfrm>
              <a:off x="5806820"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6" name="Cube 955"/>
            <p:cNvSpPr/>
            <p:nvPr/>
          </p:nvSpPr>
          <p:spPr>
            <a:xfrm>
              <a:off x="6124998"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7" name="Cube 956"/>
            <p:cNvSpPr/>
            <p:nvPr/>
          </p:nvSpPr>
          <p:spPr>
            <a:xfrm>
              <a:off x="6443177"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8" name="Cube 957"/>
            <p:cNvSpPr/>
            <p:nvPr/>
          </p:nvSpPr>
          <p:spPr>
            <a:xfrm>
              <a:off x="6761355"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9" name="Cube 958"/>
            <p:cNvSpPr/>
            <p:nvPr/>
          </p:nvSpPr>
          <p:spPr>
            <a:xfrm>
              <a:off x="7079533"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0" name="Cube 959"/>
            <p:cNvSpPr/>
            <p:nvPr/>
          </p:nvSpPr>
          <p:spPr>
            <a:xfrm>
              <a:off x="7397712"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1" name="Cube 960"/>
            <p:cNvSpPr/>
            <p:nvPr/>
          </p:nvSpPr>
          <p:spPr>
            <a:xfrm>
              <a:off x="7715890"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2" name="Cube 961"/>
            <p:cNvSpPr/>
            <p:nvPr/>
          </p:nvSpPr>
          <p:spPr>
            <a:xfrm>
              <a:off x="8034068"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3" name="Cube 962"/>
            <p:cNvSpPr/>
            <p:nvPr/>
          </p:nvSpPr>
          <p:spPr>
            <a:xfrm>
              <a:off x="5806820"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4" name="Cube 963"/>
            <p:cNvSpPr/>
            <p:nvPr/>
          </p:nvSpPr>
          <p:spPr>
            <a:xfrm>
              <a:off x="6124998"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5" name="Cube 964"/>
            <p:cNvSpPr/>
            <p:nvPr/>
          </p:nvSpPr>
          <p:spPr>
            <a:xfrm>
              <a:off x="6443177"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6" name="Cube 965"/>
            <p:cNvSpPr/>
            <p:nvPr/>
          </p:nvSpPr>
          <p:spPr>
            <a:xfrm>
              <a:off x="6761355"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7" name="Cube 966"/>
            <p:cNvSpPr/>
            <p:nvPr/>
          </p:nvSpPr>
          <p:spPr>
            <a:xfrm>
              <a:off x="7079533"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8" name="Cube 967"/>
            <p:cNvSpPr/>
            <p:nvPr/>
          </p:nvSpPr>
          <p:spPr>
            <a:xfrm>
              <a:off x="7397712"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9" name="Cube 968"/>
            <p:cNvSpPr/>
            <p:nvPr/>
          </p:nvSpPr>
          <p:spPr>
            <a:xfrm>
              <a:off x="7715890"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0" name="Cube 969"/>
            <p:cNvSpPr/>
            <p:nvPr/>
          </p:nvSpPr>
          <p:spPr>
            <a:xfrm>
              <a:off x="8034068"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1" name="Cube 970"/>
            <p:cNvSpPr/>
            <p:nvPr/>
          </p:nvSpPr>
          <p:spPr>
            <a:xfrm>
              <a:off x="5672554"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2" name="Cube 971"/>
            <p:cNvSpPr/>
            <p:nvPr/>
          </p:nvSpPr>
          <p:spPr>
            <a:xfrm>
              <a:off x="5990732"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3" name="Cube 972"/>
            <p:cNvSpPr/>
            <p:nvPr/>
          </p:nvSpPr>
          <p:spPr>
            <a:xfrm>
              <a:off x="6308911"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4" name="Cube 973"/>
            <p:cNvSpPr/>
            <p:nvPr/>
          </p:nvSpPr>
          <p:spPr>
            <a:xfrm>
              <a:off x="6627089"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5" name="Cube 974"/>
            <p:cNvSpPr/>
            <p:nvPr/>
          </p:nvSpPr>
          <p:spPr>
            <a:xfrm>
              <a:off x="6945267"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6" name="Cube 975"/>
            <p:cNvSpPr/>
            <p:nvPr/>
          </p:nvSpPr>
          <p:spPr>
            <a:xfrm>
              <a:off x="7263446"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7" name="Cube 976"/>
            <p:cNvSpPr/>
            <p:nvPr/>
          </p:nvSpPr>
          <p:spPr>
            <a:xfrm>
              <a:off x="7581624"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8" name="Cube 977"/>
            <p:cNvSpPr/>
            <p:nvPr/>
          </p:nvSpPr>
          <p:spPr>
            <a:xfrm>
              <a:off x="7899802"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9" name="Cube 978"/>
            <p:cNvSpPr/>
            <p:nvPr/>
          </p:nvSpPr>
          <p:spPr>
            <a:xfrm>
              <a:off x="5672554"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0" name="Cube 979"/>
            <p:cNvSpPr/>
            <p:nvPr/>
          </p:nvSpPr>
          <p:spPr>
            <a:xfrm>
              <a:off x="5990732"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1" name="Cube 980"/>
            <p:cNvSpPr/>
            <p:nvPr/>
          </p:nvSpPr>
          <p:spPr>
            <a:xfrm>
              <a:off x="6308911"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2" name="Cube 981"/>
            <p:cNvSpPr/>
            <p:nvPr/>
          </p:nvSpPr>
          <p:spPr>
            <a:xfrm>
              <a:off x="6627089"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3" name="Cube 982"/>
            <p:cNvSpPr/>
            <p:nvPr/>
          </p:nvSpPr>
          <p:spPr>
            <a:xfrm>
              <a:off x="6945267"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4" name="Cube 983"/>
            <p:cNvSpPr/>
            <p:nvPr/>
          </p:nvSpPr>
          <p:spPr>
            <a:xfrm>
              <a:off x="7263446"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5" name="Cube 984"/>
            <p:cNvSpPr/>
            <p:nvPr/>
          </p:nvSpPr>
          <p:spPr>
            <a:xfrm>
              <a:off x="7581624"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6" name="Cube 985"/>
            <p:cNvSpPr/>
            <p:nvPr/>
          </p:nvSpPr>
          <p:spPr>
            <a:xfrm>
              <a:off x="7899802"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7" name="Cube 986"/>
            <p:cNvSpPr/>
            <p:nvPr/>
          </p:nvSpPr>
          <p:spPr>
            <a:xfrm>
              <a:off x="5672554"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8" name="Cube 987"/>
            <p:cNvSpPr/>
            <p:nvPr/>
          </p:nvSpPr>
          <p:spPr>
            <a:xfrm>
              <a:off x="5990732"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9" name="Cube 988"/>
            <p:cNvSpPr/>
            <p:nvPr/>
          </p:nvSpPr>
          <p:spPr>
            <a:xfrm>
              <a:off x="6308911"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0" name="Cube 989"/>
            <p:cNvSpPr/>
            <p:nvPr/>
          </p:nvSpPr>
          <p:spPr>
            <a:xfrm>
              <a:off x="6627089"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1" name="Cube 990"/>
            <p:cNvSpPr/>
            <p:nvPr/>
          </p:nvSpPr>
          <p:spPr>
            <a:xfrm>
              <a:off x="6945267"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2" name="Cube 991"/>
            <p:cNvSpPr/>
            <p:nvPr/>
          </p:nvSpPr>
          <p:spPr>
            <a:xfrm>
              <a:off x="7263446"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3" name="Cube 992"/>
            <p:cNvSpPr/>
            <p:nvPr/>
          </p:nvSpPr>
          <p:spPr>
            <a:xfrm>
              <a:off x="7581624"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4" name="Cube 993"/>
            <p:cNvSpPr/>
            <p:nvPr/>
          </p:nvSpPr>
          <p:spPr>
            <a:xfrm>
              <a:off x="7899802"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5" name="Cube 994"/>
            <p:cNvSpPr/>
            <p:nvPr/>
          </p:nvSpPr>
          <p:spPr>
            <a:xfrm>
              <a:off x="5672554"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6" name="Cube 995"/>
            <p:cNvSpPr/>
            <p:nvPr/>
          </p:nvSpPr>
          <p:spPr>
            <a:xfrm>
              <a:off x="5990732"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7" name="Cube 996"/>
            <p:cNvSpPr/>
            <p:nvPr/>
          </p:nvSpPr>
          <p:spPr>
            <a:xfrm>
              <a:off x="6308911"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8" name="Cube 997"/>
            <p:cNvSpPr/>
            <p:nvPr/>
          </p:nvSpPr>
          <p:spPr>
            <a:xfrm>
              <a:off x="6627089"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9" name="Cube 998"/>
            <p:cNvSpPr/>
            <p:nvPr/>
          </p:nvSpPr>
          <p:spPr>
            <a:xfrm>
              <a:off x="6945267"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0" name="Cube 999"/>
            <p:cNvSpPr/>
            <p:nvPr/>
          </p:nvSpPr>
          <p:spPr>
            <a:xfrm>
              <a:off x="7263446"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1" name="Cube 1000"/>
            <p:cNvSpPr/>
            <p:nvPr/>
          </p:nvSpPr>
          <p:spPr>
            <a:xfrm>
              <a:off x="7581624"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2" name="Cube 1001"/>
            <p:cNvSpPr/>
            <p:nvPr/>
          </p:nvSpPr>
          <p:spPr>
            <a:xfrm>
              <a:off x="7899802"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3" name="Cube 1002"/>
            <p:cNvSpPr/>
            <p:nvPr/>
          </p:nvSpPr>
          <p:spPr>
            <a:xfrm>
              <a:off x="5672554"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4" name="Cube 1003"/>
            <p:cNvSpPr/>
            <p:nvPr/>
          </p:nvSpPr>
          <p:spPr>
            <a:xfrm>
              <a:off x="5990732"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5" name="Cube 1004"/>
            <p:cNvSpPr/>
            <p:nvPr/>
          </p:nvSpPr>
          <p:spPr>
            <a:xfrm>
              <a:off x="6308911"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6" name="Cube 1005"/>
            <p:cNvSpPr/>
            <p:nvPr/>
          </p:nvSpPr>
          <p:spPr>
            <a:xfrm>
              <a:off x="6627089"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7" name="Cube 1006"/>
            <p:cNvSpPr/>
            <p:nvPr/>
          </p:nvSpPr>
          <p:spPr>
            <a:xfrm>
              <a:off x="6945267"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8" name="Cube 1007"/>
            <p:cNvSpPr/>
            <p:nvPr/>
          </p:nvSpPr>
          <p:spPr>
            <a:xfrm>
              <a:off x="7263446"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9" name="Cube 1008"/>
            <p:cNvSpPr/>
            <p:nvPr/>
          </p:nvSpPr>
          <p:spPr>
            <a:xfrm>
              <a:off x="7581624"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0" name="Cube 1009"/>
            <p:cNvSpPr/>
            <p:nvPr/>
          </p:nvSpPr>
          <p:spPr>
            <a:xfrm>
              <a:off x="7899802"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1" name="Cube 1010"/>
            <p:cNvSpPr/>
            <p:nvPr/>
          </p:nvSpPr>
          <p:spPr>
            <a:xfrm>
              <a:off x="5672554"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2" name="Cube 1011"/>
            <p:cNvSpPr/>
            <p:nvPr/>
          </p:nvSpPr>
          <p:spPr>
            <a:xfrm>
              <a:off x="5990732"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3" name="Cube 1012"/>
            <p:cNvSpPr/>
            <p:nvPr/>
          </p:nvSpPr>
          <p:spPr>
            <a:xfrm>
              <a:off x="6308911"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4" name="Cube 1013"/>
            <p:cNvSpPr/>
            <p:nvPr/>
          </p:nvSpPr>
          <p:spPr>
            <a:xfrm>
              <a:off x="6627089"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5" name="Cube 1014"/>
            <p:cNvSpPr/>
            <p:nvPr/>
          </p:nvSpPr>
          <p:spPr>
            <a:xfrm>
              <a:off x="6945267"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6" name="Cube 1015"/>
            <p:cNvSpPr/>
            <p:nvPr/>
          </p:nvSpPr>
          <p:spPr>
            <a:xfrm>
              <a:off x="7263446"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7" name="Cube 1016"/>
            <p:cNvSpPr/>
            <p:nvPr/>
          </p:nvSpPr>
          <p:spPr>
            <a:xfrm>
              <a:off x="7581624"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8" name="Cube 1017"/>
            <p:cNvSpPr/>
            <p:nvPr/>
          </p:nvSpPr>
          <p:spPr>
            <a:xfrm>
              <a:off x="7899802"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9" name="Cube 1018"/>
            <p:cNvSpPr/>
            <p:nvPr/>
          </p:nvSpPr>
          <p:spPr>
            <a:xfrm>
              <a:off x="5672554"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0" name="Cube 1019"/>
            <p:cNvSpPr/>
            <p:nvPr/>
          </p:nvSpPr>
          <p:spPr>
            <a:xfrm>
              <a:off x="5990732"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1" name="Cube 1020"/>
            <p:cNvSpPr/>
            <p:nvPr/>
          </p:nvSpPr>
          <p:spPr>
            <a:xfrm>
              <a:off x="6308911"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2" name="Cube 1021"/>
            <p:cNvSpPr/>
            <p:nvPr/>
          </p:nvSpPr>
          <p:spPr>
            <a:xfrm>
              <a:off x="6627089"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3" name="Cube 1022"/>
            <p:cNvSpPr/>
            <p:nvPr/>
          </p:nvSpPr>
          <p:spPr>
            <a:xfrm>
              <a:off x="6945267"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4" name="Cube 1023"/>
            <p:cNvSpPr/>
            <p:nvPr/>
          </p:nvSpPr>
          <p:spPr>
            <a:xfrm>
              <a:off x="7263446"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5" name="Cube 1024"/>
            <p:cNvSpPr/>
            <p:nvPr/>
          </p:nvSpPr>
          <p:spPr>
            <a:xfrm>
              <a:off x="7581624"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6" name="Cube 1025"/>
            <p:cNvSpPr/>
            <p:nvPr/>
          </p:nvSpPr>
          <p:spPr>
            <a:xfrm>
              <a:off x="7899802"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7" name="Cube 1026"/>
            <p:cNvSpPr/>
            <p:nvPr/>
          </p:nvSpPr>
          <p:spPr>
            <a:xfrm>
              <a:off x="5672554"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8" name="Cube 1027"/>
            <p:cNvSpPr/>
            <p:nvPr/>
          </p:nvSpPr>
          <p:spPr>
            <a:xfrm>
              <a:off x="5990732"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9" name="Cube 1028"/>
            <p:cNvSpPr/>
            <p:nvPr/>
          </p:nvSpPr>
          <p:spPr>
            <a:xfrm>
              <a:off x="6308911" y="252580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0" name="Cube 1029"/>
            <p:cNvSpPr/>
            <p:nvPr/>
          </p:nvSpPr>
          <p:spPr>
            <a:xfrm>
              <a:off x="6627089"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1" name="Cube 1030"/>
            <p:cNvSpPr/>
            <p:nvPr/>
          </p:nvSpPr>
          <p:spPr>
            <a:xfrm>
              <a:off x="6945267"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2" name="Cube 1031"/>
            <p:cNvSpPr/>
            <p:nvPr/>
          </p:nvSpPr>
          <p:spPr>
            <a:xfrm>
              <a:off x="7263446"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3" name="Cube 1032"/>
            <p:cNvSpPr/>
            <p:nvPr/>
          </p:nvSpPr>
          <p:spPr>
            <a:xfrm>
              <a:off x="7581624"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4" name="Cube 1033"/>
            <p:cNvSpPr/>
            <p:nvPr/>
          </p:nvSpPr>
          <p:spPr>
            <a:xfrm>
              <a:off x="7899802"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5" name="Cube 1034"/>
            <p:cNvSpPr/>
            <p:nvPr/>
          </p:nvSpPr>
          <p:spPr>
            <a:xfrm>
              <a:off x="5538288"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6" name="Cube 1035"/>
            <p:cNvSpPr/>
            <p:nvPr/>
          </p:nvSpPr>
          <p:spPr>
            <a:xfrm>
              <a:off x="5856466"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7" name="Cube 1036"/>
            <p:cNvSpPr/>
            <p:nvPr/>
          </p:nvSpPr>
          <p:spPr>
            <a:xfrm>
              <a:off x="6174645"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8" name="Cube 1037"/>
            <p:cNvSpPr/>
            <p:nvPr/>
          </p:nvSpPr>
          <p:spPr>
            <a:xfrm>
              <a:off x="6492823"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9" name="Cube 1038"/>
            <p:cNvSpPr/>
            <p:nvPr/>
          </p:nvSpPr>
          <p:spPr>
            <a:xfrm>
              <a:off x="6811001"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0" name="Cube 1039"/>
            <p:cNvSpPr/>
            <p:nvPr/>
          </p:nvSpPr>
          <p:spPr>
            <a:xfrm>
              <a:off x="7129180"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1" name="Cube 1040"/>
            <p:cNvSpPr/>
            <p:nvPr/>
          </p:nvSpPr>
          <p:spPr>
            <a:xfrm>
              <a:off x="7447358"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2" name="Cube 1041"/>
            <p:cNvSpPr/>
            <p:nvPr/>
          </p:nvSpPr>
          <p:spPr>
            <a:xfrm>
              <a:off x="7765536"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3" name="Cube 1042"/>
            <p:cNvSpPr/>
            <p:nvPr/>
          </p:nvSpPr>
          <p:spPr>
            <a:xfrm>
              <a:off x="5538288"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4" name="Cube 1043"/>
            <p:cNvSpPr/>
            <p:nvPr/>
          </p:nvSpPr>
          <p:spPr>
            <a:xfrm>
              <a:off x="5856466"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5" name="Cube 1044"/>
            <p:cNvSpPr/>
            <p:nvPr/>
          </p:nvSpPr>
          <p:spPr>
            <a:xfrm>
              <a:off x="6174645"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6" name="Cube 1045"/>
            <p:cNvSpPr/>
            <p:nvPr/>
          </p:nvSpPr>
          <p:spPr>
            <a:xfrm>
              <a:off x="6492823"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7" name="Cube 1046"/>
            <p:cNvSpPr/>
            <p:nvPr/>
          </p:nvSpPr>
          <p:spPr>
            <a:xfrm>
              <a:off x="6811001"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8" name="Cube 1047"/>
            <p:cNvSpPr/>
            <p:nvPr/>
          </p:nvSpPr>
          <p:spPr>
            <a:xfrm>
              <a:off x="7129180"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9" name="Cube 1048"/>
            <p:cNvSpPr/>
            <p:nvPr/>
          </p:nvSpPr>
          <p:spPr>
            <a:xfrm>
              <a:off x="7447358"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0" name="Cube 1049"/>
            <p:cNvSpPr/>
            <p:nvPr/>
          </p:nvSpPr>
          <p:spPr>
            <a:xfrm>
              <a:off x="7765536"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1" name="Cube 1050"/>
            <p:cNvSpPr/>
            <p:nvPr/>
          </p:nvSpPr>
          <p:spPr>
            <a:xfrm>
              <a:off x="5538288"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2" name="Cube 1051"/>
            <p:cNvSpPr/>
            <p:nvPr/>
          </p:nvSpPr>
          <p:spPr>
            <a:xfrm>
              <a:off x="5856466"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3" name="Cube 1052"/>
            <p:cNvSpPr/>
            <p:nvPr/>
          </p:nvSpPr>
          <p:spPr>
            <a:xfrm>
              <a:off x="6174645"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4" name="Cube 1053"/>
            <p:cNvSpPr/>
            <p:nvPr/>
          </p:nvSpPr>
          <p:spPr>
            <a:xfrm>
              <a:off x="6492823"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5" name="Cube 1054"/>
            <p:cNvSpPr/>
            <p:nvPr/>
          </p:nvSpPr>
          <p:spPr>
            <a:xfrm>
              <a:off x="6811001"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6" name="Cube 1055"/>
            <p:cNvSpPr/>
            <p:nvPr/>
          </p:nvSpPr>
          <p:spPr>
            <a:xfrm>
              <a:off x="7129180"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7" name="Cube 1056"/>
            <p:cNvSpPr/>
            <p:nvPr/>
          </p:nvSpPr>
          <p:spPr>
            <a:xfrm>
              <a:off x="7447358"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8" name="Cube 1057"/>
            <p:cNvSpPr/>
            <p:nvPr/>
          </p:nvSpPr>
          <p:spPr>
            <a:xfrm>
              <a:off x="7765536"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9" name="Cube 1058"/>
            <p:cNvSpPr/>
            <p:nvPr/>
          </p:nvSpPr>
          <p:spPr>
            <a:xfrm>
              <a:off x="5538288"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0" name="Cube 1059"/>
            <p:cNvSpPr/>
            <p:nvPr/>
          </p:nvSpPr>
          <p:spPr>
            <a:xfrm>
              <a:off x="5856466"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1" name="Cube 1060"/>
            <p:cNvSpPr/>
            <p:nvPr/>
          </p:nvSpPr>
          <p:spPr>
            <a:xfrm>
              <a:off x="6174645"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2" name="Cube 1061"/>
            <p:cNvSpPr/>
            <p:nvPr/>
          </p:nvSpPr>
          <p:spPr>
            <a:xfrm>
              <a:off x="6492823"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3" name="Cube 1062"/>
            <p:cNvSpPr/>
            <p:nvPr/>
          </p:nvSpPr>
          <p:spPr>
            <a:xfrm>
              <a:off x="6811001"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4" name="Cube 1063"/>
            <p:cNvSpPr/>
            <p:nvPr/>
          </p:nvSpPr>
          <p:spPr>
            <a:xfrm>
              <a:off x="7129180"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5" name="Cube 1064"/>
            <p:cNvSpPr/>
            <p:nvPr/>
          </p:nvSpPr>
          <p:spPr>
            <a:xfrm>
              <a:off x="7447358"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6" name="Cube 1065"/>
            <p:cNvSpPr/>
            <p:nvPr/>
          </p:nvSpPr>
          <p:spPr>
            <a:xfrm>
              <a:off x="7765536"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7" name="Cube 1066"/>
            <p:cNvSpPr/>
            <p:nvPr/>
          </p:nvSpPr>
          <p:spPr>
            <a:xfrm>
              <a:off x="5538288"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8" name="Cube 1067"/>
            <p:cNvSpPr/>
            <p:nvPr/>
          </p:nvSpPr>
          <p:spPr>
            <a:xfrm>
              <a:off x="5856466"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9" name="Cube 1068"/>
            <p:cNvSpPr/>
            <p:nvPr/>
          </p:nvSpPr>
          <p:spPr>
            <a:xfrm>
              <a:off x="6174645"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0" name="Cube 1069"/>
            <p:cNvSpPr/>
            <p:nvPr/>
          </p:nvSpPr>
          <p:spPr>
            <a:xfrm>
              <a:off x="6492823"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1" name="Cube 1070"/>
            <p:cNvSpPr/>
            <p:nvPr/>
          </p:nvSpPr>
          <p:spPr>
            <a:xfrm>
              <a:off x="6811001"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2" name="Cube 1071"/>
            <p:cNvSpPr/>
            <p:nvPr/>
          </p:nvSpPr>
          <p:spPr>
            <a:xfrm>
              <a:off x="7129180"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3" name="Cube 1072"/>
            <p:cNvSpPr/>
            <p:nvPr/>
          </p:nvSpPr>
          <p:spPr>
            <a:xfrm>
              <a:off x="7447358"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4" name="Cube 1073"/>
            <p:cNvSpPr/>
            <p:nvPr/>
          </p:nvSpPr>
          <p:spPr>
            <a:xfrm>
              <a:off x="7765536"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5" name="Cube 1074"/>
            <p:cNvSpPr/>
            <p:nvPr/>
          </p:nvSpPr>
          <p:spPr>
            <a:xfrm>
              <a:off x="5538288"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6" name="Cube 1075"/>
            <p:cNvSpPr/>
            <p:nvPr/>
          </p:nvSpPr>
          <p:spPr>
            <a:xfrm>
              <a:off x="5856466"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7" name="Cube 1076"/>
            <p:cNvSpPr/>
            <p:nvPr/>
          </p:nvSpPr>
          <p:spPr>
            <a:xfrm>
              <a:off x="6174645"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8" name="Cube 1077"/>
            <p:cNvSpPr/>
            <p:nvPr/>
          </p:nvSpPr>
          <p:spPr>
            <a:xfrm>
              <a:off x="6492823"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9" name="Cube 1078"/>
            <p:cNvSpPr/>
            <p:nvPr/>
          </p:nvSpPr>
          <p:spPr>
            <a:xfrm>
              <a:off x="6811001"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0" name="Cube 1079"/>
            <p:cNvSpPr/>
            <p:nvPr/>
          </p:nvSpPr>
          <p:spPr>
            <a:xfrm>
              <a:off x="7129180"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1" name="Cube 1080"/>
            <p:cNvSpPr/>
            <p:nvPr/>
          </p:nvSpPr>
          <p:spPr>
            <a:xfrm>
              <a:off x="7447358"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2" name="Cube 1081"/>
            <p:cNvSpPr/>
            <p:nvPr/>
          </p:nvSpPr>
          <p:spPr>
            <a:xfrm>
              <a:off x="7765536"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3" name="Cube 1082"/>
            <p:cNvSpPr/>
            <p:nvPr/>
          </p:nvSpPr>
          <p:spPr>
            <a:xfrm>
              <a:off x="5538288"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4" name="Cube 1083"/>
            <p:cNvSpPr/>
            <p:nvPr/>
          </p:nvSpPr>
          <p:spPr>
            <a:xfrm>
              <a:off x="5856466"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5" name="Cube 1084"/>
            <p:cNvSpPr/>
            <p:nvPr/>
          </p:nvSpPr>
          <p:spPr>
            <a:xfrm>
              <a:off x="6174645"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6" name="Cube 1085"/>
            <p:cNvSpPr/>
            <p:nvPr/>
          </p:nvSpPr>
          <p:spPr>
            <a:xfrm>
              <a:off x="6492823"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7" name="Cube 1086"/>
            <p:cNvSpPr/>
            <p:nvPr/>
          </p:nvSpPr>
          <p:spPr>
            <a:xfrm>
              <a:off x="6811001"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8" name="Cube 1087"/>
            <p:cNvSpPr/>
            <p:nvPr/>
          </p:nvSpPr>
          <p:spPr>
            <a:xfrm>
              <a:off x="7129180"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9" name="Cube 1088"/>
            <p:cNvSpPr/>
            <p:nvPr/>
          </p:nvSpPr>
          <p:spPr>
            <a:xfrm>
              <a:off x="7447358"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0" name="Cube 1089"/>
            <p:cNvSpPr/>
            <p:nvPr/>
          </p:nvSpPr>
          <p:spPr>
            <a:xfrm>
              <a:off x="7765536"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1" name="Cube 1090"/>
            <p:cNvSpPr/>
            <p:nvPr/>
          </p:nvSpPr>
          <p:spPr>
            <a:xfrm>
              <a:off x="5538288"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2" name="Cube 1091"/>
            <p:cNvSpPr/>
            <p:nvPr/>
          </p:nvSpPr>
          <p:spPr>
            <a:xfrm>
              <a:off x="5856466"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3" name="Cube 1092"/>
            <p:cNvSpPr/>
            <p:nvPr/>
          </p:nvSpPr>
          <p:spPr>
            <a:xfrm>
              <a:off x="6174645"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4" name="Cube 1093"/>
            <p:cNvSpPr/>
            <p:nvPr/>
          </p:nvSpPr>
          <p:spPr>
            <a:xfrm>
              <a:off x="6492823"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5" name="Cube 1094"/>
            <p:cNvSpPr/>
            <p:nvPr/>
          </p:nvSpPr>
          <p:spPr>
            <a:xfrm>
              <a:off x="6811001"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6" name="Cube 1095"/>
            <p:cNvSpPr/>
            <p:nvPr/>
          </p:nvSpPr>
          <p:spPr>
            <a:xfrm>
              <a:off x="7129180"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7" name="Cube 1096"/>
            <p:cNvSpPr/>
            <p:nvPr/>
          </p:nvSpPr>
          <p:spPr>
            <a:xfrm>
              <a:off x="7447358"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8" name="Cube 1097"/>
            <p:cNvSpPr/>
            <p:nvPr/>
          </p:nvSpPr>
          <p:spPr>
            <a:xfrm>
              <a:off x="7765536"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9" name="Cube 1098"/>
            <p:cNvSpPr/>
            <p:nvPr/>
          </p:nvSpPr>
          <p:spPr>
            <a:xfrm>
              <a:off x="5404022"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0" name="Cube 1099"/>
            <p:cNvSpPr/>
            <p:nvPr/>
          </p:nvSpPr>
          <p:spPr>
            <a:xfrm>
              <a:off x="5722200"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1" name="Cube 1100"/>
            <p:cNvSpPr/>
            <p:nvPr/>
          </p:nvSpPr>
          <p:spPr>
            <a:xfrm>
              <a:off x="6040379"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2" name="Cube 1101"/>
            <p:cNvSpPr/>
            <p:nvPr/>
          </p:nvSpPr>
          <p:spPr>
            <a:xfrm>
              <a:off x="6358557"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6676735"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4" name="Cube 1103"/>
            <p:cNvSpPr/>
            <p:nvPr/>
          </p:nvSpPr>
          <p:spPr>
            <a:xfrm>
              <a:off x="6994914"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5" name="Cube 1104"/>
            <p:cNvSpPr/>
            <p:nvPr/>
          </p:nvSpPr>
          <p:spPr>
            <a:xfrm>
              <a:off x="7313092"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6" name="Cube 1105"/>
            <p:cNvSpPr/>
            <p:nvPr/>
          </p:nvSpPr>
          <p:spPr>
            <a:xfrm>
              <a:off x="7631270"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5404022"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8" name="Cube 1107"/>
            <p:cNvSpPr/>
            <p:nvPr/>
          </p:nvSpPr>
          <p:spPr>
            <a:xfrm>
              <a:off x="5722200"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6040379"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0" name="Cube 1109"/>
            <p:cNvSpPr/>
            <p:nvPr/>
          </p:nvSpPr>
          <p:spPr>
            <a:xfrm>
              <a:off x="6358557"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1" name="Cube 1110"/>
            <p:cNvSpPr/>
            <p:nvPr/>
          </p:nvSpPr>
          <p:spPr>
            <a:xfrm>
              <a:off x="6676735"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2" name="Cube 1111"/>
            <p:cNvSpPr/>
            <p:nvPr/>
          </p:nvSpPr>
          <p:spPr>
            <a:xfrm>
              <a:off x="6994914"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3" name="Cube 1112"/>
            <p:cNvSpPr/>
            <p:nvPr/>
          </p:nvSpPr>
          <p:spPr>
            <a:xfrm>
              <a:off x="7313092"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4" name="Cube 1113"/>
            <p:cNvSpPr/>
            <p:nvPr/>
          </p:nvSpPr>
          <p:spPr>
            <a:xfrm>
              <a:off x="7631270"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5" name="Cube 1114"/>
            <p:cNvSpPr/>
            <p:nvPr/>
          </p:nvSpPr>
          <p:spPr>
            <a:xfrm>
              <a:off x="5404022"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6" name="Cube 1115"/>
            <p:cNvSpPr/>
            <p:nvPr/>
          </p:nvSpPr>
          <p:spPr>
            <a:xfrm>
              <a:off x="5722200"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7" name="Cube 1116"/>
            <p:cNvSpPr/>
            <p:nvPr/>
          </p:nvSpPr>
          <p:spPr>
            <a:xfrm>
              <a:off x="6040379"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8" name="Cube 1117"/>
            <p:cNvSpPr/>
            <p:nvPr/>
          </p:nvSpPr>
          <p:spPr>
            <a:xfrm>
              <a:off x="6358557"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9" name="Cube 1118"/>
            <p:cNvSpPr/>
            <p:nvPr/>
          </p:nvSpPr>
          <p:spPr>
            <a:xfrm>
              <a:off x="6676735"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0" name="Cube 1119"/>
            <p:cNvSpPr/>
            <p:nvPr/>
          </p:nvSpPr>
          <p:spPr>
            <a:xfrm>
              <a:off x="6994914"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1" name="Cube 1120"/>
            <p:cNvSpPr/>
            <p:nvPr/>
          </p:nvSpPr>
          <p:spPr>
            <a:xfrm>
              <a:off x="7313092"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2" name="Cube 1121"/>
            <p:cNvSpPr/>
            <p:nvPr/>
          </p:nvSpPr>
          <p:spPr>
            <a:xfrm>
              <a:off x="7631270"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3" name="Cube 1122"/>
            <p:cNvSpPr/>
            <p:nvPr/>
          </p:nvSpPr>
          <p:spPr>
            <a:xfrm>
              <a:off x="5404022"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4" name="Cube 1123"/>
            <p:cNvSpPr/>
            <p:nvPr/>
          </p:nvSpPr>
          <p:spPr>
            <a:xfrm>
              <a:off x="5722200"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5" name="Cube 1124"/>
            <p:cNvSpPr/>
            <p:nvPr/>
          </p:nvSpPr>
          <p:spPr>
            <a:xfrm>
              <a:off x="6040379"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6" name="Cube 1125"/>
            <p:cNvSpPr/>
            <p:nvPr/>
          </p:nvSpPr>
          <p:spPr>
            <a:xfrm>
              <a:off x="6358557"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7" name="Cube 1126"/>
            <p:cNvSpPr/>
            <p:nvPr/>
          </p:nvSpPr>
          <p:spPr>
            <a:xfrm>
              <a:off x="6676735"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8" name="Cube 1127"/>
            <p:cNvSpPr/>
            <p:nvPr/>
          </p:nvSpPr>
          <p:spPr>
            <a:xfrm>
              <a:off x="6994914"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9" name="Cube 1128"/>
            <p:cNvSpPr/>
            <p:nvPr/>
          </p:nvSpPr>
          <p:spPr>
            <a:xfrm>
              <a:off x="7313092"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Cube 1129"/>
            <p:cNvSpPr/>
            <p:nvPr/>
          </p:nvSpPr>
          <p:spPr>
            <a:xfrm>
              <a:off x="7631270"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1" name="Cube 1130"/>
            <p:cNvSpPr/>
            <p:nvPr/>
          </p:nvSpPr>
          <p:spPr>
            <a:xfrm>
              <a:off x="5404022"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2" name="Cube 1131"/>
            <p:cNvSpPr/>
            <p:nvPr/>
          </p:nvSpPr>
          <p:spPr>
            <a:xfrm>
              <a:off x="5722200"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3" name="Cube 1132"/>
            <p:cNvSpPr/>
            <p:nvPr/>
          </p:nvSpPr>
          <p:spPr>
            <a:xfrm>
              <a:off x="6040379" y="3776685"/>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4" name="Cube 1133"/>
            <p:cNvSpPr/>
            <p:nvPr/>
          </p:nvSpPr>
          <p:spPr>
            <a:xfrm>
              <a:off x="6358557"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5" name="Cube 1134"/>
            <p:cNvSpPr/>
            <p:nvPr/>
          </p:nvSpPr>
          <p:spPr>
            <a:xfrm>
              <a:off x="6676735"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6" name="Cube 1135"/>
            <p:cNvSpPr/>
            <p:nvPr/>
          </p:nvSpPr>
          <p:spPr>
            <a:xfrm>
              <a:off x="6994914"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7" name="Cube 1136"/>
            <p:cNvSpPr/>
            <p:nvPr/>
          </p:nvSpPr>
          <p:spPr>
            <a:xfrm>
              <a:off x="7313092"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8" name="Cube 1137"/>
            <p:cNvSpPr/>
            <p:nvPr/>
          </p:nvSpPr>
          <p:spPr>
            <a:xfrm>
              <a:off x="7631270"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9" name="Cube 1138"/>
            <p:cNvSpPr/>
            <p:nvPr/>
          </p:nvSpPr>
          <p:spPr>
            <a:xfrm>
              <a:off x="5404022"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0" name="Cube 1139"/>
            <p:cNvSpPr/>
            <p:nvPr/>
          </p:nvSpPr>
          <p:spPr>
            <a:xfrm>
              <a:off x="5722200"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1" name="Cube 1140"/>
            <p:cNvSpPr/>
            <p:nvPr/>
          </p:nvSpPr>
          <p:spPr>
            <a:xfrm>
              <a:off x="6040379"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2" name="Cube 1141"/>
            <p:cNvSpPr/>
            <p:nvPr/>
          </p:nvSpPr>
          <p:spPr>
            <a:xfrm>
              <a:off x="6358557"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3" name="Cube 1142"/>
            <p:cNvSpPr/>
            <p:nvPr/>
          </p:nvSpPr>
          <p:spPr>
            <a:xfrm>
              <a:off x="6676735"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4" name="Cube 1143"/>
            <p:cNvSpPr/>
            <p:nvPr/>
          </p:nvSpPr>
          <p:spPr>
            <a:xfrm>
              <a:off x="6994914"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5" name="Cube 1144"/>
            <p:cNvSpPr/>
            <p:nvPr/>
          </p:nvSpPr>
          <p:spPr>
            <a:xfrm>
              <a:off x="7313092"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6" name="Cube 1145"/>
            <p:cNvSpPr/>
            <p:nvPr/>
          </p:nvSpPr>
          <p:spPr>
            <a:xfrm>
              <a:off x="7631270"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7" name="Cube 1146"/>
            <p:cNvSpPr/>
            <p:nvPr/>
          </p:nvSpPr>
          <p:spPr>
            <a:xfrm>
              <a:off x="5404022"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8" name="Cube 1147"/>
            <p:cNvSpPr/>
            <p:nvPr/>
          </p:nvSpPr>
          <p:spPr>
            <a:xfrm>
              <a:off x="5722200"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9" name="Cube 1148"/>
            <p:cNvSpPr/>
            <p:nvPr/>
          </p:nvSpPr>
          <p:spPr>
            <a:xfrm>
              <a:off x="6040379"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0" name="Cube 1149"/>
            <p:cNvSpPr/>
            <p:nvPr/>
          </p:nvSpPr>
          <p:spPr>
            <a:xfrm>
              <a:off x="6358557"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1" name="Cube 1150"/>
            <p:cNvSpPr/>
            <p:nvPr/>
          </p:nvSpPr>
          <p:spPr>
            <a:xfrm>
              <a:off x="6676735"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2" name="Cube 1151"/>
            <p:cNvSpPr/>
            <p:nvPr/>
          </p:nvSpPr>
          <p:spPr>
            <a:xfrm>
              <a:off x="6994914"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3" name="Cube 1152"/>
            <p:cNvSpPr/>
            <p:nvPr/>
          </p:nvSpPr>
          <p:spPr>
            <a:xfrm>
              <a:off x="7313092"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4" name="Cube 1153"/>
            <p:cNvSpPr/>
            <p:nvPr/>
          </p:nvSpPr>
          <p:spPr>
            <a:xfrm>
              <a:off x="7631270"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5" name="Cube 1154"/>
            <p:cNvSpPr/>
            <p:nvPr/>
          </p:nvSpPr>
          <p:spPr>
            <a:xfrm>
              <a:off x="5404022"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6" name="Cube 1155"/>
            <p:cNvSpPr/>
            <p:nvPr/>
          </p:nvSpPr>
          <p:spPr>
            <a:xfrm>
              <a:off x="5722200"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7" name="Cube 1156"/>
            <p:cNvSpPr/>
            <p:nvPr/>
          </p:nvSpPr>
          <p:spPr>
            <a:xfrm>
              <a:off x="6040379"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8" name="Cube 1157"/>
            <p:cNvSpPr/>
            <p:nvPr/>
          </p:nvSpPr>
          <p:spPr>
            <a:xfrm>
              <a:off x="6358557"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9" name="Cube 1158"/>
            <p:cNvSpPr/>
            <p:nvPr/>
          </p:nvSpPr>
          <p:spPr>
            <a:xfrm>
              <a:off x="6676735"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0" name="Cube 1159"/>
            <p:cNvSpPr/>
            <p:nvPr/>
          </p:nvSpPr>
          <p:spPr>
            <a:xfrm>
              <a:off x="6994914"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1" name="Cube 1160"/>
            <p:cNvSpPr/>
            <p:nvPr/>
          </p:nvSpPr>
          <p:spPr>
            <a:xfrm>
              <a:off x="7313092"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2" name="Cube 1161"/>
            <p:cNvSpPr/>
            <p:nvPr/>
          </p:nvSpPr>
          <p:spPr>
            <a:xfrm>
              <a:off x="7631270"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348" name="Group 1347"/>
          <p:cNvGrpSpPr>
            <a:grpSpLocks noChangeAspect="1"/>
          </p:cNvGrpSpPr>
          <p:nvPr/>
        </p:nvGrpSpPr>
        <p:grpSpPr>
          <a:xfrm>
            <a:off x="3237827" y="1402190"/>
            <a:ext cx="1463040" cy="1457677"/>
            <a:chOff x="5647268" y="1619907"/>
            <a:chExt cx="1026310" cy="1022547"/>
          </a:xfrm>
          <a:solidFill>
            <a:schemeClr val="accent5">
              <a:lumMod val="40000"/>
              <a:lumOff val="60000"/>
            </a:schemeClr>
          </a:solidFill>
        </p:grpSpPr>
        <p:cxnSp>
          <p:nvCxnSpPr>
            <p:cNvPr id="1350" name="Straight Connector 1349"/>
            <p:cNvCxnSpPr>
              <a:stCxn id="1351" idx="4"/>
              <a:endCxn id="1355" idx="0"/>
            </p:cNvCxnSpPr>
            <p:nvPr/>
          </p:nvCxnSpPr>
          <p:spPr>
            <a:xfrm>
              <a:off x="6160423" y="1761467"/>
              <a:ext cx="0" cy="29893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51" name="Oval 1350"/>
            <p:cNvSpPr/>
            <p:nvPr/>
          </p:nvSpPr>
          <p:spPr>
            <a:xfrm>
              <a:off x="6089643" y="1619907"/>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2" name="Oval 1351"/>
            <p:cNvSpPr/>
            <p:nvPr/>
          </p:nvSpPr>
          <p:spPr>
            <a:xfrm>
              <a:off x="6343983" y="1782473"/>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53" name="Straight Connector 1352"/>
            <p:cNvCxnSpPr>
              <a:stCxn id="1355" idx="7"/>
            </p:cNvCxnSpPr>
            <p:nvPr/>
          </p:nvCxnSpPr>
          <p:spPr>
            <a:xfrm flipV="1">
              <a:off x="6210472" y="1854813"/>
              <a:ext cx="200718" cy="226318"/>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54" name="Oval 1353"/>
            <p:cNvSpPr/>
            <p:nvPr/>
          </p:nvSpPr>
          <p:spPr>
            <a:xfrm>
              <a:off x="5647268" y="2060400"/>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5" name="Oval 1354"/>
            <p:cNvSpPr/>
            <p:nvPr/>
          </p:nvSpPr>
          <p:spPr>
            <a:xfrm>
              <a:off x="6089643" y="2060400"/>
              <a:ext cx="141560" cy="141560"/>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56" name="Straight Connector 1355"/>
            <p:cNvCxnSpPr>
              <a:stCxn id="1354" idx="6"/>
              <a:endCxn id="1355" idx="2"/>
            </p:cNvCxnSpPr>
            <p:nvPr/>
          </p:nvCxnSpPr>
          <p:spPr>
            <a:xfrm>
              <a:off x="5788828" y="2131180"/>
              <a:ext cx="30081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57" name="Oval 1356"/>
            <p:cNvSpPr/>
            <p:nvPr/>
          </p:nvSpPr>
          <p:spPr>
            <a:xfrm>
              <a:off x="6532018" y="2060400"/>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58" name="Straight Connector 1357"/>
            <p:cNvCxnSpPr>
              <a:stCxn id="1355" idx="6"/>
              <a:endCxn id="1357" idx="2"/>
            </p:cNvCxnSpPr>
            <p:nvPr/>
          </p:nvCxnSpPr>
          <p:spPr>
            <a:xfrm>
              <a:off x="6231203" y="2131180"/>
              <a:ext cx="30081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59" name="Oval 1358"/>
            <p:cNvSpPr/>
            <p:nvPr/>
          </p:nvSpPr>
          <p:spPr>
            <a:xfrm>
              <a:off x="5839355" y="2314506"/>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0" name="Oval 1359"/>
            <p:cNvSpPr/>
            <p:nvPr/>
          </p:nvSpPr>
          <p:spPr>
            <a:xfrm>
              <a:off x="6089643" y="2500894"/>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61" name="Straight Connector 1360"/>
            <p:cNvCxnSpPr>
              <a:stCxn id="1359" idx="7"/>
            </p:cNvCxnSpPr>
            <p:nvPr/>
          </p:nvCxnSpPr>
          <p:spPr>
            <a:xfrm flipV="1">
              <a:off x="5960184" y="2144309"/>
              <a:ext cx="191870" cy="190928"/>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2" name="Straight Connector 1361"/>
            <p:cNvCxnSpPr>
              <a:stCxn id="1355" idx="4"/>
              <a:endCxn id="1360" idx="0"/>
            </p:cNvCxnSpPr>
            <p:nvPr/>
          </p:nvCxnSpPr>
          <p:spPr>
            <a:xfrm>
              <a:off x="6160423" y="2201960"/>
              <a:ext cx="0" cy="29893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63" name="Group 1362"/>
          <p:cNvGrpSpPr>
            <a:grpSpLocks noChangeAspect="1"/>
          </p:cNvGrpSpPr>
          <p:nvPr/>
        </p:nvGrpSpPr>
        <p:grpSpPr>
          <a:xfrm>
            <a:off x="6544784" y="1402190"/>
            <a:ext cx="1463040" cy="1457677"/>
            <a:chOff x="5647268" y="1619907"/>
            <a:chExt cx="1026310" cy="1022547"/>
          </a:xfrm>
          <a:solidFill>
            <a:schemeClr val="bg1"/>
          </a:solidFill>
        </p:grpSpPr>
        <p:cxnSp>
          <p:nvCxnSpPr>
            <p:cNvPr id="1364" name="Straight Connector 1363"/>
            <p:cNvCxnSpPr>
              <a:stCxn id="1365" idx="4"/>
              <a:endCxn id="1369" idx="0"/>
            </p:cNvCxnSpPr>
            <p:nvPr/>
          </p:nvCxnSpPr>
          <p:spPr>
            <a:xfrm>
              <a:off x="6160423" y="1761467"/>
              <a:ext cx="0" cy="29893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65" name="Oval 1364"/>
            <p:cNvSpPr/>
            <p:nvPr/>
          </p:nvSpPr>
          <p:spPr>
            <a:xfrm>
              <a:off x="6089643" y="1619907"/>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6" name="Oval 1365"/>
            <p:cNvSpPr/>
            <p:nvPr/>
          </p:nvSpPr>
          <p:spPr>
            <a:xfrm>
              <a:off x="6343983" y="1782473"/>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67" name="Straight Connector 1366"/>
            <p:cNvCxnSpPr>
              <a:stCxn id="1369" idx="7"/>
            </p:cNvCxnSpPr>
            <p:nvPr/>
          </p:nvCxnSpPr>
          <p:spPr>
            <a:xfrm flipV="1">
              <a:off x="6210472" y="1854813"/>
              <a:ext cx="200718" cy="226318"/>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68" name="Oval 1367"/>
            <p:cNvSpPr/>
            <p:nvPr/>
          </p:nvSpPr>
          <p:spPr>
            <a:xfrm>
              <a:off x="5647268" y="2060400"/>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9" name="Oval 1368"/>
            <p:cNvSpPr/>
            <p:nvPr/>
          </p:nvSpPr>
          <p:spPr>
            <a:xfrm>
              <a:off x="6089643" y="2060400"/>
              <a:ext cx="141560" cy="14156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70" name="Straight Connector 1369"/>
            <p:cNvCxnSpPr>
              <a:stCxn id="1368" idx="6"/>
              <a:endCxn id="1369" idx="2"/>
            </p:cNvCxnSpPr>
            <p:nvPr/>
          </p:nvCxnSpPr>
          <p:spPr>
            <a:xfrm>
              <a:off x="5788828" y="2131180"/>
              <a:ext cx="30081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71" name="Oval 1370"/>
            <p:cNvSpPr/>
            <p:nvPr/>
          </p:nvSpPr>
          <p:spPr>
            <a:xfrm>
              <a:off x="6532018" y="2060400"/>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72" name="Straight Connector 1371"/>
            <p:cNvCxnSpPr>
              <a:stCxn id="1369" idx="6"/>
              <a:endCxn id="1371" idx="2"/>
            </p:cNvCxnSpPr>
            <p:nvPr/>
          </p:nvCxnSpPr>
          <p:spPr>
            <a:xfrm>
              <a:off x="6231203" y="2131180"/>
              <a:ext cx="30081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73" name="Oval 1372"/>
            <p:cNvSpPr/>
            <p:nvPr/>
          </p:nvSpPr>
          <p:spPr>
            <a:xfrm>
              <a:off x="5839355" y="2314506"/>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4" name="Oval 1373"/>
            <p:cNvSpPr/>
            <p:nvPr/>
          </p:nvSpPr>
          <p:spPr>
            <a:xfrm>
              <a:off x="6089643" y="2500894"/>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75" name="Straight Connector 1374"/>
            <p:cNvCxnSpPr>
              <a:stCxn id="1373" idx="7"/>
            </p:cNvCxnSpPr>
            <p:nvPr/>
          </p:nvCxnSpPr>
          <p:spPr>
            <a:xfrm flipV="1">
              <a:off x="5960184" y="2144309"/>
              <a:ext cx="191870" cy="190928"/>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6" name="Straight Connector 1375"/>
            <p:cNvCxnSpPr>
              <a:stCxn id="1369" idx="4"/>
              <a:endCxn id="1374" idx="0"/>
            </p:cNvCxnSpPr>
            <p:nvPr/>
          </p:nvCxnSpPr>
          <p:spPr>
            <a:xfrm>
              <a:off x="6160423" y="2201960"/>
              <a:ext cx="0" cy="29893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77" name="Group 1376"/>
          <p:cNvGrpSpPr/>
          <p:nvPr/>
        </p:nvGrpSpPr>
        <p:grpSpPr>
          <a:xfrm>
            <a:off x="8177492" y="2134729"/>
            <a:ext cx="836185" cy="868679"/>
            <a:chOff x="5009227" y="4306159"/>
            <a:chExt cx="1002300" cy="1041249"/>
          </a:xfrm>
        </p:grpSpPr>
        <p:sp>
          <p:nvSpPr>
            <p:cNvPr id="1378" name="Cube 1377"/>
            <p:cNvSpPr/>
            <p:nvPr/>
          </p:nvSpPr>
          <p:spPr>
            <a:xfrm>
              <a:off x="5461671" y="45248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9" name="Cube 1378"/>
            <p:cNvSpPr/>
            <p:nvPr/>
          </p:nvSpPr>
          <p:spPr>
            <a:xfrm>
              <a:off x="5327405" y="49814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0" name="Cube 1379"/>
            <p:cNvSpPr/>
            <p:nvPr/>
          </p:nvSpPr>
          <p:spPr>
            <a:xfrm>
              <a:off x="5009227" y="46438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1" name="Cube 1380"/>
            <p:cNvSpPr/>
            <p:nvPr/>
          </p:nvSpPr>
          <p:spPr>
            <a:xfrm>
              <a:off x="5327405" y="4643812"/>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2" name="Cube 1381"/>
            <p:cNvSpPr/>
            <p:nvPr/>
          </p:nvSpPr>
          <p:spPr>
            <a:xfrm>
              <a:off x="5645584" y="46438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3" name="Cube 1382"/>
            <p:cNvSpPr/>
            <p:nvPr/>
          </p:nvSpPr>
          <p:spPr>
            <a:xfrm>
              <a:off x="5327405" y="43061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4" name="Cube 1383"/>
            <p:cNvSpPr/>
            <p:nvPr/>
          </p:nvSpPr>
          <p:spPr>
            <a:xfrm>
              <a:off x="5193139" y="47627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385" name="Group 1384"/>
          <p:cNvGrpSpPr/>
          <p:nvPr/>
        </p:nvGrpSpPr>
        <p:grpSpPr>
          <a:xfrm>
            <a:off x="4866090" y="2079549"/>
            <a:ext cx="836185" cy="868679"/>
            <a:chOff x="5009227" y="4306159"/>
            <a:chExt cx="1002300" cy="1041249"/>
          </a:xfrm>
          <a:solidFill>
            <a:schemeClr val="accent5">
              <a:lumMod val="40000"/>
              <a:lumOff val="60000"/>
            </a:schemeClr>
          </a:solidFill>
        </p:grpSpPr>
        <p:sp>
          <p:nvSpPr>
            <p:cNvPr id="1386" name="Cube 1385"/>
            <p:cNvSpPr/>
            <p:nvPr/>
          </p:nvSpPr>
          <p:spPr>
            <a:xfrm>
              <a:off x="5461671" y="45248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7" name="Cube 1386"/>
            <p:cNvSpPr/>
            <p:nvPr/>
          </p:nvSpPr>
          <p:spPr>
            <a:xfrm>
              <a:off x="5327405" y="49814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8" name="Cube 1387"/>
            <p:cNvSpPr/>
            <p:nvPr/>
          </p:nvSpPr>
          <p:spPr>
            <a:xfrm>
              <a:off x="5009227" y="46438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9" name="Cube 1388"/>
            <p:cNvSpPr/>
            <p:nvPr/>
          </p:nvSpPr>
          <p:spPr>
            <a:xfrm>
              <a:off x="5327405" y="4643812"/>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0" name="Cube 1389"/>
            <p:cNvSpPr/>
            <p:nvPr/>
          </p:nvSpPr>
          <p:spPr>
            <a:xfrm>
              <a:off x="5645584" y="46438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1" name="Cube 1390"/>
            <p:cNvSpPr/>
            <p:nvPr/>
          </p:nvSpPr>
          <p:spPr>
            <a:xfrm>
              <a:off x="5327405" y="43061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2" name="Cube 1391"/>
            <p:cNvSpPr/>
            <p:nvPr/>
          </p:nvSpPr>
          <p:spPr>
            <a:xfrm>
              <a:off x="5193139" y="47627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393" name="TextBox 1392"/>
          <p:cNvSpPr txBox="1"/>
          <p:nvPr/>
        </p:nvSpPr>
        <p:spPr>
          <a:xfrm>
            <a:off x="301698" y="6041408"/>
            <a:ext cx="8540608" cy="369332"/>
          </a:xfrm>
          <a:prstGeom prst="rect">
            <a:avLst/>
          </a:prstGeom>
          <a:noFill/>
        </p:spPr>
        <p:txBody>
          <a:bodyPr wrap="none" rtlCol="0">
            <a:spAutoFit/>
          </a:bodyPr>
          <a:lstStyle/>
          <a:p>
            <a:pPr algn="ctr"/>
            <a:r>
              <a:rPr lang="en-US" dirty="0"/>
              <a:t>The </a:t>
            </a:r>
            <a:r>
              <a:rPr lang="en-US" b="1" dirty="0">
                <a:solidFill>
                  <a:schemeClr val="accent6"/>
                </a:solidFill>
              </a:rPr>
              <a:t>output value</a:t>
            </a:r>
            <a:r>
              <a:rPr lang="en-US" dirty="0"/>
              <a:t> is computed based on the </a:t>
            </a:r>
            <a:r>
              <a:rPr lang="en-US" b="1" dirty="0">
                <a:solidFill>
                  <a:schemeClr val="accent5"/>
                </a:solidFill>
              </a:rPr>
              <a:t>corresponding and neighboring input values</a:t>
            </a:r>
          </a:p>
        </p:txBody>
      </p:sp>
    </p:spTree>
    <p:extLst>
      <p:ext uri="{BB962C8B-B14F-4D97-AF65-F5344CB8AC3E}">
        <p14:creationId xmlns:p14="http://schemas.microsoft.com/office/powerpoint/2010/main" val="1346628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9"/>
                                        </p:tgtEl>
                                        <p:attrNameLst>
                                          <p:attrName>style.visibility</p:attrName>
                                        </p:attrNameLst>
                                      </p:cBhvr>
                                      <p:to>
                                        <p:strVal val="visible"/>
                                      </p:to>
                                    </p:set>
                                    <p:animEffect transition="in" filter="fade">
                                      <p:cBhvr>
                                        <p:cTn id="10" dur="500"/>
                                        <p:tgtEl>
                                          <p:spTgt spid="8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0"/>
                                        </p:tgtEl>
                                        <p:attrNameLst>
                                          <p:attrName>style.visibility</p:attrName>
                                        </p:attrNameLst>
                                      </p:cBhvr>
                                      <p:to>
                                        <p:strVal val="visible"/>
                                      </p:to>
                                    </p:set>
                                    <p:animEffect transition="in" filter="fade">
                                      <p:cBhvr>
                                        <p:cTn id="13" dur="500"/>
                                        <p:tgtEl>
                                          <p:spTgt spid="90"/>
                                        </p:tgtEl>
                                      </p:cBhvr>
                                    </p:animEffect>
                                  </p:childTnLst>
                                </p:cTn>
                              </p:par>
                              <p:par>
                                <p:cTn id="14" presetID="10" presetClass="entr" presetSubtype="0" fill="hold" nodeType="withEffect">
                                  <p:stCondLst>
                                    <p:cond delay="0"/>
                                  </p:stCondLst>
                                  <p:childTnLst>
                                    <p:set>
                                      <p:cBhvr>
                                        <p:cTn id="15" dur="1" fill="hold">
                                          <p:stCondLst>
                                            <p:cond delay="0"/>
                                          </p:stCondLst>
                                        </p:cTn>
                                        <p:tgtEl>
                                          <p:spTgt spid="1348"/>
                                        </p:tgtEl>
                                        <p:attrNameLst>
                                          <p:attrName>style.visibility</p:attrName>
                                        </p:attrNameLst>
                                      </p:cBhvr>
                                      <p:to>
                                        <p:strVal val="visible"/>
                                      </p:to>
                                    </p:set>
                                    <p:animEffect transition="in" filter="fade">
                                      <p:cBhvr>
                                        <p:cTn id="16" dur="500"/>
                                        <p:tgtEl>
                                          <p:spTgt spid="1348"/>
                                        </p:tgtEl>
                                      </p:cBhvr>
                                    </p:animEffect>
                                  </p:childTnLst>
                                </p:cTn>
                              </p:par>
                              <p:par>
                                <p:cTn id="17" presetID="10" presetClass="entr" presetSubtype="0" fill="hold" nodeType="withEffect">
                                  <p:stCondLst>
                                    <p:cond delay="0"/>
                                  </p:stCondLst>
                                  <p:childTnLst>
                                    <p:set>
                                      <p:cBhvr>
                                        <p:cTn id="18" dur="1" fill="hold">
                                          <p:stCondLst>
                                            <p:cond delay="0"/>
                                          </p:stCondLst>
                                        </p:cTn>
                                        <p:tgtEl>
                                          <p:spTgt spid="1363"/>
                                        </p:tgtEl>
                                        <p:attrNameLst>
                                          <p:attrName>style.visibility</p:attrName>
                                        </p:attrNameLst>
                                      </p:cBhvr>
                                      <p:to>
                                        <p:strVal val="visible"/>
                                      </p:to>
                                    </p:set>
                                    <p:animEffect transition="in" filter="fade">
                                      <p:cBhvr>
                                        <p:cTn id="19" dur="500"/>
                                        <p:tgtEl>
                                          <p:spTgt spid="136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93"/>
                                        </p:tgtEl>
                                        <p:attrNameLst>
                                          <p:attrName>style.visibility</p:attrName>
                                        </p:attrNameLst>
                                      </p:cBhvr>
                                      <p:to>
                                        <p:strVal val="visible"/>
                                      </p:to>
                                    </p:set>
                                    <p:animEffect transition="in" filter="fade">
                                      <p:cBhvr>
                                        <p:cTn id="22" dur="500"/>
                                        <p:tgtEl>
                                          <p:spTgt spid="139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8"/>
                                        </p:tgtEl>
                                        <p:attrNameLst>
                                          <p:attrName>style.visibility</p:attrName>
                                        </p:attrNameLst>
                                      </p:cBhvr>
                                      <p:to>
                                        <p:strVal val="visible"/>
                                      </p:to>
                                    </p:set>
                                    <p:animEffect transition="in" filter="fade">
                                      <p:cBhvr>
                                        <p:cTn id="27" dur="500"/>
                                        <p:tgtEl>
                                          <p:spTgt spid="88"/>
                                        </p:tgtEl>
                                      </p:cBhvr>
                                    </p:animEffect>
                                  </p:childTnLst>
                                </p:cTn>
                              </p:par>
                              <p:par>
                                <p:cTn id="28" presetID="10" presetClass="entr" presetSubtype="0" fill="hold" nodeType="withEffect">
                                  <p:stCondLst>
                                    <p:cond delay="0"/>
                                  </p:stCondLst>
                                  <p:childTnLst>
                                    <p:set>
                                      <p:cBhvr>
                                        <p:cTn id="29" dur="1" fill="hold">
                                          <p:stCondLst>
                                            <p:cond delay="0"/>
                                          </p:stCondLst>
                                        </p:cTn>
                                        <p:tgtEl>
                                          <p:spTgt spid="92"/>
                                        </p:tgtEl>
                                        <p:attrNameLst>
                                          <p:attrName>style.visibility</p:attrName>
                                        </p:attrNameLst>
                                      </p:cBhvr>
                                      <p:to>
                                        <p:strVal val="visible"/>
                                      </p:to>
                                    </p:set>
                                    <p:animEffect transition="in" filter="fade">
                                      <p:cBhvr>
                                        <p:cTn id="30" dur="500"/>
                                        <p:tgtEl>
                                          <p:spTgt spid="92"/>
                                        </p:tgtEl>
                                      </p:cBhvr>
                                    </p:animEffect>
                                  </p:childTnLst>
                                </p:cTn>
                              </p:par>
                              <p:par>
                                <p:cTn id="31" presetID="10" presetClass="entr" presetSubtype="0" fill="hold" nodeType="withEffect">
                                  <p:stCondLst>
                                    <p:cond delay="0"/>
                                  </p:stCondLst>
                                  <p:childTnLst>
                                    <p:set>
                                      <p:cBhvr>
                                        <p:cTn id="32" dur="1" fill="hold">
                                          <p:stCondLst>
                                            <p:cond delay="0"/>
                                          </p:stCondLst>
                                        </p:cTn>
                                        <p:tgtEl>
                                          <p:spTgt spid="650"/>
                                        </p:tgtEl>
                                        <p:attrNameLst>
                                          <p:attrName>style.visibility</p:attrName>
                                        </p:attrNameLst>
                                      </p:cBhvr>
                                      <p:to>
                                        <p:strVal val="visible"/>
                                      </p:to>
                                    </p:set>
                                    <p:animEffect transition="in" filter="fade">
                                      <p:cBhvr>
                                        <p:cTn id="33" dur="500"/>
                                        <p:tgtEl>
                                          <p:spTgt spid="65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385"/>
                                        </p:tgtEl>
                                        <p:attrNameLst>
                                          <p:attrName>style.visibility</p:attrName>
                                        </p:attrNameLst>
                                      </p:cBhvr>
                                      <p:to>
                                        <p:strVal val="visible"/>
                                      </p:to>
                                    </p:set>
                                    <p:animEffect transition="in" filter="fade">
                                      <p:cBhvr>
                                        <p:cTn id="38" dur="500"/>
                                        <p:tgtEl>
                                          <p:spTgt spid="1385"/>
                                        </p:tgtEl>
                                      </p:cBhvr>
                                    </p:animEffect>
                                  </p:childTnLst>
                                </p:cTn>
                              </p:par>
                              <p:par>
                                <p:cTn id="39" presetID="10" presetClass="entr" presetSubtype="0" fill="hold" nodeType="withEffect">
                                  <p:stCondLst>
                                    <p:cond delay="0"/>
                                  </p:stCondLst>
                                  <p:childTnLst>
                                    <p:set>
                                      <p:cBhvr>
                                        <p:cTn id="40" dur="1" fill="hold">
                                          <p:stCondLst>
                                            <p:cond delay="0"/>
                                          </p:stCondLst>
                                        </p:cTn>
                                        <p:tgtEl>
                                          <p:spTgt spid="1377"/>
                                        </p:tgtEl>
                                        <p:attrNameLst>
                                          <p:attrName>style.visibility</p:attrName>
                                        </p:attrNameLst>
                                      </p:cBhvr>
                                      <p:to>
                                        <p:strVal val="visible"/>
                                      </p:to>
                                    </p:set>
                                    <p:animEffect transition="in" filter="fade">
                                      <p:cBhvr>
                                        <p:cTn id="41" dur="500"/>
                                        <p:tgtEl>
                                          <p:spTgt spid="1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8" grpId="0"/>
      <p:bldP spid="89" grpId="0"/>
      <p:bldP spid="90" grpId="0"/>
      <p:bldP spid="139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 name="Table 91"/>
          <p:cNvGraphicFramePr>
            <a:graphicFrameLocks noGrp="1"/>
          </p:cNvGraphicFramePr>
          <p:nvPr>
            <p:extLst>
              <p:ext uri="{D42A27DB-BD31-4B8C-83A1-F6EECF244321}">
                <p14:modId xmlns:p14="http://schemas.microsoft.com/office/powerpoint/2010/main" val="1136952428"/>
              </p:ext>
            </p:extLst>
          </p:nvPr>
        </p:nvGraphicFramePr>
        <p:xfrm>
          <a:off x="5813264" y="3066172"/>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0"/>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1"/>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2"/>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3"/>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4"/>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5"/>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6"/>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7"/>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8"/>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9"/>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0"/>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1"/>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2"/>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3"/>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4"/>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5"/>
                  </a:ext>
                </a:extLst>
              </a:tr>
            </a:tbl>
          </a:graphicData>
        </a:graphic>
      </p:graphicFrame>
      <p:sp>
        <p:nvSpPr>
          <p:cNvPr id="4" name="Text Placeholder 3"/>
          <p:cNvSpPr>
            <a:spLocks noGrp="1"/>
          </p:cNvSpPr>
          <p:nvPr>
            <p:ph type="body" idx="10"/>
          </p:nvPr>
        </p:nvSpPr>
        <p:spPr/>
        <p:txBody>
          <a:bodyPr/>
          <a:lstStyle/>
          <a:p>
            <a:r>
              <a:rPr lang="en-US" dirty="0"/>
              <a:t>Parallelizing Stencil (2D)</a:t>
            </a:r>
          </a:p>
        </p:txBody>
      </p:sp>
      <p:grpSp>
        <p:nvGrpSpPr>
          <p:cNvPr id="96" name="Group 95"/>
          <p:cNvGrpSpPr>
            <a:grpSpLocks noChangeAspect="1"/>
          </p:cNvGrpSpPr>
          <p:nvPr/>
        </p:nvGrpSpPr>
        <p:grpSpPr>
          <a:xfrm>
            <a:off x="3235005" y="1460360"/>
            <a:ext cx="1468685" cy="1463040"/>
            <a:chOff x="4457700" y="3314700"/>
            <a:chExt cx="2371726" cy="2362608"/>
          </a:xfrm>
          <a:solidFill>
            <a:schemeClr val="bg1"/>
          </a:solidFill>
        </p:grpSpPr>
        <p:cxnSp>
          <p:nvCxnSpPr>
            <p:cNvPr id="13" name="Straight Connector 12"/>
            <p:cNvCxnSpPr>
              <a:stCxn id="7" idx="4"/>
              <a:endCxn id="9" idx="0"/>
            </p:cNvCxnSpPr>
            <p:nvPr/>
          </p:nvCxnSpPr>
          <p:spPr>
            <a:xfrm>
              <a:off x="457200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4"/>
              <a:endCxn id="10" idx="0"/>
            </p:cNvCxnSpPr>
            <p:nvPr/>
          </p:nvCxnSpPr>
          <p:spPr>
            <a:xfrm>
              <a:off x="5286375"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40" idx="4"/>
              <a:endCxn id="42" idx="0"/>
            </p:cNvCxnSpPr>
            <p:nvPr/>
          </p:nvCxnSpPr>
          <p:spPr>
            <a:xfrm>
              <a:off x="600075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41" idx="4"/>
              <a:endCxn id="43" idx="0"/>
            </p:cNvCxnSpPr>
            <p:nvPr/>
          </p:nvCxnSpPr>
          <p:spPr>
            <a:xfrm>
              <a:off x="6715126"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4457700"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172075" y="3314700"/>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7" idx="6"/>
              <a:endCxn id="8" idx="2"/>
            </p:cNvCxnSpPr>
            <p:nvPr/>
          </p:nvCxnSpPr>
          <p:spPr>
            <a:xfrm>
              <a:off x="4686300"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5886450"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6600826"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a:stCxn id="40" idx="6"/>
              <a:endCxn id="41" idx="2"/>
            </p:cNvCxnSpPr>
            <p:nvPr/>
          </p:nvCxnSpPr>
          <p:spPr>
            <a:xfrm>
              <a:off x="6115050" y="3429000"/>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8" idx="6"/>
              <a:endCxn id="40" idx="2"/>
            </p:cNvCxnSpPr>
            <p:nvPr/>
          </p:nvCxnSpPr>
          <p:spPr>
            <a:xfrm>
              <a:off x="5400675"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4457700" y="4026036"/>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172075" y="4026036"/>
              <a:ext cx="228600" cy="228600"/>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a:stCxn id="9" idx="6"/>
              <a:endCxn id="10" idx="2"/>
            </p:cNvCxnSpPr>
            <p:nvPr/>
          </p:nvCxnSpPr>
          <p:spPr>
            <a:xfrm>
              <a:off x="4686300"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5886450" y="4026036"/>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6600826" y="4026036"/>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p:cNvCxnSpPr>
              <a:stCxn id="42" idx="6"/>
              <a:endCxn id="43" idx="2"/>
            </p:cNvCxnSpPr>
            <p:nvPr/>
          </p:nvCxnSpPr>
          <p:spPr>
            <a:xfrm>
              <a:off x="6115050" y="4140336"/>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10" idx="6"/>
              <a:endCxn id="42" idx="2"/>
            </p:cNvCxnSpPr>
            <p:nvPr/>
          </p:nvCxnSpPr>
          <p:spPr>
            <a:xfrm>
              <a:off x="5400675"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54" idx="4"/>
              <a:endCxn id="56" idx="0"/>
            </p:cNvCxnSpPr>
            <p:nvPr/>
          </p:nvCxnSpPr>
          <p:spPr>
            <a:xfrm>
              <a:off x="457200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55" idx="4"/>
              <a:endCxn id="57" idx="0"/>
            </p:cNvCxnSpPr>
            <p:nvPr/>
          </p:nvCxnSpPr>
          <p:spPr>
            <a:xfrm>
              <a:off x="5286375"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a:stCxn id="62" idx="4"/>
              <a:endCxn id="64" idx="0"/>
            </p:cNvCxnSpPr>
            <p:nvPr/>
          </p:nvCxnSpPr>
          <p:spPr>
            <a:xfrm>
              <a:off x="600075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63" idx="4"/>
              <a:endCxn id="65" idx="0"/>
            </p:cNvCxnSpPr>
            <p:nvPr/>
          </p:nvCxnSpPr>
          <p:spPr>
            <a:xfrm>
              <a:off x="6715126"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4457700"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5172075" y="4737372"/>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a:stCxn id="54" idx="6"/>
              <a:endCxn id="55" idx="2"/>
            </p:cNvCxnSpPr>
            <p:nvPr/>
          </p:nvCxnSpPr>
          <p:spPr>
            <a:xfrm>
              <a:off x="4686300"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5886450"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6600826"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p:cNvCxnSpPr>
              <a:stCxn id="62" idx="6"/>
              <a:endCxn id="63" idx="2"/>
            </p:cNvCxnSpPr>
            <p:nvPr/>
          </p:nvCxnSpPr>
          <p:spPr>
            <a:xfrm>
              <a:off x="6115050" y="4851672"/>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55" idx="6"/>
              <a:endCxn id="62" idx="2"/>
            </p:cNvCxnSpPr>
            <p:nvPr/>
          </p:nvCxnSpPr>
          <p:spPr>
            <a:xfrm>
              <a:off x="5400675"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4457700"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5172075"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p:cNvCxnSpPr>
              <a:stCxn id="56" idx="6"/>
              <a:endCxn id="57" idx="2"/>
            </p:cNvCxnSpPr>
            <p:nvPr/>
          </p:nvCxnSpPr>
          <p:spPr>
            <a:xfrm>
              <a:off x="4686300"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Oval 63"/>
            <p:cNvSpPr/>
            <p:nvPr/>
          </p:nvSpPr>
          <p:spPr>
            <a:xfrm>
              <a:off x="5886450"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6600826"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p:cNvCxnSpPr>
              <a:stCxn id="64" idx="6"/>
              <a:endCxn id="65" idx="2"/>
            </p:cNvCxnSpPr>
            <p:nvPr/>
          </p:nvCxnSpPr>
          <p:spPr>
            <a:xfrm>
              <a:off x="6115050" y="5563008"/>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57" idx="6"/>
              <a:endCxn id="64" idx="2"/>
            </p:cNvCxnSpPr>
            <p:nvPr/>
          </p:nvCxnSpPr>
          <p:spPr>
            <a:xfrm>
              <a:off x="5400675"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9" idx="4"/>
              <a:endCxn id="54" idx="0"/>
            </p:cNvCxnSpPr>
            <p:nvPr/>
          </p:nvCxnSpPr>
          <p:spPr>
            <a:xfrm>
              <a:off x="457200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10" idx="4"/>
              <a:endCxn id="55" idx="0"/>
            </p:cNvCxnSpPr>
            <p:nvPr/>
          </p:nvCxnSpPr>
          <p:spPr>
            <a:xfrm>
              <a:off x="5286375"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42" idx="4"/>
              <a:endCxn id="62" idx="0"/>
            </p:cNvCxnSpPr>
            <p:nvPr/>
          </p:nvCxnSpPr>
          <p:spPr>
            <a:xfrm>
              <a:off x="600075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43" idx="4"/>
              <a:endCxn id="63" idx="0"/>
            </p:cNvCxnSpPr>
            <p:nvPr/>
          </p:nvCxnSpPr>
          <p:spPr>
            <a:xfrm>
              <a:off x="6715126"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7" name="Group 96"/>
          <p:cNvGrpSpPr>
            <a:grpSpLocks noChangeAspect="1"/>
          </p:cNvGrpSpPr>
          <p:nvPr/>
        </p:nvGrpSpPr>
        <p:grpSpPr>
          <a:xfrm>
            <a:off x="6541962" y="1420946"/>
            <a:ext cx="1468685" cy="1463040"/>
            <a:chOff x="4457700" y="3314700"/>
            <a:chExt cx="2371726" cy="2362608"/>
          </a:xfrm>
          <a:solidFill>
            <a:schemeClr val="bg1"/>
          </a:solidFill>
        </p:grpSpPr>
        <p:cxnSp>
          <p:nvCxnSpPr>
            <p:cNvPr id="98" name="Straight Connector 97"/>
            <p:cNvCxnSpPr>
              <a:stCxn id="102" idx="4"/>
              <a:endCxn id="109" idx="0"/>
            </p:cNvCxnSpPr>
            <p:nvPr/>
          </p:nvCxnSpPr>
          <p:spPr>
            <a:xfrm>
              <a:off x="457200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103" idx="4"/>
              <a:endCxn id="110" idx="0"/>
            </p:cNvCxnSpPr>
            <p:nvPr/>
          </p:nvCxnSpPr>
          <p:spPr>
            <a:xfrm>
              <a:off x="5286375"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105" idx="4"/>
              <a:endCxn id="112" idx="0"/>
            </p:cNvCxnSpPr>
            <p:nvPr/>
          </p:nvCxnSpPr>
          <p:spPr>
            <a:xfrm>
              <a:off x="600075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106" idx="4"/>
              <a:endCxn id="113" idx="0"/>
            </p:cNvCxnSpPr>
            <p:nvPr/>
          </p:nvCxnSpPr>
          <p:spPr>
            <a:xfrm>
              <a:off x="6715126"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Oval 101"/>
            <p:cNvSpPr/>
            <p:nvPr/>
          </p:nvSpPr>
          <p:spPr>
            <a:xfrm>
              <a:off x="4457700"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5172075"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Connector 103"/>
            <p:cNvCxnSpPr>
              <a:stCxn id="102" idx="6"/>
              <a:endCxn id="103" idx="2"/>
            </p:cNvCxnSpPr>
            <p:nvPr/>
          </p:nvCxnSpPr>
          <p:spPr>
            <a:xfrm>
              <a:off x="4686300"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Oval 104"/>
            <p:cNvSpPr/>
            <p:nvPr/>
          </p:nvSpPr>
          <p:spPr>
            <a:xfrm>
              <a:off x="5886450"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6600826"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 name="Straight Connector 106"/>
            <p:cNvCxnSpPr>
              <a:stCxn id="105" idx="6"/>
              <a:endCxn id="106" idx="2"/>
            </p:cNvCxnSpPr>
            <p:nvPr/>
          </p:nvCxnSpPr>
          <p:spPr>
            <a:xfrm>
              <a:off x="6115050" y="3429000"/>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103" idx="6"/>
              <a:endCxn id="105" idx="2"/>
            </p:cNvCxnSpPr>
            <p:nvPr/>
          </p:nvCxnSpPr>
          <p:spPr>
            <a:xfrm>
              <a:off x="5400675"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Oval 108"/>
            <p:cNvSpPr/>
            <p:nvPr/>
          </p:nvSpPr>
          <p:spPr>
            <a:xfrm>
              <a:off x="4457700" y="4026036"/>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5172075" y="4026036"/>
              <a:ext cx="228600" cy="22860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Connector 110"/>
            <p:cNvCxnSpPr>
              <a:stCxn id="109" idx="6"/>
              <a:endCxn id="110" idx="2"/>
            </p:cNvCxnSpPr>
            <p:nvPr/>
          </p:nvCxnSpPr>
          <p:spPr>
            <a:xfrm>
              <a:off x="4686300"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Oval 111"/>
            <p:cNvSpPr/>
            <p:nvPr/>
          </p:nvSpPr>
          <p:spPr>
            <a:xfrm>
              <a:off x="5886450" y="4026036"/>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6600826" y="4026036"/>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4" name="Straight Connector 113"/>
            <p:cNvCxnSpPr>
              <a:stCxn id="112" idx="6"/>
              <a:endCxn id="113" idx="2"/>
            </p:cNvCxnSpPr>
            <p:nvPr/>
          </p:nvCxnSpPr>
          <p:spPr>
            <a:xfrm>
              <a:off x="6115050" y="4140336"/>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10" idx="6"/>
              <a:endCxn id="112" idx="2"/>
            </p:cNvCxnSpPr>
            <p:nvPr/>
          </p:nvCxnSpPr>
          <p:spPr>
            <a:xfrm>
              <a:off x="5400675"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a:stCxn id="120" idx="4"/>
              <a:endCxn id="127" idx="0"/>
            </p:cNvCxnSpPr>
            <p:nvPr/>
          </p:nvCxnSpPr>
          <p:spPr>
            <a:xfrm>
              <a:off x="457200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a:stCxn id="121" idx="4"/>
              <a:endCxn id="128" idx="0"/>
            </p:cNvCxnSpPr>
            <p:nvPr/>
          </p:nvCxnSpPr>
          <p:spPr>
            <a:xfrm>
              <a:off x="5286375"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123" idx="4"/>
              <a:endCxn id="130" idx="0"/>
            </p:cNvCxnSpPr>
            <p:nvPr/>
          </p:nvCxnSpPr>
          <p:spPr>
            <a:xfrm>
              <a:off x="600075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124" idx="4"/>
              <a:endCxn id="131" idx="0"/>
            </p:cNvCxnSpPr>
            <p:nvPr/>
          </p:nvCxnSpPr>
          <p:spPr>
            <a:xfrm>
              <a:off x="6715126"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Oval 119"/>
            <p:cNvSpPr/>
            <p:nvPr/>
          </p:nvSpPr>
          <p:spPr>
            <a:xfrm>
              <a:off x="4457700"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5172075"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 name="Straight Connector 121"/>
            <p:cNvCxnSpPr>
              <a:stCxn id="120" idx="6"/>
              <a:endCxn id="121" idx="2"/>
            </p:cNvCxnSpPr>
            <p:nvPr/>
          </p:nvCxnSpPr>
          <p:spPr>
            <a:xfrm>
              <a:off x="4686300"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Oval 122"/>
            <p:cNvSpPr/>
            <p:nvPr/>
          </p:nvSpPr>
          <p:spPr>
            <a:xfrm>
              <a:off x="5886450"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6600826"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5" name="Straight Connector 124"/>
            <p:cNvCxnSpPr>
              <a:stCxn id="123" idx="6"/>
              <a:endCxn id="124" idx="2"/>
            </p:cNvCxnSpPr>
            <p:nvPr/>
          </p:nvCxnSpPr>
          <p:spPr>
            <a:xfrm>
              <a:off x="6115050" y="4851672"/>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121" idx="6"/>
              <a:endCxn id="123" idx="2"/>
            </p:cNvCxnSpPr>
            <p:nvPr/>
          </p:nvCxnSpPr>
          <p:spPr>
            <a:xfrm>
              <a:off x="5400675"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27" name="Oval 126"/>
            <p:cNvSpPr/>
            <p:nvPr/>
          </p:nvSpPr>
          <p:spPr>
            <a:xfrm>
              <a:off x="4457700"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5172075"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9" name="Straight Connector 128"/>
            <p:cNvCxnSpPr>
              <a:stCxn id="127" idx="6"/>
              <a:endCxn id="128" idx="2"/>
            </p:cNvCxnSpPr>
            <p:nvPr/>
          </p:nvCxnSpPr>
          <p:spPr>
            <a:xfrm>
              <a:off x="4686300"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Oval 129"/>
            <p:cNvSpPr/>
            <p:nvPr/>
          </p:nvSpPr>
          <p:spPr>
            <a:xfrm>
              <a:off x="5886450"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600826"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2" name="Straight Connector 131"/>
            <p:cNvCxnSpPr>
              <a:stCxn id="130" idx="6"/>
              <a:endCxn id="131" idx="2"/>
            </p:cNvCxnSpPr>
            <p:nvPr/>
          </p:nvCxnSpPr>
          <p:spPr>
            <a:xfrm>
              <a:off x="6115050" y="5563008"/>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a:stCxn id="128" idx="6"/>
              <a:endCxn id="130" idx="2"/>
            </p:cNvCxnSpPr>
            <p:nvPr/>
          </p:nvCxnSpPr>
          <p:spPr>
            <a:xfrm>
              <a:off x="5400675"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a:stCxn id="109" idx="4"/>
              <a:endCxn id="120" idx="0"/>
            </p:cNvCxnSpPr>
            <p:nvPr/>
          </p:nvCxnSpPr>
          <p:spPr>
            <a:xfrm>
              <a:off x="457200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a:stCxn id="110" idx="4"/>
              <a:endCxn id="121" idx="0"/>
            </p:cNvCxnSpPr>
            <p:nvPr/>
          </p:nvCxnSpPr>
          <p:spPr>
            <a:xfrm>
              <a:off x="5286375"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a:stCxn id="112" idx="4"/>
              <a:endCxn id="123" idx="0"/>
            </p:cNvCxnSpPr>
            <p:nvPr/>
          </p:nvCxnSpPr>
          <p:spPr>
            <a:xfrm>
              <a:off x="600075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a:stCxn id="113" idx="4"/>
              <a:endCxn id="124" idx="0"/>
            </p:cNvCxnSpPr>
            <p:nvPr/>
          </p:nvCxnSpPr>
          <p:spPr>
            <a:xfrm>
              <a:off x="6715126"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140" name="Table 139"/>
          <p:cNvGraphicFramePr>
            <a:graphicFrameLocks noGrp="1"/>
          </p:cNvGraphicFramePr>
          <p:nvPr>
            <p:extLst>
              <p:ext uri="{D42A27DB-BD31-4B8C-83A1-F6EECF244321}">
                <p14:modId xmlns:p14="http://schemas.microsoft.com/office/powerpoint/2010/main" val="646387397"/>
              </p:ext>
            </p:extLst>
          </p:nvPr>
        </p:nvGraphicFramePr>
        <p:xfrm>
          <a:off x="5813264" y="3066172"/>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graphicFrame>
        <p:nvGraphicFramePr>
          <p:cNvPr id="141" name="Table 140"/>
          <p:cNvGraphicFramePr>
            <a:graphicFrameLocks noGrp="1"/>
          </p:cNvGraphicFramePr>
          <p:nvPr>
            <p:extLst>
              <p:ext uri="{D42A27DB-BD31-4B8C-83A1-F6EECF244321}">
                <p14:modId xmlns:p14="http://schemas.microsoft.com/office/powerpoint/2010/main" val="382965812"/>
              </p:ext>
            </p:extLst>
          </p:nvPr>
        </p:nvGraphicFramePr>
        <p:xfrm>
          <a:off x="2506307" y="3066172"/>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0"/>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1"/>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2"/>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3"/>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4"/>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5"/>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6"/>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7"/>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8"/>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9"/>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0"/>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1"/>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2"/>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3"/>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4"/>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5"/>
                  </a:ext>
                </a:extLst>
              </a:tr>
            </a:tbl>
          </a:graphicData>
        </a:graphic>
      </p:graphicFrame>
      <p:sp>
        <p:nvSpPr>
          <p:cNvPr id="3" name="TextBox 2"/>
          <p:cNvSpPr txBox="1"/>
          <p:nvPr/>
        </p:nvSpPr>
        <p:spPr>
          <a:xfrm>
            <a:off x="330848" y="1460360"/>
            <a:ext cx="1529073" cy="553998"/>
          </a:xfrm>
          <a:prstGeom prst="rect">
            <a:avLst/>
          </a:prstGeom>
          <a:noFill/>
        </p:spPr>
        <p:txBody>
          <a:bodyPr wrap="none" rtlCol="0">
            <a:spAutoFit/>
          </a:bodyPr>
          <a:lstStyle/>
          <a:p>
            <a:r>
              <a:rPr lang="en-US" dirty="0"/>
              <a:t>Grid of points:</a:t>
            </a:r>
          </a:p>
          <a:p>
            <a:r>
              <a:rPr lang="en-US" sz="1200" dirty="0">
                <a:solidFill>
                  <a:schemeClr val="bg1">
                    <a:lumMod val="65000"/>
                  </a:schemeClr>
                </a:solidFill>
              </a:rPr>
              <a:t>(4x4 grid shown)</a:t>
            </a:r>
            <a:endParaRPr lang="en-US" dirty="0">
              <a:solidFill>
                <a:schemeClr val="bg1">
                  <a:lumMod val="65000"/>
                </a:schemeClr>
              </a:solidFill>
            </a:endParaRPr>
          </a:p>
        </p:txBody>
      </p:sp>
      <p:sp>
        <p:nvSpPr>
          <p:cNvPr id="88" name="TextBox 87"/>
          <p:cNvSpPr txBox="1"/>
          <p:nvPr/>
        </p:nvSpPr>
        <p:spPr>
          <a:xfrm>
            <a:off x="330848" y="3066172"/>
            <a:ext cx="1959319" cy="553998"/>
          </a:xfrm>
          <a:prstGeom prst="rect">
            <a:avLst/>
          </a:prstGeom>
          <a:noFill/>
        </p:spPr>
        <p:txBody>
          <a:bodyPr wrap="none" rtlCol="0">
            <a:spAutoFit/>
          </a:bodyPr>
          <a:lstStyle/>
          <a:p>
            <a:r>
              <a:rPr lang="en-US" dirty="0"/>
              <a:t>Stored as 2D array:</a:t>
            </a:r>
          </a:p>
          <a:p>
            <a:r>
              <a:rPr lang="en-US" sz="1200" dirty="0">
                <a:solidFill>
                  <a:schemeClr val="bg1">
                    <a:lumMod val="65000"/>
                  </a:schemeClr>
                </a:solidFill>
              </a:rPr>
              <a:t>(16x16 grid shown)</a:t>
            </a:r>
            <a:endParaRPr lang="en-US" dirty="0">
              <a:solidFill>
                <a:schemeClr val="bg1">
                  <a:lumMod val="65000"/>
                </a:schemeClr>
              </a:solidFill>
            </a:endParaRPr>
          </a:p>
        </p:txBody>
      </p:sp>
      <p:sp>
        <p:nvSpPr>
          <p:cNvPr id="89" name="TextBox 88"/>
          <p:cNvSpPr txBox="1"/>
          <p:nvPr/>
        </p:nvSpPr>
        <p:spPr>
          <a:xfrm>
            <a:off x="3626946" y="992220"/>
            <a:ext cx="684803" cy="369332"/>
          </a:xfrm>
          <a:prstGeom prst="rect">
            <a:avLst/>
          </a:prstGeom>
          <a:noFill/>
        </p:spPr>
        <p:txBody>
          <a:bodyPr wrap="none" rtlCol="0">
            <a:spAutoFit/>
          </a:bodyPr>
          <a:lstStyle/>
          <a:p>
            <a:pPr algn="ctr"/>
            <a:r>
              <a:rPr lang="en-US" dirty="0"/>
              <a:t>Input</a:t>
            </a:r>
          </a:p>
        </p:txBody>
      </p:sp>
      <p:sp>
        <p:nvSpPr>
          <p:cNvPr id="90" name="TextBox 89"/>
          <p:cNvSpPr txBox="1"/>
          <p:nvPr/>
        </p:nvSpPr>
        <p:spPr>
          <a:xfrm>
            <a:off x="6848142" y="992220"/>
            <a:ext cx="856325" cy="369332"/>
          </a:xfrm>
          <a:prstGeom prst="rect">
            <a:avLst/>
          </a:prstGeom>
          <a:noFill/>
        </p:spPr>
        <p:txBody>
          <a:bodyPr wrap="none" rtlCol="0">
            <a:spAutoFit/>
          </a:bodyPr>
          <a:lstStyle/>
          <a:p>
            <a:pPr algn="ctr"/>
            <a:r>
              <a:rPr lang="en-US" dirty="0"/>
              <a:t>Output</a:t>
            </a:r>
          </a:p>
        </p:txBody>
      </p:sp>
      <p:sp>
        <p:nvSpPr>
          <p:cNvPr id="93" name="TextBox 92"/>
          <p:cNvSpPr txBox="1"/>
          <p:nvPr/>
        </p:nvSpPr>
        <p:spPr>
          <a:xfrm>
            <a:off x="-51236" y="4642151"/>
            <a:ext cx="2581702" cy="1200329"/>
          </a:xfrm>
          <a:prstGeom prst="rect">
            <a:avLst/>
          </a:prstGeom>
          <a:noFill/>
        </p:spPr>
        <p:txBody>
          <a:bodyPr wrap="square" rtlCol="0">
            <a:spAutoFit/>
          </a:bodyPr>
          <a:lstStyle/>
          <a:p>
            <a:pPr algn="ctr"/>
            <a:r>
              <a:rPr lang="en-US" b="1" u="sng" dirty="0"/>
              <a:t>Parallelization Approach:</a:t>
            </a:r>
          </a:p>
          <a:p>
            <a:pPr algn="ctr"/>
            <a:r>
              <a:rPr lang="en-US" dirty="0"/>
              <a:t>Assign one thread per output grid point</a:t>
            </a:r>
          </a:p>
          <a:p>
            <a:pPr algn="ctr"/>
            <a:r>
              <a:rPr lang="en-US" dirty="0"/>
              <a:t>(use 2D grid of threads)</a:t>
            </a:r>
            <a:endParaRPr lang="en-US" b="1" dirty="0">
              <a:solidFill>
                <a:schemeClr val="accent5"/>
              </a:solidFill>
            </a:endParaRPr>
          </a:p>
        </p:txBody>
      </p:sp>
    </p:spTree>
    <p:extLst>
      <p:ext uri="{BB962C8B-B14F-4D97-AF65-F5344CB8AC3E}">
        <p14:creationId xmlns:p14="http://schemas.microsoft.com/office/powerpoint/2010/main" val="886834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500"/>
                                        <p:tgtEl>
                                          <p:spTgt spid="96"/>
                                        </p:tgtEl>
                                      </p:cBhvr>
                                    </p:animEffect>
                                  </p:childTnLst>
                                </p:cTn>
                              </p:par>
                              <p:par>
                                <p:cTn id="8" presetID="10" presetClass="entr" presetSubtype="0" fill="hold" nodeType="withEffect">
                                  <p:stCondLst>
                                    <p:cond delay="0"/>
                                  </p:stCondLst>
                                  <p:childTnLst>
                                    <p:set>
                                      <p:cBhvr>
                                        <p:cTn id="9" dur="1" fill="hold">
                                          <p:stCondLst>
                                            <p:cond delay="0"/>
                                          </p:stCondLst>
                                        </p:cTn>
                                        <p:tgtEl>
                                          <p:spTgt spid="97"/>
                                        </p:tgtEl>
                                        <p:attrNameLst>
                                          <p:attrName>style.visibility</p:attrName>
                                        </p:attrNameLst>
                                      </p:cBhvr>
                                      <p:to>
                                        <p:strVal val="visible"/>
                                      </p:to>
                                    </p:set>
                                    <p:animEffect transition="in" filter="fade">
                                      <p:cBhvr>
                                        <p:cTn id="10" dur="500"/>
                                        <p:tgtEl>
                                          <p:spTgt spid="97"/>
                                        </p:tgtEl>
                                      </p:cBhvr>
                                    </p:animEffect>
                                  </p:childTnLst>
                                </p:cTn>
                              </p:par>
                              <p:par>
                                <p:cTn id="11" presetID="10" presetClass="entr" presetSubtype="0" fill="hold" nodeType="withEffect">
                                  <p:stCondLst>
                                    <p:cond delay="0"/>
                                  </p:stCondLst>
                                  <p:childTnLst>
                                    <p:set>
                                      <p:cBhvr>
                                        <p:cTn id="12" dur="1" fill="hold">
                                          <p:stCondLst>
                                            <p:cond delay="0"/>
                                          </p:stCondLst>
                                        </p:cTn>
                                        <p:tgtEl>
                                          <p:spTgt spid="141"/>
                                        </p:tgtEl>
                                        <p:attrNameLst>
                                          <p:attrName>style.visibility</p:attrName>
                                        </p:attrNameLst>
                                      </p:cBhvr>
                                      <p:to>
                                        <p:strVal val="visible"/>
                                      </p:to>
                                    </p:set>
                                    <p:animEffect transition="in" filter="fade">
                                      <p:cBhvr>
                                        <p:cTn id="13" dur="500"/>
                                        <p:tgtEl>
                                          <p:spTgt spid="14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8"/>
                                        </p:tgtEl>
                                        <p:attrNameLst>
                                          <p:attrName>style.visibility</p:attrName>
                                        </p:attrNameLst>
                                      </p:cBhvr>
                                      <p:to>
                                        <p:strVal val="visible"/>
                                      </p:to>
                                    </p:set>
                                    <p:animEffect transition="in" filter="fade">
                                      <p:cBhvr>
                                        <p:cTn id="19" dur="500"/>
                                        <p:tgtEl>
                                          <p:spTgt spid="8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9"/>
                                        </p:tgtEl>
                                        <p:attrNameLst>
                                          <p:attrName>style.visibility</p:attrName>
                                        </p:attrNameLst>
                                      </p:cBhvr>
                                      <p:to>
                                        <p:strVal val="visible"/>
                                      </p:to>
                                    </p:set>
                                    <p:animEffect transition="in" filter="fade">
                                      <p:cBhvr>
                                        <p:cTn id="22" dur="500"/>
                                        <p:tgtEl>
                                          <p:spTgt spid="8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0"/>
                                        </p:tgtEl>
                                        <p:attrNameLst>
                                          <p:attrName>style.visibility</p:attrName>
                                        </p:attrNameLst>
                                      </p:cBhvr>
                                      <p:to>
                                        <p:strVal val="visible"/>
                                      </p:to>
                                    </p:set>
                                    <p:animEffect transition="in" filter="fade">
                                      <p:cBhvr>
                                        <p:cTn id="25" dur="500"/>
                                        <p:tgtEl>
                                          <p:spTgt spid="90"/>
                                        </p:tgtEl>
                                      </p:cBhvr>
                                    </p:animEffect>
                                  </p:childTnLst>
                                </p:cTn>
                              </p:par>
                              <p:par>
                                <p:cTn id="26" presetID="10" presetClass="entr" presetSubtype="0" fill="hold" nodeType="withEffect">
                                  <p:stCondLst>
                                    <p:cond delay="0"/>
                                  </p:stCondLst>
                                  <p:childTnLst>
                                    <p:set>
                                      <p:cBhvr>
                                        <p:cTn id="27" dur="1" fill="hold">
                                          <p:stCondLst>
                                            <p:cond delay="0"/>
                                          </p:stCondLst>
                                        </p:cTn>
                                        <p:tgtEl>
                                          <p:spTgt spid="92"/>
                                        </p:tgtEl>
                                        <p:attrNameLst>
                                          <p:attrName>style.visibility</p:attrName>
                                        </p:attrNameLst>
                                      </p:cBhvr>
                                      <p:to>
                                        <p:strVal val="visible"/>
                                      </p:to>
                                    </p:set>
                                    <p:animEffect transition="in" filter="fade">
                                      <p:cBhvr>
                                        <p:cTn id="28" dur="500"/>
                                        <p:tgtEl>
                                          <p:spTgt spid="9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3"/>
                                        </p:tgtEl>
                                        <p:attrNameLst>
                                          <p:attrName>style.visibility</p:attrName>
                                        </p:attrNameLst>
                                      </p:cBhvr>
                                      <p:to>
                                        <p:strVal val="visible"/>
                                      </p:to>
                                    </p:set>
                                    <p:animEffect transition="in" filter="fade">
                                      <p:cBhvr>
                                        <p:cTn id="33" dur="500"/>
                                        <p:tgtEl>
                                          <p:spTgt spid="93"/>
                                        </p:tgtEl>
                                      </p:cBhvr>
                                    </p:animEffect>
                                  </p:childTnLst>
                                </p:cTn>
                              </p:par>
                              <p:par>
                                <p:cTn id="34" presetID="10" presetClass="entr" presetSubtype="0" fill="hold" nodeType="withEffect">
                                  <p:stCondLst>
                                    <p:cond delay="0"/>
                                  </p:stCondLst>
                                  <p:childTnLst>
                                    <p:set>
                                      <p:cBhvr>
                                        <p:cTn id="35" dur="1" fill="hold">
                                          <p:stCondLst>
                                            <p:cond delay="0"/>
                                          </p:stCondLst>
                                        </p:cTn>
                                        <p:tgtEl>
                                          <p:spTgt spid="140"/>
                                        </p:tgtEl>
                                        <p:attrNameLst>
                                          <p:attrName>style.visibility</p:attrName>
                                        </p:attrNameLst>
                                      </p:cBhvr>
                                      <p:to>
                                        <p:strVal val="visible"/>
                                      </p:to>
                                    </p:set>
                                    <p:animEffect transition="in" filter="fade">
                                      <p:cBhvr>
                                        <p:cTn id="36"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8" grpId="0"/>
      <p:bldP spid="89" grpId="0"/>
      <p:bldP spid="90" grpId="0"/>
      <p:bldP spid="9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0"/>
          </p:nvPr>
        </p:nvSpPr>
        <p:spPr/>
        <p:txBody>
          <a:bodyPr/>
          <a:lstStyle/>
          <a:p>
            <a:r>
              <a:rPr lang="en-US" dirty="0"/>
              <a:t>Boundary Conditions</a:t>
            </a:r>
          </a:p>
        </p:txBody>
      </p:sp>
      <p:grpSp>
        <p:nvGrpSpPr>
          <p:cNvPr id="96" name="Group 95"/>
          <p:cNvGrpSpPr>
            <a:grpSpLocks noChangeAspect="1"/>
          </p:cNvGrpSpPr>
          <p:nvPr/>
        </p:nvGrpSpPr>
        <p:grpSpPr>
          <a:xfrm>
            <a:off x="3235005" y="1460360"/>
            <a:ext cx="1468685" cy="1463040"/>
            <a:chOff x="4457700" y="3314700"/>
            <a:chExt cx="2371726" cy="2362608"/>
          </a:xfrm>
          <a:solidFill>
            <a:schemeClr val="bg1"/>
          </a:solidFill>
        </p:grpSpPr>
        <p:cxnSp>
          <p:nvCxnSpPr>
            <p:cNvPr id="13" name="Straight Connector 12"/>
            <p:cNvCxnSpPr>
              <a:stCxn id="7" idx="4"/>
              <a:endCxn id="9" idx="0"/>
            </p:cNvCxnSpPr>
            <p:nvPr/>
          </p:nvCxnSpPr>
          <p:spPr>
            <a:xfrm>
              <a:off x="457200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4"/>
              <a:endCxn id="10" idx="0"/>
            </p:cNvCxnSpPr>
            <p:nvPr/>
          </p:nvCxnSpPr>
          <p:spPr>
            <a:xfrm>
              <a:off x="5286375"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40" idx="4"/>
              <a:endCxn id="42" idx="0"/>
            </p:cNvCxnSpPr>
            <p:nvPr/>
          </p:nvCxnSpPr>
          <p:spPr>
            <a:xfrm>
              <a:off x="600075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41" idx="4"/>
              <a:endCxn id="43" idx="0"/>
            </p:cNvCxnSpPr>
            <p:nvPr/>
          </p:nvCxnSpPr>
          <p:spPr>
            <a:xfrm>
              <a:off x="6715126"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4457700"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5172075" y="3314700"/>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7" idx="6"/>
              <a:endCxn id="8" idx="2"/>
            </p:cNvCxnSpPr>
            <p:nvPr/>
          </p:nvCxnSpPr>
          <p:spPr>
            <a:xfrm>
              <a:off x="4686300"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5886450" y="3314700"/>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6600826"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a:stCxn id="40" idx="6"/>
              <a:endCxn id="41" idx="2"/>
            </p:cNvCxnSpPr>
            <p:nvPr/>
          </p:nvCxnSpPr>
          <p:spPr>
            <a:xfrm>
              <a:off x="6115050" y="3429000"/>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8" idx="6"/>
              <a:endCxn id="40" idx="2"/>
            </p:cNvCxnSpPr>
            <p:nvPr/>
          </p:nvCxnSpPr>
          <p:spPr>
            <a:xfrm>
              <a:off x="5400675"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4457700" y="4026036"/>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172075" y="4026036"/>
              <a:ext cx="228600" cy="228600"/>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a:stCxn id="9" idx="6"/>
              <a:endCxn id="10" idx="2"/>
            </p:cNvCxnSpPr>
            <p:nvPr/>
          </p:nvCxnSpPr>
          <p:spPr>
            <a:xfrm>
              <a:off x="4686300"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5886450" y="4026036"/>
              <a:ext cx="228600" cy="228600"/>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6600826" y="4026036"/>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p:cNvCxnSpPr>
              <a:stCxn id="42" idx="6"/>
              <a:endCxn id="43" idx="2"/>
            </p:cNvCxnSpPr>
            <p:nvPr/>
          </p:nvCxnSpPr>
          <p:spPr>
            <a:xfrm>
              <a:off x="6115050" y="4140336"/>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10" idx="6"/>
              <a:endCxn id="42" idx="2"/>
            </p:cNvCxnSpPr>
            <p:nvPr/>
          </p:nvCxnSpPr>
          <p:spPr>
            <a:xfrm>
              <a:off x="5400675"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54" idx="4"/>
              <a:endCxn id="56" idx="0"/>
            </p:cNvCxnSpPr>
            <p:nvPr/>
          </p:nvCxnSpPr>
          <p:spPr>
            <a:xfrm>
              <a:off x="457200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55" idx="4"/>
              <a:endCxn id="57" idx="0"/>
            </p:cNvCxnSpPr>
            <p:nvPr/>
          </p:nvCxnSpPr>
          <p:spPr>
            <a:xfrm>
              <a:off x="5286375"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a:stCxn id="62" idx="4"/>
              <a:endCxn id="64" idx="0"/>
            </p:cNvCxnSpPr>
            <p:nvPr/>
          </p:nvCxnSpPr>
          <p:spPr>
            <a:xfrm>
              <a:off x="600075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63" idx="4"/>
              <a:endCxn id="65" idx="0"/>
            </p:cNvCxnSpPr>
            <p:nvPr/>
          </p:nvCxnSpPr>
          <p:spPr>
            <a:xfrm>
              <a:off x="6715126"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4457700" y="4737372"/>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5172075" y="4737372"/>
              <a:ext cx="228600" cy="228600"/>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a:stCxn id="54" idx="6"/>
              <a:endCxn id="55" idx="2"/>
            </p:cNvCxnSpPr>
            <p:nvPr/>
          </p:nvCxnSpPr>
          <p:spPr>
            <a:xfrm>
              <a:off x="4686300"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5886450" y="4737372"/>
              <a:ext cx="228600" cy="228600"/>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6600826" y="4737372"/>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p:cNvCxnSpPr>
              <a:stCxn id="62" idx="6"/>
              <a:endCxn id="63" idx="2"/>
            </p:cNvCxnSpPr>
            <p:nvPr/>
          </p:nvCxnSpPr>
          <p:spPr>
            <a:xfrm>
              <a:off x="6115050" y="4851672"/>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55" idx="6"/>
              <a:endCxn id="62" idx="2"/>
            </p:cNvCxnSpPr>
            <p:nvPr/>
          </p:nvCxnSpPr>
          <p:spPr>
            <a:xfrm>
              <a:off x="5400675"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4457700"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5172075" y="5448708"/>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p:cNvCxnSpPr>
              <a:stCxn id="56" idx="6"/>
              <a:endCxn id="57" idx="2"/>
            </p:cNvCxnSpPr>
            <p:nvPr/>
          </p:nvCxnSpPr>
          <p:spPr>
            <a:xfrm>
              <a:off x="4686300"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Oval 63"/>
            <p:cNvSpPr/>
            <p:nvPr/>
          </p:nvSpPr>
          <p:spPr>
            <a:xfrm>
              <a:off x="5886450" y="5448708"/>
              <a:ext cx="228600" cy="228600"/>
            </a:xfrm>
            <a:prstGeom prst="ellipse">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6600826"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p:cNvCxnSpPr>
              <a:stCxn id="64" idx="6"/>
              <a:endCxn id="65" idx="2"/>
            </p:cNvCxnSpPr>
            <p:nvPr/>
          </p:nvCxnSpPr>
          <p:spPr>
            <a:xfrm>
              <a:off x="6115050" y="5563008"/>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57" idx="6"/>
              <a:endCxn id="64" idx="2"/>
            </p:cNvCxnSpPr>
            <p:nvPr/>
          </p:nvCxnSpPr>
          <p:spPr>
            <a:xfrm>
              <a:off x="5400675"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9" idx="4"/>
              <a:endCxn id="54" idx="0"/>
            </p:cNvCxnSpPr>
            <p:nvPr/>
          </p:nvCxnSpPr>
          <p:spPr>
            <a:xfrm>
              <a:off x="457200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10" idx="4"/>
              <a:endCxn id="55" idx="0"/>
            </p:cNvCxnSpPr>
            <p:nvPr/>
          </p:nvCxnSpPr>
          <p:spPr>
            <a:xfrm>
              <a:off x="5286375"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42" idx="4"/>
              <a:endCxn id="62" idx="0"/>
            </p:cNvCxnSpPr>
            <p:nvPr/>
          </p:nvCxnSpPr>
          <p:spPr>
            <a:xfrm>
              <a:off x="600075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43" idx="4"/>
              <a:endCxn id="63" idx="0"/>
            </p:cNvCxnSpPr>
            <p:nvPr/>
          </p:nvCxnSpPr>
          <p:spPr>
            <a:xfrm>
              <a:off x="6715126"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7" name="Group 96"/>
          <p:cNvGrpSpPr>
            <a:grpSpLocks noChangeAspect="1"/>
          </p:cNvGrpSpPr>
          <p:nvPr/>
        </p:nvGrpSpPr>
        <p:grpSpPr>
          <a:xfrm>
            <a:off x="6541962" y="1420946"/>
            <a:ext cx="1468685" cy="1463040"/>
            <a:chOff x="4457700" y="3314700"/>
            <a:chExt cx="2371726" cy="2362608"/>
          </a:xfrm>
          <a:solidFill>
            <a:schemeClr val="bg1"/>
          </a:solidFill>
        </p:grpSpPr>
        <p:cxnSp>
          <p:nvCxnSpPr>
            <p:cNvPr id="98" name="Straight Connector 97"/>
            <p:cNvCxnSpPr>
              <a:stCxn id="102" idx="4"/>
              <a:endCxn id="109" idx="0"/>
            </p:cNvCxnSpPr>
            <p:nvPr/>
          </p:nvCxnSpPr>
          <p:spPr>
            <a:xfrm>
              <a:off x="457200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103" idx="4"/>
              <a:endCxn id="110" idx="0"/>
            </p:cNvCxnSpPr>
            <p:nvPr/>
          </p:nvCxnSpPr>
          <p:spPr>
            <a:xfrm>
              <a:off x="5286375"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105" idx="4"/>
              <a:endCxn id="112" idx="0"/>
            </p:cNvCxnSpPr>
            <p:nvPr/>
          </p:nvCxnSpPr>
          <p:spPr>
            <a:xfrm>
              <a:off x="6000750"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106" idx="4"/>
              <a:endCxn id="113" idx="0"/>
            </p:cNvCxnSpPr>
            <p:nvPr/>
          </p:nvCxnSpPr>
          <p:spPr>
            <a:xfrm>
              <a:off x="6715126" y="3543300"/>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Oval 101"/>
            <p:cNvSpPr/>
            <p:nvPr/>
          </p:nvSpPr>
          <p:spPr>
            <a:xfrm>
              <a:off x="4457700"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5172075"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 name="Straight Connector 103"/>
            <p:cNvCxnSpPr>
              <a:stCxn id="102" idx="6"/>
              <a:endCxn id="103" idx="2"/>
            </p:cNvCxnSpPr>
            <p:nvPr/>
          </p:nvCxnSpPr>
          <p:spPr>
            <a:xfrm>
              <a:off x="4686300"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Oval 104"/>
            <p:cNvSpPr/>
            <p:nvPr/>
          </p:nvSpPr>
          <p:spPr>
            <a:xfrm>
              <a:off x="5886450"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6600826" y="3314700"/>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 name="Straight Connector 106"/>
            <p:cNvCxnSpPr>
              <a:stCxn id="105" idx="6"/>
              <a:endCxn id="106" idx="2"/>
            </p:cNvCxnSpPr>
            <p:nvPr/>
          </p:nvCxnSpPr>
          <p:spPr>
            <a:xfrm>
              <a:off x="6115050" y="3429000"/>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103" idx="6"/>
              <a:endCxn id="105" idx="2"/>
            </p:cNvCxnSpPr>
            <p:nvPr/>
          </p:nvCxnSpPr>
          <p:spPr>
            <a:xfrm>
              <a:off x="5400675" y="3429000"/>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Oval 108"/>
            <p:cNvSpPr/>
            <p:nvPr/>
          </p:nvSpPr>
          <p:spPr>
            <a:xfrm>
              <a:off x="4457700" y="4026036"/>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5172075" y="4026036"/>
              <a:ext cx="228600" cy="22860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Connector 110"/>
            <p:cNvCxnSpPr>
              <a:stCxn id="109" idx="6"/>
              <a:endCxn id="110" idx="2"/>
            </p:cNvCxnSpPr>
            <p:nvPr/>
          </p:nvCxnSpPr>
          <p:spPr>
            <a:xfrm>
              <a:off x="4686300"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Oval 111"/>
            <p:cNvSpPr/>
            <p:nvPr/>
          </p:nvSpPr>
          <p:spPr>
            <a:xfrm>
              <a:off x="5886450" y="4026036"/>
              <a:ext cx="228600" cy="22860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6600826" y="4026036"/>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4" name="Straight Connector 113"/>
            <p:cNvCxnSpPr>
              <a:stCxn id="112" idx="6"/>
              <a:endCxn id="113" idx="2"/>
            </p:cNvCxnSpPr>
            <p:nvPr/>
          </p:nvCxnSpPr>
          <p:spPr>
            <a:xfrm>
              <a:off x="6115050" y="4140336"/>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10" idx="6"/>
              <a:endCxn id="112" idx="2"/>
            </p:cNvCxnSpPr>
            <p:nvPr/>
          </p:nvCxnSpPr>
          <p:spPr>
            <a:xfrm>
              <a:off x="5400675" y="4140336"/>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a:stCxn id="120" idx="4"/>
              <a:endCxn id="127" idx="0"/>
            </p:cNvCxnSpPr>
            <p:nvPr/>
          </p:nvCxnSpPr>
          <p:spPr>
            <a:xfrm>
              <a:off x="457200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a:stCxn id="121" idx="4"/>
              <a:endCxn id="128" idx="0"/>
            </p:cNvCxnSpPr>
            <p:nvPr/>
          </p:nvCxnSpPr>
          <p:spPr>
            <a:xfrm>
              <a:off x="5286375"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123" idx="4"/>
              <a:endCxn id="130" idx="0"/>
            </p:cNvCxnSpPr>
            <p:nvPr/>
          </p:nvCxnSpPr>
          <p:spPr>
            <a:xfrm>
              <a:off x="6000750"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124" idx="4"/>
              <a:endCxn id="131" idx="0"/>
            </p:cNvCxnSpPr>
            <p:nvPr/>
          </p:nvCxnSpPr>
          <p:spPr>
            <a:xfrm>
              <a:off x="6715126" y="4965972"/>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Oval 119"/>
            <p:cNvSpPr/>
            <p:nvPr/>
          </p:nvSpPr>
          <p:spPr>
            <a:xfrm>
              <a:off x="4457700"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5172075" y="4737372"/>
              <a:ext cx="228600" cy="22860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 name="Straight Connector 121"/>
            <p:cNvCxnSpPr>
              <a:stCxn id="120" idx="6"/>
              <a:endCxn id="121" idx="2"/>
            </p:cNvCxnSpPr>
            <p:nvPr/>
          </p:nvCxnSpPr>
          <p:spPr>
            <a:xfrm>
              <a:off x="4686300"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Oval 122"/>
            <p:cNvSpPr/>
            <p:nvPr/>
          </p:nvSpPr>
          <p:spPr>
            <a:xfrm>
              <a:off x="5886450" y="4737372"/>
              <a:ext cx="228600" cy="22860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6600826" y="4737372"/>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5" name="Straight Connector 124"/>
            <p:cNvCxnSpPr>
              <a:stCxn id="123" idx="6"/>
              <a:endCxn id="124" idx="2"/>
            </p:cNvCxnSpPr>
            <p:nvPr/>
          </p:nvCxnSpPr>
          <p:spPr>
            <a:xfrm>
              <a:off x="6115050" y="4851672"/>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121" idx="6"/>
              <a:endCxn id="123" idx="2"/>
            </p:cNvCxnSpPr>
            <p:nvPr/>
          </p:nvCxnSpPr>
          <p:spPr>
            <a:xfrm>
              <a:off x="5400675" y="4851672"/>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27" name="Oval 126"/>
            <p:cNvSpPr/>
            <p:nvPr/>
          </p:nvSpPr>
          <p:spPr>
            <a:xfrm>
              <a:off x="4457700"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5172075"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9" name="Straight Connector 128"/>
            <p:cNvCxnSpPr>
              <a:stCxn id="127" idx="6"/>
              <a:endCxn id="128" idx="2"/>
            </p:cNvCxnSpPr>
            <p:nvPr/>
          </p:nvCxnSpPr>
          <p:spPr>
            <a:xfrm>
              <a:off x="4686300"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Oval 129"/>
            <p:cNvSpPr/>
            <p:nvPr/>
          </p:nvSpPr>
          <p:spPr>
            <a:xfrm>
              <a:off x="5886450"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6600826" y="5448708"/>
              <a:ext cx="228600" cy="22860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2" name="Straight Connector 131"/>
            <p:cNvCxnSpPr>
              <a:stCxn id="130" idx="6"/>
              <a:endCxn id="131" idx="2"/>
            </p:cNvCxnSpPr>
            <p:nvPr/>
          </p:nvCxnSpPr>
          <p:spPr>
            <a:xfrm>
              <a:off x="6115050" y="5563008"/>
              <a:ext cx="485776"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a:stCxn id="128" idx="6"/>
              <a:endCxn id="130" idx="2"/>
            </p:cNvCxnSpPr>
            <p:nvPr/>
          </p:nvCxnSpPr>
          <p:spPr>
            <a:xfrm>
              <a:off x="5400675" y="5563008"/>
              <a:ext cx="48577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a:stCxn id="109" idx="4"/>
              <a:endCxn id="120" idx="0"/>
            </p:cNvCxnSpPr>
            <p:nvPr/>
          </p:nvCxnSpPr>
          <p:spPr>
            <a:xfrm>
              <a:off x="457200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a:stCxn id="110" idx="4"/>
              <a:endCxn id="121" idx="0"/>
            </p:cNvCxnSpPr>
            <p:nvPr/>
          </p:nvCxnSpPr>
          <p:spPr>
            <a:xfrm>
              <a:off x="5286375"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a:stCxn id="112" idx="4"/>
              <a:endCxn id="123" idx="0"/>
            </p:cNvCxnSpPr>
            <p:nvPr/>
          </p:nvCxnSpPr>
          <p:spPr>
            <a:xfrm>
              <a:off x="6000750"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a:stCxn id="113" idx="4"/>
              <a:endCxn id="124" idx="0"/>
            </p:cNvCxnSpPr>
            <p:nvPr/>
          </p:nvCxnSpPr>
          <p:spPr>
            <a:xfrm>
              <a:off x="6715126" y="4254636"/>
              <a:ext cx="0" cy="482736"/>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aphicFrame>
        <p:nvGraphicFramePr>
          <p:cNvPr id="140" name="Table 139"/>
          <p:cNvGraphicFramePr>
            <a:graphicFrameLocks noGrp="1"/>
          </p:cNvGraphicFramePr>
          <p:nvPr>
            <p:extLst>
              <p:ext uri="{D42A27DB-BD31-4B8C-83A1-F6EECF244321}">
                <p14:modId xmlns:p14="http://schemas.microsoft.com/office/powerpoint/2010/main" val="3616756124"/>
              </p:ext>
            </p:extLst>
          </p:nvPr>
        </p:nvGraphicFramePr>
        <p:xfrm>
          <a:off x="5813264" y="3066172"/>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solidFill>
                      <a:schemeClr val="accent6">
                        <a:lumMod val="60000"/>
                        <a:lumOff val="40000"/>
                      </a:schemeClr>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graphicFrame>
        <p:nvGraphicFramePr>
          <p:cNvPr id="141" name="Table 140"/>
          <p:cNvGraphicFramePr>
            <a:graphicFrameLocks noGrp="1"/>
          </p:cNvGraphicFramePr>
          <p:nvPr>
            <p:extLst>
              <p:ext uri="{D42A27DB-BD31-4B8C-83A1-F6EECF244321}">
                <p14:modId xmlns:p14="http://schemas.microsoft.com/office/powerpoint/2010/main" val="534068607"/>
              </p:ext>
            </p:extLst>
          </p:nvPr>
        </p:nvGraphicFramePr>
        <p:xfrm>
          <a:off x="2506307" y="3066172"/>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solidFill>
                      <a:schemeClr val="bg1"/>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bg1"/>
                    </a:solidFill>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solidFill>
                      <a:schemeClr val="bg1"/>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bg1"/>
                    </a:solidFill>
                  </a:tcPr>
                </a:tc>
                <a:extLst>
                  <a:ext uri="{0D108BD9-81ED-4DB2-BD59-A6C34878D82A}">
                    <a16:rowId xmlns:a16="http://schemas.microsoft.com/office/drawing/2014/main" val="10015"/>
                  </a:ext>
                </a:extLst>
              </a:tr>
            </a:tbl>
          </a:graphicData>
        </a:graphic>
      </p:graphicFrame>
      <p:sp>
        <p:nvSpPr>
          <p:cNvPr id="3" name="TextBox 2"/>
          <p:cNvSpPr txBox="1"/>
          <p:nvPr/>
        </p:nvSpPr>
        <p:spPr>
          <a:xfrm>
            <a:off x="330848" y="1460360"/>
            <a:ext cx="1529073" cy="553998"/>
          </a:xfrm>
          <a:prstGeom prst="rect">
            <a:avLst/>
          </a:prstGeom>
          <a:noFill/>
        </p:spPr>
        <p:txBody>
          <a:bodyPr wrap="none" rtlCol="0">
            <a:spAutoFit/>
          </a:bodyPr>
          <a:lstStyle/>
          <a:p>
            <a:r>
              <a:rPr lang="en-US" dirty="0"/>
              <a:t>Grid of points:</a:t>
            </a:r>
          </a:p>
          <a:p>
            <a:r>
              <a:rPr lang="en-US" sz="1200" dirty="0">
                <a:solidFill>
                  <a:schemeClr val="bg1">
                    <a:lumMod val="65000"/>
                  </a:schemeClr>
                </a:solidFill>
              </a:rPr>
              <a:t>(4x4 grid shown)</a:t>
            </a:r>
            <a:endParaRPr lang="en-US" dirty="0">
              <a:solidFill>
                <a:schemeClr val="bg1">
                  <a:lumMod val="65000"/>
                </a:schemeClr>
              </a:solidFill>
            </a:endParaRPr>
          </a:p>
        </p:txBody>
      </p:sp>
      <p:sp>
        <p:nvSpPr>
          <p:cNvPr id="88" name="TextBox 87"/>
          <p:cNvSpPr txBox="1"/>
          <p:nvPr/>
        </p:nvSpPr>
        <p:spPr>
          <a:xfrm>
            <a:off x="330848" y="3066172"/>
            <a:ext cx="1959319" cy="553998"/>
          </a:xfrm>
          <a:prstGeom prst="rect">
            <a:avLst/>
          </a:prstGeom>
          <a:noFill/>
        </p:spPr>
        <p:txBody>
          <a:bodyPr wrap="none" rtlCol="0">
            <a:spAutoFit/>
          </a:bodyPr>
          <a:lstStyle/>
          <a:p>
            <a:r>
              <a:rPr lang="en-US" dirty="0"/>
              <a:t>Stored as 2D array:</a:t>
            </a:r>
          </a:p>
          <a:p>
            <a:r>
              <a:rPr lang="en-US" sz="1200" dirty="0">
                <a:solidFill>
                  <a:schemeClr val="bg1">
                    <a:lumMod val="65000"/>
                  </a:schemeClr>
                </a:solidFill>
              </a:rPr>
              <a:t>(16x16 grid shown)</a:t>
            </a:r>
            <a:endParaRPr lang="en-US" dirty="0">
              <a:solidFill>
                <a:schemeClr val="bg1">
                  <a:lumMod val="65000"/>
                </a:schemeClr>
              </a:solidFill>
            </a:endParaRPr>
          </a:p>
        </p:txBody>
      </p:sp>
      <p:sp>
        <p:nvSpPr>
          <p:cNvPr id="89" name="TextBox 88"/>
          <p:cNvSpPr txBox="1"/>
          <p:nvPr/>
        </p:nvSpPr>
        <p:spPr>
          <a:xfrm>
            <a:off x="3626946" y="992220"/>
            <a:ext cx="684803" cy="369332"/>
          </a:xfrm>
          <a:prstGeom prst="rect">
            <a:avLst/>
          </a:prstGeom>
          <a:noFill/>
        </p:spPr>
        <p:txBody>
          <a:bodyPr wrap="none" rtlCol="0">
            <a:spAutoFit/>
          </a:bodyPr>
          <a:lstStyle/>
          <a:p>
            <a:pPr algn="ctr"/>
            <a:r>
              <a:rPr lang="en-US" dirty="0"/>
              <a:t>Input</a:t>
            </a:r>
          </a:p>
        </p:txBody>
      </p:sp>
      <p:sp>
        <p:nvSpPr>
          <p:cNvPr id="90" name="TextBox 89"/>
          <p:cNvSpPr txBox="1"/>
          <p:nvPr/>
        </p:nvSpPr>
        <p:spPr>
          <a:xfrm>
            <a:off x="6848142" y="992220"/>
            <a:ext cx="856325" cy="369332"/>
          </a:xfrm>
          <a:prstGeom prst="rect">
            <a:avLst/>
          </a:prstGeom>
          <a:noFill/>
        </p:spPr>
        <p:txBody>
          <a:bodyPr wrap="none" rtlCol="0">
            <a:spAutoFit/>
          </a:bodyPr>
          <a:lstStyle/>
          <a:p>
            <a:pPr algn="ctr"/>
            <a:r>
              <a:rPr lang="en-US" dirty="0"/>
              <a:t>Output</a:t>
            </a:r>
          </a:p>
        </p:txBody>
      </p:sp>
      <p:sp>
        <p:nvSpPr>
          <p:cNvPr id="93" name="TextBox 92"/>
          <p:cNvSpPr txBox="1"/>
          <p:nvPr/>
        </p:nvSpPr>
        <p:spPr>
          <a:xfrm>
            <a:off x="901062" y="6041408"/>
            <a:ext cx="7341945" cy="646331"/>
          </a:xfrm>
          <a:prstGeom prst="rect">
            <a:avLst/>
          </a:prstGeom>
          <a:noFill/>
        </p:spPr>
        <p:txBody>
          <a:bodyPr wrap="none" rtlCol="0">
            <a:spAutoFit/>
          </a:bodyPr>
          <a:lstStyle/>
          <a:p>
            <a:pPr algn="ctr"/>
            <a:r>
              <a:rPr lang="en-US" dirty="0"/>
              <a:t>Only compute internal output values such that all input values are in bounds</a:t>
            </a:r>
          </a:p>
          <a:p>
            <a:pPr algn="ctr"/>
            <a:r>
              <a:rPr lang="en-US" dirty="0"/>
              <a:t>(input values at the boundary typically store boundary conditions)</a:t>
            </a:r>
          </a:p>
        </p:txBody>
      </p:sp>
    </p:spTree>
    <p:extLst>
      <p:ext uri="{BB962C8B-B14F-4D97-AF65-F5344CB8AC3E}">
        <p14:creationId xmlns:p14="http://schemas.microsoft.com/office/powerpoint/2010/main" val="1890731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0"/>
          </p:nvPr>
        </p:nvSpPr>
        <p:spPr/>
        <p:txBody>
          <a:bodyPr/>
          <a:lstStyle/>
          <a:p>
            <a:r>
              <a:rPr lang="en-US" dirty="0"/>
              <a:t>Parallelizing Stencil (3D)</a:t>
            </a:r>
          </a:p>
        </p:txBody>
      </p:sp>
      <p:sp>
        <p:nvSpPr>
          <p:cNvPr id="3" name="TextBox 2"/>
          <p:cNvSpPr txBox="1"/>
          <p:nvPr/>
        </p:nvSpPr>
        <p:spPr>
          <a:xfrm>
            <a:off x="330848" y="1460360"/>
            <a:ext cx="1529073" cy="553998"/>
          </a:xfrm>
          <a:prstGeom prst="rect">
            <a:avLst/>
          </a:prstGeom>
          <a:noFill/>
        </p:spPr>
        <p:txBody>
          <a:bodyPr wrap="none" rtlCol="0">
            <a:spAutoFit/>
          </a:bodyPr>
          <a:lstStyle/>
          <a:p>
            <a:r>
              <a:rPr lang="en-US" dirty="0"/>
              <a:t>Grid of points:</a:t>
            </a:r>
          </a:p>
          <a:p>
            <a:r>
              <a:rPr lang="en-US" sz="1200" dirty="0">
                <a:solidFill>
                  <a:schemeClr val="bg1">
                    <a:lumMod val="65000"/>
                  </a:schemeClr>
                </a:solidFill>
              </a:rPr>
              <a:t>(one stencil shown)</a:t>
            </a:r>
            <a:endParaRPr lang="en-US" dirty="0">
              <a:solidFill>
                <a:schemeClr val="bg1">
                  <a:lumMod val="65000"/>
                </a:schemeClr>
              </a:solidFill>
            </a:endParaRPr>
          </a:p>
        </p:txBody>
      </p:sp>
      <p:sp>
        <p:nvSpPr>
          <p:cNvPr id="88" name="TextBox 87"/>
          <p:cNvSpPr txBox="1"/>
          <p:nvPr/>
        </p:nvSpPr>
        <p:spPr>
          <a:xfrm>
            <a:off x="330848" y="3066172"/>
            <a:ext cx="1959319" cy="553998"/>
          </a:xfrm>
          <a:prstGeom prst="rect">
            <a:avLst/>
          </a:prstGeom>
          <a:noFill/>
        </p:spPr>
        <p:txBody>
          <a:bodyPr wrap="none" rtlCol="0">
            <a:spAutoFit/>
          </a:bodyPr>
          <a:lstStyle/>
          <a:p>
            <a:r>
              <a:rPr lang="en-US" dirty="0"/>
              <a:t>Stored as 3D array:</a:t>
            </a:r>
          </a:p>
          <a:p>
            <a:r>
              <a:rPr lang="en-US" sz="1200" dirty="0">
                <a:solidFill>
                  <a:schemeClr val="bg1">
                    <a:lumMod val="65000"/>
                  </a:schemeClr>
                </a:solidFill>
              </a:rPr>
              <a:t>(8x8x8 grid shown)</a:t>
            </a:r>
            <a:endParaRPr lang="en-US" dirty="0">
              <a:solidFill>
                <a:schemeClr val="bg1">
                  <a:lumMod val="65000"/>
                </a:schemeClr>
              </a:solidFill>
            </a:endParaRPr>
          </a:p>
        </p:txBody>
      </p:sp>
      <p:sp>
        <p:nvSpPr>
          <p:cNvPr id="89" name="TextBox 88"/>
          <p:cNvSpPr txBox="1"/>
          <p:nvPr/>
        </p:nvSpPr>
        <p:spPr>
          <a:xfrm>
            <a:off x="3626946" y="992220"/>
            <a:ext cx="684803" cy="369332"/>
          </a:xfrm>
          <a:prstGeom prst="rect">
            <a:avLst/>
          </a:prstGeom>
          <a:noFill/>
        </p:spPr>
        <p:txBody>
          <a:bodyPr wrap="none" rtlCol="0">
            <a:spAutoFit/>
          </a:bodyPr>
          <a:lstStyle/>
          <a:p>
            <a:pPr algn="ctr"/>
            <a:r>
              <a:rPr lang="en-US" dirty="0"/>
              <a:t>Input</a:t>
            </a:r>
          </a:p>
        </p:txBody>
      </p:sp>
      <p:sp>
        <p:nvSpPr>
          <p:cNvPr id="90" name="TextBox 89"/>
          <p:cNvSpPr txBox="1"/>
          <p:nvPr/>
        </p:nvSpPr>
        <p:spPr>
          <a:xfrm>
            <a:off x="6848142" y="992220"/>
            <a:ext cx="856325" cy="369332"/>
          </a:xfrm>
          <a:prstGeom prst="rect">
            <a:avLst/>
          </a:prstGeom>
          <a:noFill/>
        </p:spPr>
        <p:txBody>
          <a:bodyPr wrap="none" rtlCol="0">
            <a:spAutoFit/>
          </a:bodyPr>
          <a:lstStyle/>
          <a:p>
            <a:pPr algn="ctr"/>
            <a:r>
              <a:rPr lang="en-US" dirty="0"/>
              <a:t>Output</a:t>
            </a:r>
          </a:p>
        </p:txBody>
      </p:sp>
      <p:grpSp>
        <p:nvGrpSpPr>
          <p:cNvPr id="92" name="Group 91"/>
          <p:cNvGrpSpPr/>
          <p:nvPr/>
        </p:nvGrpSpPr>
        <p:grpSpPr>
          <a:xfrm>
            <a:off x="2474743" y="3066172"/>
            <a:ext cx="2992790" cy="3017520"/>
            <a:chOff x="808374" y="2222653"/>
            <a:chExt cx="3533056" cy="3562249"/>
          </a:xfrm>
          <a:solidFill>
            <a:schemeClr val="bg1"/>
          </a:solidFill>
        </p:grpSpPr>
        <p:sp>
          <p:nvSpPr>
            <p:cNvPr id="94" name="Cube 93"/>
            <p:cNvSpPr/>
            <p:nvPr/>
          </p:nvSpPr>
          <p:spPr>
            <a:xfrm>
              <a:off x="1748239"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 name="Cube 94"/>
            <p:cNvSpPr/>
            <p:nvPr/>
          </p:nvSpPr>
          <p:spPr>
            <a:xfrm>
              <a:off x="2066417"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 name="Cube 137"/>
            <p:cNvSpPr/>
            <p:nvPr/>
          </p:nvSpPr>
          <p:spPr>
            <a:xfrm>
              <a:off x="2384596"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 name="Cube 138"/>
            <p:cNvSpPr/>
            <p:nvPr/>
          </p:nvSpPr>
          <p:spPr>
            <a:xfrm>
              <a:off x="2702774"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 name="Cube 141"/>
            <p:cNvSpPr/>
            <p:nvPr/>
          </p:nvSpPr>
          <p:spPr>
            <a:xfrm>
              <a:off x="3020952"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 name="Cube 142"/>
            <p:cNvSpPr/>
            <p:nvPr/>
          </p:nvSpPr>
          <p:spPr>
            <a:xfrm>
              <a:off x="3339131"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 name="Cube 143"/>
            <p:cNvSpPr/>
            <p:nvPr/>
          </p:nvSpPr>
          <p:spPr>
            <a:xfrm>
              <a:off x="3657309"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 name="Cube 144"/>
            <p:cNvSpPr/>
            <p:nvPr/>
          </p:nvSpPr>
          <p:spPr>
            <a:xfrm>
              <a:off x="3975487" y="45862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 name="Cube 145"/>
            <p:cNvSpPr/>
            <p:nvPr/>
          </p:nvSpPr>
          <p:spPr>
            <a:xfrm>
              <a:off x="1748239"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 name="Cube 146"/>
            <p:cNvSpPr/>
            <p:nvPr/>
          </p:nvSpPr>
          <p:spPr>
            <a:xfrm>
              <a:off x="2066417"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 name="Cube 147"/>
            <p:cNvSpPr/>
            <p:nvPr/>
          </p:nvSpPr>
          <p:spPr>
            <a:xfrm>
              <a:off x="2384596"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 name="Cube 148"/>
            <p:cNvSpPr/>
            <p:nvPr/>
          </p:nvSpPr>
          <p:spPr>
            <a:xfrm>
              <a:off x="2702774"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 name="Cube 149"/>
            <p:cNvSpPr/>
            <p:nvPr/>
          </p:nvSpPr>
          <p:spPr>
            <a:xfrm>
              <a:off x="3020952"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 name="Cube 150"/>
            <p:cNvSpPr/>
            <p:nvPr/>
          </p:nvSpPr>
          <p:spPr>
            <a:xfrm>
              <a:off x="3339131"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 name="Cube 151"/>
            <p:cNvSpPr/>
            <p:nvPr/>
          </p:nvSpPr>
          <p:spPr>
            <a:xfrm>
              <a:off x="3657309"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 name="Cube 152"/>
            <p:cNvSpPr/>
            <p:nvPr/>
          </p:nvSpPr>
          <p:spPr>
            <a:xfrm>
              <a:off x="3975487" y="42485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 name="Cube 153"/>
            <p:cNvSpPr/>
            <p:nvPr/>
          </p:nvSpPr>
          <p:spPr>
            <a:xfrm>
              <a:off x="1748239"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 name="Cube 154"/>
            <p:cNvSpPr/>
            <p:nvPr/>
          </p:nvSpPr>
          <p:spPr>
            <a:xfrm>
              <a:off x="2066417"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 name="Cube 155"/>
            <p:cNvSpPr/>
            <p:nvPr/>
          </p:nvSpPr>
          <p:spPr>
            <a:xfrm>
              <a:off x="2384596"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 name="Cube 156"/>
            <p:cNvSpPr/>
            <p:nvPr/>
          </p:nvSpPr>
          <p:spPr>
            <a:xfrm>
              <a:off x="2702774"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 name="Cube 157"/>
            <p:cNvSpPr/>
            <p:nvPr/>
          </p:nvSpPr>
          <p:spPr>
            <a:xfrm>
              <a:off x="3020952"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 name="Cube 158"/>
            <p:cNvSpPr/>
            <p:nvPr/>
          </p:nvSpPr>
          <p:spPr>
            <a:xfrm>
              <a:off x="3339131"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 name="Cube 159"/>
            <p:cNvSpPr/>
            <p:nvPr/>
          </p:nvSpPr>
          <p:spPr>
            <a:xfrm>
              <a:off x="3657309"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 name="Cube 160"/>
            <p:cNvSpPr/>
            <p:nvPr/>
          </p:nvSpPr>
          <p:spPr>
            <a:xfrm>
              <a:off x="3975487" y="39109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 name="Cube 161"/>
            <p:cNvSpPr/>
            <p:nvPr/>
          </p:nvSpPr>
          <p:spPr>
            <a:xfrm>
              <a:off x="1748239"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 name="Cube 162"/>
            <p:cNvSpPr/>
            <p:nvPr/>
          </p:nvSpPr>
          <p:spPr>
            <a:xfrm>
              <a:off x="2066417"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 name="Cube 163"/>
            <p:cNvSpPr/>
            <p:nvPr/>
          </p:nvSpPr>
          <p:spPr>
            <a:xfrm>
              <a:off x="2384596"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 name="Cube 164"/>
            <p:cNvSpPr/>
            <p:nvPr/>
          </p:nvSpPr>
          <p:spPr>
            <a:xfrm>
              <a:off x="2702774"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 name="Cube 165"/>
            <p:cNvSpPr/>
            <p:nvPr/>
          </p:nvSpPr>
          <p:spPr>
            <a:xfrm>
              <a:off x="3020952"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 name="Cube 166"/>
            <p:cNvSpPr/>
            <p:nvPr/>
          </p:nvSpPr>
          <p:spPr>
            <a:xfrm>
              <a:off x="3339131"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 name="Cube 167"/>
            <p:cNvSpPr/>
            <p:nvPr/>
          </p:nvSpPr>
          <p:spPr>
            <a:xfrm>
              <a:off x="3657309"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9" name="Cube 168"/>
            <p:cNvSpPr/>
            <p:nvPr/>
          </p:nvSpPr>
          <p:spPr>
            <a:xfrm>
              <a:off x="3975487" y="35732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 name="Cube 169"/>
            <p:cNvSpPr/>
            <p:nvPr/>
          </p:nvSpPr>
          <p:spPr>
            <a:xfrm>
              <a:off x="1748239"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 name="Cube 170"/>
            <p:cNvSpPr/>
            <p:nvPr/>
          </p:nvSpPr>
          <p:spPr>
            <a:xfrm>
              <a:off x="2066417"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 name="Cube 171"/>
            <p:cNvSpPr/>
            <p:nvPr/>
          </p:nvSpPr>
          <p:spPr>
            <a:xfrm>
              <a:off x="2384596"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 name="Cube 172"/>
            <p:cNvSpPr/>
            <p:nvPr/>
          </p:nvSpPr>
          <p:spPr>
            <a:xfrm>
              <a:off x="2702774"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 name="Cube 173"/>
            <p:cNvSpPr/>
            <p:nvPr/>
          </p:nvSpPr>
          <p:spPr>
            <a:xfrm>
              <a:off x="3020952"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 name="Cube 174"/>
            <p:cNvSpPr/>
            <p:nvPr/>
          </p:nvSpPr>
          <p:spPr>
            <a:xfrm>
              <a:off x="3339131"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6" name="Cube 175"/>
            <p:cNvSpPr/>
            <p:nvPr/>
          </p:nvSpPr>
          <p:spPr>
            <a:xfrm>
              <a:off x="3657309"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7" name="Cube 176"/>
            <p:cNvSpPr/>
            <p:nvPr/>
          </p:nvSpPr>
          <p:spPr>
            <a:xfrm>
              <a:off x="3975487" y="32356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8" name="Cube 177"/>
            <p:cNvSpPr/>
            <p:nvPr/>
          </p:nvSpPr>
          <p:spPr>
            <a:xfrm>
              <a:off x="1748239"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9" name="Cube 178"/>
            <p:cNvSpPr/>
            <p:nvPr/>
          </p:nvSpPr>
          <p:spPr>
            <a:xfrm>
              <a:off x="2066417"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0" name="Cube 179"/>
            <p:cNvSpPr/>
            <p:nvPr/>
          </p:nvSpPr>
          <p:spPr>
            <a:xfrm>
              <a:off x="2384596"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1" name="Cube 180"/>
            <p:cNvSpPr/>
            <p:nvPr/>
          </p:nvSpPr>
          <p:spPr>
            <a:xfrm>
              <a:off x="2702774"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2" name="Cube 181"/>
            <p:cNvSpPr/>
            <p:nvPr/>
          </p:nvSpPr>
          <p:spPr>
            <a:xfrm>
              <a:off x="3020952"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3" name="Cube 182"/>
            <p:cNvSpPr/>
            <p:nvPr/>
          </p:nvSpPr>
          <p:spPr>
            <a:xfrm>
              <a:off x="3339131"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4" name="Cube 183"/>
            <p:cNvSpPr/>
            <p:nvPr/>
          </p:nvSpPr>
          <p:spPr>
            <a:xfrm>
              <a:off x="3657309"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5" name="Cube 184"/>
            <p:cNvSpPr/>
            <p:nvPr/>
          </p:nvSpPr>
          <p:spPr>
            <a:xfrm>
              <a:off x="3975487" y="2897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6" name="Cube 185"/>
            <p:cNvSpPr/>
            <p:nvPr/>
          </p:nvSpPr>
          <p:spPr>
            <a:xfrm>
              <a:off x="1748239"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7" name="Cube 186"/>
            <p:cNvSpPr/>
            <p:nvPr/>
          </p:nvSpPr>
          <p:spPr>
            <a:xfrm>
              <a:off x="2066417"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8" name="Cube 187"/>
            <p:cNvSpPr/>
            <p:nvPr/>
          </p:nvSpPr>
          <p:spPr>
            <a:xfrm>
              <a:off x="2384596"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9" name="Cube 188"/>
            <p:cNvSpPr/>
            <p:nvPr/>
          </p:nvSpPr>
          <p:spPr>
            <a:xfrm>
              <a:off x="2702774"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0" name="Cube 189"/>
            <p:cNvSpPr/>
            <p:nvPr/>
          </p:nvSpPr>
          <p:spPr>
            <a:xfrm>
              <a:off x="3020952"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1" name="Cube 190"/>
            <p:cNvSpPr/>
            <p:nvPr/>
          </p:nvSpPr>
          <p:spPr>
            <a:xfrm>
              <a:off x="3339131"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2" name="Cube 191"/>
            <p:cNvSpPr/>
            <p:nvPr/>
          </p:nvSpPr>
          <p:spPr>
            <a:xfrm>
              <a:off x="3657309"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3" name="Cube 192"/>
            <p:cNvSpPr/>
            <p:nvPr/>
          </p:nvSpPr>
          <p:spPr>
            <a:xfrm>
              <a:off x="3975487" y="2560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4" name="Cube 193"/>
            <p:cNvSpPr/>
            <p:nvPr/>
          </p:nvSpPr>
          <p:spPr>
            <a:xfrm>
              <a:off x="1748239"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5" name="Cube 194"/>
            <p:cNvSpPr/>
            <p:nvPr/>
          </p:nvSpPr>
          <p:spPr>
            <a:xfrm>
              <a:off x="2066417"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6" name="Cube 195"/>
            <p:cNvSpPr/>
            <p:nvPr/>
          </p:nvSpPr>
          <p:spPr>
            <a:xfrm>
              <a:off x="2384596"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7" name="Cube 196"/>
            <p:cNvSpPr/>
            <p:nvPr/>
          </p:nvSpPr>
          <p:spPr>
            <a:xfrm>
              <a:off x="2702774"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8" name="Cube 197"/>
            <p:cNvSpPr/>
            <p:nvPr/>
          </p:nvSpPr>
          <p:spPr>
            <a:xfrm>
              <a:off x="3020952"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9" name="Cube 198"/>
            <p:cNvSpPr/>
            <p:nvPr/>
          </p:nvSpPr>
          <p:spPr>
            <a:xfrm>
              <a:off x="3339131"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0" name="Cube 199"/>
            <p:cNvSpPr/>
            <p:nvPr/>
          </p:nvSpPr>
          <p:spPr>
            <a:xfrm>
              <a:off x="3657309"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1" name="Cube 200"/>
            <p:cNvSpPr/>
            <p:nvPr/>
          </p:nvSpPr>
          <p:spPr>
            <a:xfrm>
              <a:off x="3975487" y="2222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2" name="Cube 201"/>
            <p:cNvSpPr/>
            <p:nvPr/>
          </p:nvSpPr>
          <p:spPr>
            <a:xfrm>
              <a:off x="1613970"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3" name="Cube 202"/>
            <p:cNvSpPr/>
            <p:nvPr/>
          </p:nvSpPr>
          <p:spPr>
            <a:xfrm>
              <a:off x="1932148"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4" name="Cube 203"/>
            <p:cNvSpPr/>
            <p:nvPr/>
          </p:nvSpPr>
          <p:spPr>
            <a:xfrm>
              <a:off x="2250327"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5" name="Cube 204"/>
            <p:cNvSpPr/>
            <p:nvPr/>
          </p:nvSpPr>
          <p:spPr>
            <a:xfrm>
              <a:off x="2568505"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6" name="Cube 205"/>
            <p:cNvSpPr/>
            <p:nvPr/>
          </p:nvSpPr>
          <p:spPr>
            <a:xfrm>
              <a:off x="2886683"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7" name="Cube 206"/>
            <p:cNvSpPr/>
            <p:nvPr/>
          </p:nvSpPr>
          <p:spPr>
            <a:xfrm>
              <a:off x="3204862"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8" name="Cube 207"/>
            <p:cNvSpPr/>
            <p:nvPr/>
          </p:nvSpPr>
          <p:spPr>
            <a:xfrm>
              <a:off x="3523040"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9" name="Cube 208"/>
            <p:cNvSpPr/>
            <p:nvPr/>
          </p:nvSpPr>
          <p:spPr>
            <a:xfrm>
              <a:off x="3841218" y="47051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0" name="Cube 209"/>
            <p:cNvSpPr/>
            <p:nvPr/>
          </p:nvSpPr>
          <p:spPr>
            <a:xfrm>
              <a:off x="1613970"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1" name="Cube 210"/>
            <p:cNvSpPr/>
            <p:nvPr/>
          </p:nvSpPr>
          <p:spPr>
            <a:xfrm>
              <a:off x="1932148"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2" name="Cube 211"/>
            <p:cNvSpPr/>
            <p:nvPr/>
          </p:nvSpPr>
          <p:spPr>
            <a:xfrm>
              <a:off x="2250327"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3" name="Cube 212"/>
            <p:cNvSpPr/>
            <p:nvPr/>
          </p:nvSpPr>
          <p:spPr>
            <a:xfrm>
              <a:off x="2568505"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4" name="Cube 213"/>
            <p:cNvSpPr/>
            <p:nvPr/>
          </p:nvSpPr>
          <p:spPr>
            <a:xfrm>
              <a:off x="2886683"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5" name="Cube 214"/>
            <p:cNvSpPr/>
            <p:nvPr/>
          </p:nvSpPr>
          <p:spPr>
            <a:xfrm>
              <a:off x="3204862"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6" name="Cube 215"/>
            <p:cNvSpPr/>
            <p:nvPr/>
          </p:nvSpPr>
          <p:spPr>
            <a:xfrm>
              <a:off x="3523040"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7" name="Cube 216"/>
            <p:cNvSpPr/>
            <p:nvPr/>
          </p:nvSpPr>
          <p:spPr>
            <a:xfrm>
              <a:off x="3841218" y="43675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8" name="Cube 217"/>
            <p:cNvSpPr/>
            <p:nvPr/>
          </p:nvSpPr>
          <p:spPr>
            <a:xfrm>
              <a:off x="1613970"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9" name="Cube 218"/>
            <p:cNvSpPr/>
            <p:nvPr/>
          </p:nvSpPr>
          <p:spPr>
            <a:xfrm>
              <a:off x="1932148"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0" name="Cube 219"/>
            <p:cNvSpPr/>
            <p:nvPr/>
          </p:nvSpPr>
          <p:spPr>
            <a:xfrm>
              <a:off x="2250327"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1" name="Cube 220"/>
            <p:cNvSpPr/>
            <p:nvPr/>
          </p:nvSpPr>
          <p:spPr>
            <a:xfrm>
              <a:off x="2568505"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2" name="Cube 221"/>
            <p:cNvSpPr/>
            <p:nvPr/>
          </p:nvSpPr>
          <p:spPr>
            <a:xfrm>
              <a:off x="2886683"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3" name="Cube 222"/>
            <p:cNvSpPr/>
            <p:nvPr/>
          </p:nvSpPr>
          <p:spPr>
            <a:xfrm>
              <a:off x="3204862"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4" name="Cube 223"/>
            <p:cNvSpPr/>
            <p:nvPr/>
          </p:nvSpPr>
          <p:spPr>
            <a:xfrm>
              <a:off x="3523040"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5" name="Cube 224"/>
            <p:cNvSpPr/>
            <p:nvPr/>
          </p:nvSpPr>
          <p:spPr>
            <a:xfrm>
              <a:off x="3841218" y="40298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6" name="Cube 225"/>
            <p:cNvSpPr/>
            <p:nvPr/>
          </p:nvSpPr>
          <p:spPr>
            <a:xfrm>
              <a:off x="1613970"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7" name="Cube 226"/>
            <p:cNvSpPr/>
            <p:nvPr/>
          </p:nvSpPr>
          <p:spPr>
            <a:xfrm>
              <a:off x="1932148"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8" name="Cube 227"/>
            <p:cNvSpPr/>
            <p:nvPr/>
          </p:nvSpPr>
          <p:spPr>
            <a:xfrm>
              <a:off x="2250327"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9" name="Cube 228"/>
            <p:cNvSpPr/>
            <p:nvPr/>
          </p:nvSpPr>
          <p:spPr>
            <a:xfrm>
              <a:off x="2568505"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0" name="Cube 229"/>
            <p:cNvSpPr/>
            <p:nvPr/>
          </p:nvSpPr>
          <p:spPr>
            <a:xfrm>
              <a:off x="2886683"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1" name="Cube 230"/>
            <p:cNvSpPr/>
            <p:nvPr/>
          </p:nvSpPr>
          <p:spPr>
            <a:xfrm>
              <a:off x="3204862"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2" name="Cube 231"/>
            <p:cNvSpPr/>
            <p:nvPr/>
          </p:nvSpPr>
          <p:spPr>
            <a:xfrm>
              <a:off x="3523040"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3" name="Cube 232"/>
            <p:cNvSpPr/>
            <p:nvPr/>
          </p:nvSpPr>
          <p:spPr>
            <a:xfrm>
              <a:off x="3841218" y="36922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4" name="Cube 233"/>
            <p:cNvSpPr/>
            <p:nvPr/>
          </p:nvSpPr>
          <p:spPr>
            <a:xfrm>
              <a:off x="1613970"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5" name="Cube 234"/>
            <p:cNvSpPr/>
            <p:nvPr/>
          </p:nvSpPr>
          <p:spPr>
            <a:xfrm>
              <a:off x="1932148"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6" name="Cube 235"/>
            <p:cNvSpPr/>
            <p:nvPr/>
          </p:nvSpPr>
          <p:spPr>
            <a:xfrm>
              <a:off x="2250327"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7" name="Cube 236"/>
            <p:cNvSpPr/>
            <p:nvPr/>
          </p:nvSpPr>
          <p:spPr>
            <a:xfrm>
              <a:off x="2568505"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8" name="Cube 237"/>
            <p:cNvSpPr/>
            <p:nvPr/>
          </p:nvSpPr>
          <p:spPr>
            <a:xfrm>
              <a:off x="2886683"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9" name="Cube 238"/>
            <p:cNvSpPr/>
            <p:nvPr/>
          </p:nvSpPr>
          <p:spPr>
            <a:xfrm>
              <a:off x="3204862"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0" name="Cube 239"/>
            <p:cNvSpPr/>
            <p:nvPr/>
          </p:nvSpPr>
          <p:spPr>
            <a:xfrm>
              <a:off x="3523040"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1" name="Cube 240"/>
            <p:cNvSpPr/>
            <p:nvPr/>
          </p:nvSpPr>
          <p:spPr>
            <a:xfrm>
              <a:off x="3841218" y="33545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2" name="Cube 241"/>
            <p:cNvSpPr/>
            <p:nvPr/>
          </p:nvSpPr>
          <p:spPr>
            <a:xfrm>
              <a:off x="1613970"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3" name="Cube 242"/>
            <p:cNvSpPr/>
            <p:nvPr/>
          </p:nvSpPr>
          <p:spPr>
            <a:xfrm>
              <a:off x="1932148"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4" name="Cube 243"/>
            <p:cNvSpPr/>
            <p:nvPr/>
          </p:nvSpPr>
          <p:spPr>
            <a:xfrm>
              <a:off x="2250327"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5" name="Cube 244"/>
            <p:cNvSpPr/>
            <p:nvPr/>
          </p:nvSpPr>
          <p:spPr>
            <a:xfrm>
              <a:off x="2568505"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6" name="Cube 245"/>
            <p:cNvSpPr/>
            <p:nvPr/>
          </p:nvSpPr>
          <p:spPr>
            <a:xfrm>
              <a:off x="2886683"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7" name="Cube 246"/>
            <p:cNvSpPr/>
            <p:nvPr/>
          </p:nvSpPr>
          <p:spPr>
            <a:xfrm>
              <a:off x="3204862"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8" name="Cube 247"/>
            <p:cNvSpPr/>
            <p:nvPr/>
          </p:nvSpPr>
          <p:spPr>
            <a:xfrm>
              <a:off x="3523040"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9" name="Cube 248"/>
            <p:cNvSpPr/>
            <p:nvPr/>
          </p:nvSpPr>
          <p:spPr>
            <a:xfrm>
              <a:off x="3841218" y="30169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0" name="Cube 249"/>
            <p:cNvSpPr/>
            <p:nvPr/>
          </p:nvSpPr>
          <p:spPr>
            <a:xfrm>
              <a:off x="1613970"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1" name="Cube 250"/>
            <p:cNvSpPr/>
            <p:nvPr/>
          </p:nvSpPr>
          <p:spPr>
            <a:xfrm>
              <a:off x="1932148"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2" name="Cube 251"/>
            <p:cNvSpPr/>
            <p:nvPr/>
          </p:nvSpPr>
          <p:spPr>
            <a:xfrm>
              <a:off x="2250327"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3" name="Cube 252"/>
            <p:cNvSpPr/>
            <p:nvPr/>
          </p:nvSpPr>
          <p:spPr>
            <a:xfrm>
              <a:off x="2568505"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4" name="Cube 253"/>
            <p:cNvSpPr/>
            <p:nvPr/>
          </p:nvSpPr>
          <p:spPr>
            <a:xfrm>
              <a:off x="2886683"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5" name="Cube 254"/>
            <p:cNvSpPr/>
            <p:nvPr/>
          </p:nvSpPr>
          <p:spPr>
            <a:xfrm>
              <a:off x="3204862"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6" name="Cube 255"/>
            <p:cNvSpPr/>
            <p:nvPr/>
          </p:nvSpPr>
          <p:spPr>
            <a:xfrm>
              <a:off x="3523040"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7" name="Cube 256"/>
            <p:cNvSpPr/>
            <p:nvPr/>
          </p:nvSpPr>
          <p:spPr>
            <a:xfrm>
              <a:off x="3841218" y="26792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8" name="Cube 257"/>
            <p:cNvSpPr/>
            <p:nvPr/>
          </p:nvSpPr>
          <p:spPr>
            <a:xfrm>
              <a:off x="1613970"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9" name="Cube 258"/>
            <p:cNvSpPr/>
            <p:nvPr/>
          </p:nvSpPr>
          <p:spPr>
            <a:xfrm>
              <a:off x="1932148"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0" name="Cube 259"/>
            <p:cNvSpPr/>
            <p:nvPr/>
          </p:nvSpPr>
          <p:spPr>
            <a:xfrm>
              <a:off x="2250327"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1" name="Cube 260"/>
            <p:cNvSpPr/>
            <p:nvPr/>
          </p:nvSpPr>
          <p:spPr>
            <a:xfrm>
              <a:off x="2568505"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2" name="Cube 261"/>
            <p:cNvSpPr/>
            <p:nvPr/>
          </p:nvSpPr>
          <p:spPr>
            <a:xfrm>
              <a:off x="2886683"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3" name="Cube 262"/>
            <p:cNvSpPr/>
            <p:nvPr/>
          </p:nvSpPr>
          <p:spPr>
            <a:xfrm>
              <a:off x="3204862"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4" name="Cube 263"/>
            <p:cNvSpPr/>
            <p:nvPr/>
          </p:nvSpPr>
          <p:spPr>
            <a:xfrm>
              <a:off x="3523040"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5" name="Cube 264"/>
            <p:cNvSpPr/>
            <p:nvPr/>
          </p:nvSpPr>
          <p:spPr>
            <a:xfrm>
              <a:off x="3841218" y="23416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6" name="Cube 265"/>
            <p:cNvSpPr/>
            <p:nvPr/>
          </p:nvSpPr>
          <p:spPr>
            <a:xfrm>
              <a:off x="1479704"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7" name="Cube 266"/>
            <p:cNvSpPr/>
            <p:nvPr/>
          </p:nvSpPr>
          <p:spPr>
            <a:xfrm>
              <a:off x="1797882"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8" name="Cube 267"/>
            <p:cNvSpPr/>
            <p:nvPr/>
          </p:nvSpPr>
          <p:spPr>
            <a:xfrm>
              <a:off x="2116061"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9" name="Cube 268"/>
            <p:cNvSpPr/>
            <p:nvPr/>
          </p:nvSpPr>
          <p:spPr>
            <a:xfrm>
              <a:off x="2434239"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0" name="Cube 269"/>
            <p:cNvSpPr/>
            <p:nvPr/>
          </p:nvSpPr>
          <p:spPr>
            <a:xfrm>
              <a:off x="2752417"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1" name="Cube 270"/>
            <p:cNvSpPr/>
            <p:nvPr/>
          </p:nvSpPr>
          <p:spPr>
            <a:xfrm>
              <a:off x="3070596"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2" name="Cube 271"/>
            <p:cNvSpPr/>
            <p:nvPr/>
          </p:nvSpPr>
          <p:spPr>
            <a:xfrm>
              <a:off x="3388774"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3" name="Cube 272"/>
            <p:cNvSpPr/>
            <p:nvPr/>
          </p:nvSpPr>
          <p:spPr>
            <a:xfrm>
              <a:off x="3706952" y="48241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4" name="Cube 273"/>
            <p:cNvSpPr/>
            <p:nvPr/>
          </p:nvSpPr>
          <p:spPr>
            <a:xfrm>
              <a:off x="1479704"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5" name="Cube 274"/>
            <p:cNvSpPr/>
            <p:nvPr/>
          </p:nvSpPr>
          <p:spPr>
            <a:xfrm>
              <a:off x="1797882"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6" name="Cube 275"/>
            <p:cNvSpPr/>
            <p:nvPr/>
          </p:nvSpPr>
          <p:spPr>
            <a:xfrm>
              <a:off x="2116061"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7" name="Cube 276"/>
            <p:cNvSpPr/>
            <p:nvPr/>
          </p:nvSpPr>
          <p:spPr>
            <a:xfrm>
              <a:off x="2434239"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8" name="Cube 277"/>
            <p:cNvSpPr/>
            <p:nvPr/>
          </p:nvSpPr>
          <p:spPr>
            <a:xfrm>
              <a:off x="2752417"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9" name="Cube 278"/>
            <p:cNvSpPr/>
            <p:nvPr/>
          </p:nvSpPr>
          <p:spPr>
            <a:xfrm>
              <a:off x="3070596"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0" name="Cube 279"/>
            <p:cNvSpPr/>
            <p:nvPr/>
          </p:nvSpPr>
          <p:spPr>
            <a:xfrm>
              <a:off x="3388774"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1" name="Cube 280"/>
            <p:cNvSpPr/>
            <p:nvPr/>
          </p:nvSpPr>
          <p:spPr>
            <a:xfrm>
              <a:off x="3706952" y="44864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2" name="Cube 281"/>
            <p:cNvSpPr/>
            <p:nvPr/>
          </p:nvSpPr>
          <p:spPr>
            <a:xfrm>
              <a:off x="1479704"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3" name="Cube 282"/>
            <p:cNvSpPr/>
            <p:nvPr/>
          </p:nvSpPr>
          <p:spPr>
            <a:xfrm>
              <a:off x="1797882"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4" name="Cube 283"/>
            <p:cNvSpPr/>
            <p:nvPr/>
          </p:nvSpPr>
          <p:spPr>
            <a:xfrm>
              <a:off x="2116061"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5" name="Cube 284"/>
            <p:cNvSpPr/>
            <p:nvPr/>
          </p:nvSpPr>
          <p:spPr>
            <a:xfrm>
              <a:off x="2434239"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6" name="Cube 285"/>
            <p:cNvSpPr/>
            <p:nvPr/>
          </p:nvSpPr>
          <p:spPr>
            <a:xfrm>
              <a:off x="2752417"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7" name="Cube 286"/>
            <p:cNvSpPr/>
            <p:nvPr/>
          </p:nvSpPr>
          <p:spPr>
            <a:xfrm>
              <a:off x="3070596"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8" name="Cube 287"/>
            <p:cNvSpPr/>
            <p:nvPr/>
          </p:nvSpPr>
          <p:spPr>
            <a:xfrm>
              <a:off x="3388774"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9" name="Cube 288"/>
            <p:cNvSpPr/>
            <p:nvPr/>
          </p:nvSpPr>
          <p:spPr>
            <a:xfrm>
              <a:off x="3706952" y="41488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0" name="Cube 289"/>
            <p:cNvSpPr/>
            <p:nvPr/>
          </p:nvSpPr>
          <p:spPr>
            <a:xfrm>
              <a:off x="1479704"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1" name="Cube 290"/>
            <p:cNvSpPr/>
            <p:nvPr/>
          </p:nvSpPr>
          <p:spPr>
            <a:xfrm>
              <a:off x="1797882"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2" name="Cube 291"/>
            <p:cNvSpPr/>
            <p:nvPr/>
          </p:nvSpPr>
          <p:spPr>
            <a:xfrm>
              <a:off x="2116061"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3" name="Cube 292"/>
            <p:cNvSpPr/>
            <p:nvPr/>
          </p:nvSpPr>
          <p:spPr>
            <a:xfrm>
              <a:off x="2434239"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4" name="Cube 293"/>
            <p:cNvSpPr/>
            <p:nvPr/>
          </p:nvSpPr>
          <p:spPr>
            <a:xfrm>
              <a:off x="2752417"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5" name="Cube 294"/>
            <p:cNvSpPr/>
            <p:nvPr/>
          </p:nvSpPr>
          <p:spPr>
            <a:xfrm>
              <a:off x="3070596"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6" name="Cube 295"/>
            <p:cNvSpPr/>
            <p:nvPr/>
          </p:nvSpPr>
          <p:spPr>
            <a:xfrm>
              <a:off x="3388774"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7" name="Cube 296"/>
            <p:cNvSpPr/>
            <p:nvPr/>
          </p:nvSpPr>
          <p:spPr>
            <a:xfrm>
              <a:off x="3706952" y="38111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8" name="Cube 297"/>
            <p:cNvSpPr/>
            <p:nvPr/>
          </p:nvSpPr>
          <p:spPr>
            <a:xfrm>
              <a:off x="1479704"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9" name="Cube 298"/>
            <p:cNvSpPr/>
            <p:nvPr/>
          </p:nvSpPr>
          <p:spPr>
            <a:xfrm>
              <a:off x="1797882"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0" name="Cube 299"/>
            <p:cNvSpPr/>
            <p:nvPr/>
          </p:nvSpPr>
          <p:spPr>
            <a:xfrm>
              <a:off x="2116061"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1" name="Cube 300"/>
            <p:cNvSpPr/>
            <p:nvPr/>
          </p:nvSpPr>
          <p:spPr>
            <a:xfrm>
              <a:off x="2434239"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2" name="Cube 301"/>
            <p:cNvSpPr/>
            <p:nvPr/>
          </p:nvSpPr>
          <p:spPr>
            <a:xfrm>
              <a:off x="2752417"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3" name="Cube 302"/>
            <p:cNvSpPr/>
            <p:nvPr/>
          </p:nvSpPr>
          <p:spPr>
            <a:xfrm>
              <a:off x="3070596"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4" name="Cube 303"/>
            <p:cNvSpPr/>
            <p:nvPr/>
          </p:nvSpPr>
          <p:spPr>
            <a:xfrm>
              <a:off x="3388774"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5" name="Cube 304"/>
            <p:cNvSpPr/>
            <p:nvPr/>
          </p:nvSpPr>
          <p:spPr>
            <a:xfrm>
              <a:off x="3706952" y="34735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6" name="Cube 305"/>
            <p:cNvSpPr/>
            <p:nvPr/>
          </p:nvSpPr>
          <p:spPr>
            <a:xfrm>
              <a:off x="1479704"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7" name="Cube 306"/>
            <p:cNvSpPr/>
            <p:nvPr/>
          </p:nvSpPr>
          <p:spPr>
            <a:xfrm>
              <a:off x="1797882"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8" name="Cube 307"/>
            <p:cNvSpPr/>
            <p:nvPr/>
          </p:nvSpPr>
          <p:spPr>
            <a:xfrm>
              <a:off x="2116061"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9" name="Cube 308"/>
            <p:cNvSpPr/>
            <p:nvPr/>
          </p:nvSpPr>
          <p:spPr>
            <a:xfrm>
              <a:off x="2434239"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0" name="Cube 309"/>
            <p:cNvSpPr/>
            <p:nvPr/>
          </p:nvSpPr>
          <p:spPr>
            <a:xfrm>
              <a:off x="2752417"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1" name="Cube 310"/>
            <p:cNvSpPr/>
            <p:nvPr/>
          </p:nvSpPr>
          <p:spPr>
            <a:xfrm>
              <a:off x="3070596"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2" name="Cube 311"/>
            <p:cNvSpPr/>
            <p:nvPr/>
          </p:nvSpPr>
          <p:spPr>
            <a:xfrm>
              <a:off x="3388774"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3" name="Cube 312"/>
            <p:cNvSpPr/>
            <p:nvPr/>
          </p:nvSpPr>
          <p:spPr>
            <a:xfrm>
              <a:off x="3706952" y="31358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4" name="Cube 313"/>
            <p:cNvSpPr/>
            <p:nvPr/>
          </p:nvSpPr>
          <p:spPr>
            <a:xfrm>
              <a:off x="1479704"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5" name="Cube 314"/>
            <p:cNvSpPr/>
            <p:nvPr/>
          </p:nvSpPr>
          <p:spPr>
            <a:xfrm>
              <a:off x="1797882"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6" name="Cube 315"/>
            <p:cNvSpPr/>
            <p:nvPr/>
          </p:nvSpPr>
          <p:spPr>
            <a:xfrm>
              <a:off x="2116061"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7" name="Cube 316"/>
            <p:cNvSpPr/>
            <p:nvPr/>
          </p:nvSpPr>
          <p:spPr>
            <a:xfrm>
              <a:off x="2434239"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8" name="Cube 317"/>
            <p:cNvSpPr/>
            <p:nvPr/>
          </p:nvSpPr>
          <p:spPr>
            <a:xfrm>
              <a:off x="2752417"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9" name="Cube 318"/>
            <p:cNvSpPr/>
            <p:nvPr/>
          </p:nvSpPr>
          <p:spPr>
            <a:xfrm>
              <a:off x="3070596"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0" name="Cube 319"/>
            <p:cNvSpPr/>
            <p:nvPr/>
          </p:nvSpPr>
          <p:spPr>
            <a:xfrm>
              <a:off x="3388774"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 name="Cube 320"/>
            <p:cNvSpPr/>
            <p:nvPr/>
          </p:nvSpPr>
          <p:spPr>
            <a:xfrm>
              <a:off x="3706952" y="27982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 name="Cube 321"/>
            <p:cNvSpPr/>
            <p:nvPr/>
          </p:nvSpPr>
          <p:spPr>
            <a:xfrm>
              <a:off x="1479704"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 name="Cube 322"/>
            <p:cNvSpPr/>
            <p:nvPr/>
          </p:nvSpPr>
          <p:spPr>
            <a:xfrm>
              <a:off x="1797882"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 name="Cube 323"/>
            <p:cNvSpPr/>
            <p:nvPr/>
          </p:nvSpPr>
          <p:spPr>
            <a:xfrm>
              <a:off x="2116061"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 name="Cube 324"/>
            <p:cNvSpPr/>
            <p:nvPr/>
          </p:nvSpPr>
          <p:spPr>
            <a:xfrm>
              <a:off x="2434239"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 name="Cube 325"/>
            <p:cNvSpPr/>
            <p:nvPr/>
          </p:nvSpPr>
          <p:spPr>
            <a:xfrm>
              <a:off x="2752417"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 name="Cube 326"/>
            <p:cNvSpPr/>
            <p:nvPr/>
          </p:nvSpPr>
          <p:spPr>
            <a:xfrm>
              <a:off x="3070596"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 name="Cube 327"/>
            <p:cNvSpPr/>
            <p:nvPr/>
          </p:nvSpPr>
          <p:spPr>
            <a:xfrm>
              <a:off x="3388774"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 name="Cube 328"/>
            <p:cNvSpPr/>
            <p:nvPr/>
          </p:nvSpPr>
          <p:spPr>
            <a:xfrm>
              <a:off x="3706952" y="24605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 name="Cube 329"/>
            <p:cNvSpPr/>
            <p:nvPr/>
          </p:nvSpPr>
          <p:spPr>
            <a:xfrm>
              <a:off x="1345438"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 name="Cube 330"/>
            <p:cNvSpPr/>
            <p:nvPr/>
          </p:nvSpPr>
          <p:spPr>
            <a:xfrm>
              <a:off x="1663616"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 name="Cube 331"/>
            <p:cNvSpPr/>
            <p:nvPr/>
          </p:nvSpPr>
          <p:spPr>
            <a:xfrm>
              <a:off x="1981795"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 name="Cube 332"/>
            <p:cNvSpPr/>
            <p:nvPr/>
          </p:nvSpPr>
          <p:spPr>
            <a:xfrm>
              <a:off x="2299973"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 name="Cube 333"/>
            <p:cNvSpPr/>
            <p:nvPr/>
          </p:nvSpPr>
          <p:spPr>
            <a:xfrm>
              <a:off x="2618151"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 name="Cube 334"/>
            <p:cNvSpPr/>
            <p:nvPr/>
          </p:nvSpPr>
          <p:spPr>
            <a:xfrm>
              <a:off x="2936330"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 name="Cube 335"/>
            <p:cNvSpPr/>
            <p:nvPr/>
          </p:nvSpPr>
          <p:spPr>
            <a:xfrm>
              <a:off x="3254508"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 name="Cube 336"/>
            <p:cNvSpPr/>
            <p:nvPr/>
          </p:nvSpPr>
          <p:spPr>
            <a:xfrm>
              <a:off x="3572686" y="49431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 name="Cube 337"/>
            <p:cNvSpPr/>
            <p:nvPr/>
          </p:nvSpPr>
          <p:spPr>
            <a:xfrm>
              <a:off x="1345438"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 name="Cube 338"/>
            <p:cNvSpPr/>
            <p:nvPr/>
          </p:nvSpPr>
          <p:spPr>
            <a:xfrm>
              <a:off x="1663616"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 name="Cube 339"/>
            <p:cNvSpPr/>
            <p:nvPr/>
          </p:nvSpPr>
          <p:spPr>
            <a:xfrm>
              <a:off x="1981795"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 name="Cube 340"/>
            <p:cNvSpPr/>
            <p:nvPr/>
          </p:nvSpPr>
          <p:spPr>
            <a:xfrm>
              <a:off x="2299973"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 name="Cube 341"/>
            <p:cNvSpPr/>
            <p:nvPr/>
          </p:nvSpPr>
          <p:spPr>
            <a:xfrm>
              <a:off x="2618151"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 name="Cube 342"/>
            <p:cNvSpPr/>
            <p:nvPr/>
          </p:nvSpPr>
          <p:spPr>
            <a:xfrm>
              <a:off x="2936330"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 name="Cube 343"/>
            <p:cNvSpPr/>
            <p:nvPr/>
          </p:nvSpPr>
          <p:spPr>
            <a:xfrm>
              <a:off x="3254508"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 name="Cube 344"/>
            <p:cNvSpPr/>
            <p:nvPr/>
          </p:nvSpPr>
          <p:spPr>
            <a:xfrm>
              <a:off x="3572686" y="46054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 name="Cube 345"/>
            <p:cNvSpPr/>
            <p:nvPr/>
          </p:nvSpPr>
          <p:spPr>
            <a:xfrm>
              <a:off x="1345438"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 name="Cube 346"/>
            <p:cNvSpPr/>
            <p:nvPr/>
          </p:nvSpPr>
          <p:spPr>
            <a:xfrm>
              <a:off x="1663616"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 name="Cube 347"/>
            <p:cNvSpPr/>
            <p:nvPr/>
          </p:nvSpPr>
          <p:spPr>
            <a:xfrm>
              <a:off x="1981795"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 name="Cube 348"/>
            <p:cNvSpPr/>
            <p:nvPr/>
          </p:nvSpPr>
          <p:spPr>
            <a:xfrm>
              <a:off x="2299973"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 name="Cube 349"/>
            <p:cNvSpPr/>
            <p:nvPr/>
          </p:nvSpPr>
          <p:spPr>
            <a:xfrm>
              <a:off x="2618151"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 name="Cube 350"/>
            <p:cNvSpPr/>
            <p:nvPr/>
          </p:nvSpPr>
          <p:spPr>
            <a:xfrm>
              <a:off x="2936330"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 name="Cube 351"/>
            <p:cNvSpPr/>
            <p:nvPr/>
          </p:nvSpPr>
          <p:spPr>
            <a:xfrm>
              <a:off x="3254508"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 name="Cube 352"/>
            <p:cNvSpPr/>
            <p:nvPr/>
          </p:nvSpPr>
          <p:spPr>
            <a:xfrm>
              <a:off x="3572686" y="42678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 name="Cube 353"/>
            <p:cNvSpPr/>
            <p:nvPr/>
          </p:nvSpPr>
          <p:spPr>
            <a:xfrm>
              <a:off x="1345438"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 name="Cube 354"/>
            <p:cNvSpPr/>
            <p:nvPr/>
          </p:nvSpPr>
          <p:spPr>
            <a:xfrm>
              <a:off x="1663616"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 name="Cube 355"/>
            <p:cNvSpPr/>
            <p:nvPr/>
          </p:nvSpPr>
          <p:spPr>
            <a:xfrm>
              <a:off x="1981795"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 name="Cube 356"/>
            <p:cNvSpPr/>
            <p:nvPr/>
          </p:nvSpPr>
          <p:spPr>
            <a:xfrm>
              <a:off x="2299973"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 name="Cube 357"/>
            <p:cNvSpPr/>
            <p:nvPr/>
          </p:nvSpPr>
          <p:spPr>
            <a:xfrm>
              <a:off x="2618151"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 name="Cube 358"/>
            <p:cNvSpPr/>
            <p:nvPr/>
          </p:nvSpPr>
          <p:spPr>
            <a:xfrm>
              <a:off x="2936330"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 name="Cube 359"/>
            <p:cNvSpPr/>
            <p:nvPr/>
          </p:nvSpPr>
          <p:spPr>
            <a:xfrm>
              <a:off x="3254508"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 name="Cube 360"/>
            <p:cNvSpPr/>
            <p:nvPr/>
          </p:nvSpPr>
          <p:spPr>
            <a:xfrm>
              <a:off x="3572686" y="39301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 name="Cube 361"/>
            <p:cNvSpPr/>
            <p:nvPr/>
          </p:nvSpPr>
          <p:spPr>
            <a:xfrm>
              <a:off x="1345438"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 name="Cube 362"/>
            <p:cNvSpPr/>
            <p:nvPr/>
          </p:nvSpPr>
          <p:spPr>
            <a:xfrm>
              <a:off x="1663616"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 name="Cube 363"/>
            <p:cNvSpPr/>
            <p:nvPr/>
          </p:nvSpPr>
          <p:spPr>
            <a:xfrm>
              <a:off x="1981795"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 name="Cube 364"/>
            <p:cNvSpPr/>
            <p:nvPr/>
          </p:nvSpPr>
          <p:spPr>
            <a:xfrm>
              <a:off x="2299973"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 name="Cube 365"/>
            <p:cNvSpPr/>
            <p:nvPr/>
          </p:nvSpPr>
          <p:spPr>
            <a:xfrm>
              <a:off x="2618151"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 name="Cube 366"/>
            <p:cNvSpPr/>
            <p:nvPr/>
          </p:nvSpPr>
          <p:spPr>
            <a:xfrm>
              <a:off x="2936330"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 name="Cube 367"/>
            <p:cNvSpPr/>
            <p:nvPr/>
          </p:nvSpPr>
          <p:spPr>
            <a:xfrm>
              <a:off x="3254508" y="35924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 name="Cube 368"/>
            <p:cNvSpPr/>
            <p:nvPr/>
          </p:nvSpPr>
          <p:spPr>
            <a:xfrm>
              <a:off x="3572686" y="359249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 name="Cube 369"/>
            <p:cNvSpPr/>
            <p:nvPr/>
          </p:nvSpPr>
          <p:spPr>
            <a:xfrm>
              <a:off x="1345438"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 name="Cube 370"/>
            <p:cNvSpPr/>
            <p:nvPr/>
          </p:nvSpPr>
          <p:spPr>
            <a:xfrm>
              <a:off x="1663616"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 name="Cube 371"/>
            <p:cNvSpPr/>
            <p:nvPr/>
          </p:nvSpPr>
          <p:spPr>
            <a:xfrm>
              <a:off x="1981795"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3" name="Cube 372"/>
            <p:cNvSpPr/>
            <p:nvPr/>
          </p:nvSpPr>
          <p:spPr>
            <a:xfrm>
              <a:off x="2299973"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4" name="Cube 373"/>
            <p:cNvSpPr/>
            <p:nvPr/>
          </p:nvSpPr>
          <p:spPr>
            <a:xfrm>
              <a:off x="2618151"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5" name="Cube 374"/>
            <p:cNvSpPr/>
            <p:nvPr/>
          </p:nvSpPr>
          <p:spPr>
            <a:xfrm>
              <a:off x="2936330"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6" name="Cube 375"/>
            <p:cNvSpPr/>
            <p:nvPr/>
          </p:nvSpPr>
          <p:spPr>
            <a:xfrm>
              <a:off x="3254508"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7" name="Cube 376"/>
            <p:cNvSpPr/>
            <p:nvPr/>
          </p:nvSpPr>
          <p:spPr>
            <a:xfrm>
              <a:off x="3572686" y="32548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8" name="Cube 377"/>
            <p:cNvSpPr/>
            <p:nvPr/>
          </p:nvSpPr>
          <p:spPr>
            <a:xfrm>
              <a:off x="1345438"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9" name="Cube 378"/>
            <p:cNvSpPr/>
            <p:nvPr/>
          </p:nvSpPr>
          <p:spPr>
            <a:xfrm>
              <a:off x="1663616"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0" name="Cube 379"/>
            <p:cNvSpPr/>
            <p:nvPr/>
          </p:nvSpPr>
          <p:spPr>
            <a:xfrm>
              <a:off x="1981795"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1" name="Cube 380"/>
            <p:cNvSpPr/>
            <p:nvPr/>
          </p:nvSpPr>
          <p:spPr>
            <a:xfrm>
              <a:off x="2299973"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2" name="Cube 381"/>
            <p:cNvSpPr/>
            <p:nvPr/>
          </p:nvSpPr>
          <p:spPr>
            <a:xfrm>
              <a:off x="2618151"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3" name="Cube 382"/>
            <p:cNvSpPr/>
            <p:nvPr/>
          </p:nvSpPr>
          <p:spPr>
            <a:xfrm>
              <a:off x="2936330"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4" name="Cube 383"/>
            <p:cNvSpPr/>
            <p:nvPr/>
          </p:nvSpPr>
          <p:spPr>
            <a:xfrm>
              <a:off x="3254508"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5" name="Cube 384"/>
            <p:cNvSpPr/>
            <p:nvPr/>
          </p:nvSpPr>
          <p:spPr>
            <a:xfrm>
              <a:off x="3572686" y="29171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6" name="Cube 385"/>
            <p:cNvSpPr/>
            <p:nvPr/>
          </p:nvSpPr>
          <p:spPr>
            <a:xfrm>
              <a:off x="1345438"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7" name="Cube 386"/>
            <p:cNvSpPr/>
            <p:nvPr/>
          </p:nvSpPr>
          <p:spPr>
            <a:xfrm>
              <a:off x="1663616"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8" name="Cube 387"/>
            <p:cNvSpPr/>
            <p:nvPr/>
          </p:nvSpPr>
          <p:spPr>
            <a:xfrm>
              <a:off x="1981795"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9" name="Cube 388"/>
            <p:cNvSpPr/>
            <p:nvPr/>
          </p:nvSpPr>
          <p:spPr>
            <a:xfrm>
              <a:off x="2299973"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0" name="Cube 389"/>
            <p:cNvSpPr/>
            <p:nvPr/>
          </p:nvSpPr>
          <p:spPr>
            <a:xfrm>
              <a:off x="2618151"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1" name="Cube 390"/>
            <p:cNvSpPr/>
            <p:nvPr/>
          </p:nvSpPr>
          <p:spPr>
            <a:xfrm>
              <a:off x="2936330"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2" name="Cube 391"/>
            <p:cNvSpPr/>
            <p:nvPr/>
          </p:nvSpPr>
          <p:spPr>
            <a:xfrm>
              <a:off x="3254508"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3" name="Cube 392"/>
            <p:cNvSpPr/>
            <p:nvPr/>
          </p:nvSpPr>
          <p:spPr>
            <a:xfrm>
              <a:off x="3572686" y="25795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4" name="Cube 393"/>
            <p:cNvSpPr/>
            <p:nvPr/>
          </p:nvSpPr>
          <p:spPr>
            <a:xfrm>
              <a:off x="1211172"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5" name="Cube 394"/>
            <p:cNvSpPr/>
            <p:nvPr/>
          </p:nvSpPr>
          <p:spPr>
            <a:xfrm>
              <a:off x="1529350"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6" name="Cube 395"/>
            <p:cNvSpPr/>
            <p:nvPr/>
          </p:nvSpPr>
          <p:spPr>
            <a:xfrm>
              <a:off x="1847529"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7" name="Cube 396"/>
            <p:cNvSpPr/>
            <p:nvPr/>
          </p:nvSpPr>
          <p:spPr>
            <a:xfrm>
              <a:off x="2165707"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8" name="Cube 397"/>
            <p:cNvSpPr/>
            <p:nvPr/>
          </p:nvSpPr>
          <p:spPr>
            <a:xfrm>
              <a:off x="2483885"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9" name="Cube 398"/>
            <p:cNvSpPr/>
            <p:nvPr/>
          </p:nvSpPr>
          <p:spPr>
            <a:xfrm>
              <a:off x="2802064"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0" name="Cube 399"/>
            <p:cNvSpPr/>
            <p:nvPr/>
          </p:nvSpPr>
          <p:spPr>
            <a:xfrm>
              <a:off x="3120242"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1" name="Cube 400"/>
            <p:cNvSpPr/>
            <p:nvPr/>
          </p:nvSpPr>
          <p:spPr>
            <a:xfrm>
              <a:off x="3438420" y="50620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2" name="Cube 401"/>
            <p:cNvSpPr/>
            <p:nvPr/>
          </p:nvSpPr>
          <p:spPr>
            <a:xfrm>
              <a:off x="1211172"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3" name="Cube 402"/>
            <p:cNvSpPr/>
            <p:nvPr/>
          </p:nvSpPr>
          <p:spPr>
            <a:xfrm>
              <a:off x="1529350"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4" name="Cube 403"/>
            <p:cNvSpPr/>
            <p:nvPr/>
          </p:nvSpPr>
          <p:spPr>
            <a:xfrm>
              <a:off x="1847529"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5" name="Cube 404"/>
            <p:cNvSpPr/>
            <p:nvPr/>
          </p:nvSpPr>
          <p:spPr>
            <a:xfrm>
              <a:off x="2165707"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6" name="Cube 405"/>
            <p:cNvSpPr/>
            <p:nvPr/>
          </p:nvSpPr>
          <p:spPr>
            <a:xfrm>
              <a:off x="2483885"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7" name="Cube 406"/>
            <p:cNvSpPr/>
            <p:nvPr/>
          </p:nvSpPr>
          <p:spPr>
            <a:xfrm>
              <a:off x="2802064"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8" name="Cube 407"/>
            <p:cNvSpPr/>
            <p:nvPr/>
          </p:nvSpPr>
          <p:spPr>
            <a:xfrm>
              <a:off x="3120242"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9" name="Cube 408"/>
            <p:cNvSpPr/>
            <p:nvPr/>
          </p:nvSpPr>
          <p:spPr>
            <a:xfrm>
              <a:off x="3438420" y="47244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0" name="Cube 409"/>
            <p:cNvSpPr/>
            <p:nvPr/>
          </p:nvSpPr>
          <p:spPr>
            <a:xfrm>
              <a:off x="1211172"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1" name="Cube 410"/>
            <p:cNvSpPr/>
            <p:nvPr/>
          </p:nvSpPr>
          <p:spPr>
            <a:xfrm>
              <a:off x="1529350"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2" name="Cube 411"/>
            <p:cNvSpPr/>
            <p:nvPr/>
          </p:nvSpPr>
          <p:spPr>
            <a:xfrm>
              <a:off x="1847529"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3" name="Cube 412"/>
            <p:cNvSpPr/>
            <p:nvPr/>
          </p:nvSpPr>
          <p:spPr>
            <a:xfrm>
              <a:off x="2165707"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4" name="Cube 413"/>
            <p:cNvSpPr/>
            <p:nvPr/>
          </p:nvSpPr>
          <p:spPr>
            <a:xfrm>
              <a:off x="2483885"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5" name="Cube 414"/>
            <p:cNvSpPr/>
            <p:nvPr/>
          </p:nvSpPr>
          <p:spPr>
            <a:xfrm>
              <a:off x="2802064"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6" name="Cube 415"/>
            <p:cNvSpPr/>
            <p:nvPr/>
          </p:nvSpPr>
          <p:spPr>
            <a:xfrm>
              <a:off x="3120242"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7" name="Cube 416"/>
            <p:cNvSpPr/>
            <p:nvPr/>
          </p:nvSpPr>
          <p:spPr>
            <a:xfrm>
              <a:off x="3438420" y="43867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8" name="Cube 417"/>
            <p:cNvSpPr/>
            <p:nvPr/>
          </p:nvSpPr>
          <p:spPr>
            <a:xfrm>
              <a:off x="1211172"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9" name="Cube 418"/>
            <p:cNvSpPr/>
            <p:nvPr/>
          </p:nvSpPr>
          <p:spPr>
            <a:xfrm>
              <a:off x="1529350"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0" name="Cube 419"/>
            <p:cNvSpPr/>
            <p:nvPr/>
          </p:nvSpPr>
          <p:spPr>
            <a:xfrm>
              <a:off x="1847529"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1" name="Cube 420"/>
            <p:cNvSpPr/>
            <p:nvPr/>
          </p:nvSpPr>
          <p:spPr>
            <a:xfrm>
              <a:off x="2165707"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2" name="Cube 421"/>
            <p:cNvSpPr/>
            <p:nvPr/>
          </p:nvSpPr>
          <p:spPr>
            <a:xfrm>
              <a:off x="2483885"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3" name="Cube 422"/>
            <p:cNvSpPr/>
            <p:nvPr/>
          </p:nvSpPr>
          <p:spPr>
            <a:xfrm>
              <a:off x="2802064"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4" name="Cube 423"/>
            <p:cNvSpPr/>
            <p:nvPr/>
          </p:nvSpPr>
          <p:spPr>
            <a:xfrm>
              <a:off x="3120242" y="40491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5" name="Cube 424"/>
            <p:cNvSpPr/>
            <p:nvPr/>
          </p:nvSpPr>
          <p:spPr>
            <a:xfrm>
              <a:off x="3438420" y="404911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6" name="Cube 425"/>
            <p:cNvSpPr/>
            <p:nvPr/>
          </p:nvSpPr>
          <p:spPr>
            <a:xfrm>
              <a:off x="1211172"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7" name="Cube 426"/>
            <p:cNvSpPr/>
            <p:nvPr/>
          </p:nvSpPr>
          <p:spPr>
            <a:xfrm>
              <a:off x="1529350"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8" name="Cube 427"/>
            <p:cNvSpPr/>
            <p:nvPr/>
          </p:nvSpPr>
          <p:spPr>
            <a:xfrm>
              <a:off x="1847529"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9" name="Cube 428"/>
            <p:cNvSpPr/>
            <p:nvPr/>
          </p:nvSpPr>
          <p:spPr>
            <a:xfrm>
              <a:off x="2165707"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0" name="Cube 429"/>
            <p:cNvSpPr/>
            <p:nvPr/>
          </p:nvSpPr>
          <p:spPr>
            <a:xfrm>
              <a:off x="2483885"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1" name="Cube 430"/>
            <p:cNvSpPr/>
            <p:nvPr/>
          </p:nvSpPr>
          <p:spPr>
            <a:xfrm>
              <a:off x="2802064"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2" name="Cube 431"/>
            <p:cNvSpPr/>
            <p:nvPr/>
          </p:nvSpPr>
          <p:spPr>
            <a:xfrm>
              <a:off x="3120242" y="37114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3" name="Cube 432"/>
            <p:cNvSpPr/>
            <p:nvPr/>
          </p:nvSpPr>
          <p:spPr>
            <a:xfrm>
              <a:off x="3438420" y="371146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4" name="Cube 433"/>
            <p:cNvSpPr/>
            <p:nvPr/>
          </p:nvSpPr>
          <p:spPr>
            <a:xfrm>
              <a:off x="1211172"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5" name="Cube 434"/>
            <p:cNvSpPr/>
            <p:nvPr/>
          </p:nvSpPr>
          <p:spPr>
            <a:xfrm>
              <a:off x="1529350"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6" name="Cube 435"/>
            <p:cNvSpPr/>
            <p:nvPr/>
          </p:nvSpPr>
          <p:spPr>
            <a:xfrm>
              <a:off x="1847529"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7" name="Cube 436"/>
            <p:cNvSpPr/>
            <p:nvPr/>
          </p:nvSpPr>
          <p:spPr>
            <a:xfrm>
              <a:off x="2165707"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8" name="Cube 437"/>
            <p:cNvSpPr/>
            <p:nvPr/>
          </p:nvSpPr>
          <p:spPr>
            <a:xfrm>
              <a:off x="2483885"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9" name="Cube 438"/>
            <p:cNvSpPr/>
            <p:nvPr/>
          </p:nvSpPr>
          <p:spPr>
            <a:xfrm>
              <a:off x="2802064"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0" name="Cube 439"/>
            <p:cNvSpPr/>
            <p:nvPr/>
          </p:nvSpPr>
          <p:spPr>
            <a:xfrm>
              <a:off x="3120242" y="33738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1" name="Cube 440"/>
            <p:cNvSpPr/>
            <p:nvPr/>
          </p:nvSpPr>
          <p:spPr>
            <a:xfrm>
              <a:off x="3438420" y="337380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2" name="Cube 441"/>
            <p:cNvSpPr/>
            <p:nvPr/>
          </p:nvSpPr>
          <p:spPr>
            <a:xfrm>
              <a:off x="1211172"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3" name="Cube 442"/>
            <p:cNvSpPr/>
            <p:nvPr/>
          </p:nvSpPr>
          <p:spPr>
            <a:xfrm>
              <a:off x="1529350"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4" name="Cube 443"/>
            <p:cNvSpPr/>
            <p:nvPr/>
          </p:nvSpPr>
          <p:spPr>
            <a:xfrm>
              <a:off x="1847529"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5" name="Cube 444"/>
            <p:cNvSpPr/>
            <p:nvPr/>
          </p:nvSpPr>
          <p:spPr>
            <a:xfrm>
              <a:off x="2165707"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6" name="Cube 445"/>
            <p:cNvSpPr/>
            <p:nvPr/>
          </p:nvSpPr>
          <p:spPr>
            <a:xfrm>
              <a:off x="2483885"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7" name="Cube 446"/>
            <p:cNvSpPr/>
            <p:nvPr/>
          </p:nvSpPr>
          <p:spPr>
            <a:xfrm>
              <a:off x="2802064"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8" name="Cube 447"/>
            <p:cNvSpPr/>
            <p:nvPr/>
          </p:nvSpPr>
          <p:spPr>
            <a:xfrm>
              <a:off x="3120242"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9" name="Cube 448"/>
            <p:cNvSpPr/>
            <p:nvPr/>
          </p:nvSpPr>
          <p:spPr>
            <a:xfrm>
              <a:off x="3438420" y="30361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0" name="Cube 449"/>
            <p:cNvSpPr/>
            <p:nvPr/>
          </p:nvSpPr>
          <p:spPr>
            <a:xfrm>
              <a:off x="1211172"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1" name="Cube 450"/>
            <p:cNvSpPr/>
            <p:nvPr/>
          </p:nvSpPr>
          <p:spPr>
            <a:xfrm>
              <a:off x="1529350"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2" name="Cube 451"/>
            <p:cNvSpPr/>
            <p:nvPr/>
          </p:nvSpPr>
          <p:spPr>
            <a:xfrm>
              <a:off x="1847529" y="26985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3" name="Cube 452"/>
            <p:cNvSpPr/>
            <p:nvPr/>
          </p:nvSpPr>
          <p:spPr>
            <a:xfrm>
              <a:off x="2165707"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4" name="Cube 453"/>
            <p:cNvSpPr/>
            <p:nvPr/>
          </p:nvSpPr>
          <p:spPr>
            <a:xfrm>
              <a:off x="2483885"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5" name="Cube 454"/>
            <p:cNvSpPr/>
            <p:nvPr/>
          </p:nvSpPr>
          <p:spPr>
            <a:xfrm>
              <a:off x="2802064"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6" name="Cube 455"/>
            <p:cNvSpPr/>
            <p:nvPr/>
          </p:nvSpPr>
          <p:spPr>
            <a:xfrm>
              <a:off x="3120242"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7" name="Cube 456"/>
            <p:cNvSpPr/>
            <p:nvPr/>
          </p:nvSpPr>
          <p:spPr>
            <a:xfrm>
              <a:off x="3438420" y="26985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8" name="Cube 457"/>
            <p:cNvSpPr/>
            <p:nvPr/>
          </p:nvSpPr>
          <p:spPr>
            <a:xfrm>
              <a:off x="1076906"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9" name="Cube 458"/>
            <p:cNvSpPr/>
            <p:nvPr/>
          </p:nvSpPr>
          <p:spPr>
            <a:xfrm>
              <a:off x="1395084"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0" name="Cube 459"/>
            <p:cNvSpPr/>
            <p:nvPr/>
          </p:nvSpPr>
          <p:spPr>
            <a:xfrm>
              <a:off x="1713263"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1" name="Cube 460"/>
            <p:cNvSpPr/>
            <p:nvPr/>
          </p:nvSpPr>
          <p:spPr>
            <a:xfrm>
              <a:off x="2031441"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2" name="Cube 461"/>
            <p:cNvSpPr/>
            <p:nvPr/>
          </p:nvSpPr>
          <p:spPr>
            <a:xfrm>
              <a:off x="2349619"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3" name="Cube 462"/>
            <p:cNvSpPr/>
            <p:nvPr/>
          </p:nvSpPr>
          <p:spPr>
            <a:xfrm>
              <a:off x="2667798"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4" name="Cube 463"/>
            <p:cNvSpPr/>
            <p:nvPr/>
          </p:nvSpPr>
          <p:spPr>
            <a:xfrm>
              <a:off x="2985976"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5" name="Cube 464"/>
            <p:cNvSpPr/>
            <p:nvPr/>
          </p:nvSpPr>
          <p:spPr>
            <a:xfrm>
              <a:off x="3304154" y="51810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6" name="Cube 465"/>
            <p:cNvSpPr/>
            <p:nvPr/>
          </p:nvSpPr>
          <p:spPr>
            <a:xfrm>
              <a:off x="1076906"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7" name="Cube 466"/>
            <p:cNvSpPr/>
            <p:nvPr/>
          </p:nvSpPr>
          <p:spPr>
            <a:xfrm>
              <a:off x="1395084"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8" name="Cube 467"/>
            <p:cNvSpPr/>
            <p:nvPr/>
          </p:nvSpPr>
          <p:spPr>
            <a:xfrm>
              <a:off x="1713263"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9" name="Cube 468"/>
            <p:cNvSpPr/>
            <p:nvPr/>
          </p:nvSpPr>
          <p:spPr>
            <a:xfrm>
              <a:off x="2031441"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0" name="Cube 469"/>
            <p:cNvSpPr/>
            <p:nvPr/>
          </p:nvSpPr>
          <p:spPr>
            <a:xfrm>
              <a:off x="2349619"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1" name="Cube 470"/>
            <p:cNvSpPr/>
            <p:nvPr/>
          </p:nvSpPr>
          <p:spPr>
            <a:xfrm>
              <a:off x="2667798"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2" name="Cube 471"/>
            <p:cNvSpPr/>
            <p:nvPr/>
          </p:nvSpPr>
          <p:spPr>
            <a:xfrm>
              <a:off x="2985976"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3" name="Cube 472"/>
            <p:cNvSpPr/>
            <p:nvPr/>
          </p:nvSpPr>
          <p:spPr>
            <a:xfrm>
              <a:off x="3304154" y="48433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4" name="Cube 473"/>
            <p:cNvSpPr/>
            <p:nvPr/>
          </p:nvSpPr>
          <p:spPr>
            <a:xfrm>
              <a:off x="1076906"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5" name="Cube 474"/>
            <p:cNvSpPr/>
            <p:nvPr/>
          </p:nvSpPr>
          <p:spPr>
            <a:xfrm>
              <a:off x="1395084"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6" name="Cube 475"/>
            <p:cNvSpPr/>
            <p:nvPr/>
          </p:nvSpPr>
          <p:spPr>
            <a:xfrm>
              <a:off x="1713263"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7" name="Cube 476"/>
            <p:cNvSpPr/>
            <p:nvPr/>
          </p:nvSpPr>
          <p:spPr>
            <a:xfrm>
              <a:off x="2031441"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8" name="Cube 477"/>
            <p:cNvSpPr/>
            <p:nvPr/>
          </p:nvSpPr>
          <p:spPr>
            <a:xfrm>
              <a:off x="2349619"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9" name="Cube 478"/>
            <p:cNvSpPr/>
            <p:nvPr/>
          </p:nvSpPr>
          <p:spPr>
            <a:xfrm>
              <a:off x="2667798"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0" name="Cube 479"/>
            <p:cNvSpPr/>
            <p:nvPr/>
          </p:nvSpPr>
          <p:spPr>
            <a:xfrm>
              <a:off x="2985976"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1" name="Cube 480"/>
            <p:cNvSpPr/>
            <p:nvPr/>
          </p:nvSpPr>
          <p:spPr>
            <a:xfrm>
              <a:off x="3304154" y="45057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2" name="Cube 481"/>
            <p:cNvSpPr/>
            <p:nvPr/>
          </p:nvSpPr>
          <p:spPr>
            <a:xfrm>
              <a:off x="1076906"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3" name="Cube 482"/>
            <p:cNvSpPr/>
            <p:nvPr/>
          </p:nvSpPr>
          <p:spPr>
            <a:xfrm>
              <a:off x="1395084"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4" name="Cube 483"/>
            <p:cNvSpPr/>
            <p:nvPr/>
          </p:nvSpPr>
          <p:spPr>
            <a:xfrm>
              <a:off x="1713263"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5" name="Cube 484"/>
            <p:cNvSpPr/>
            <p:nvPr/>
          </p:nvSpPr>
          <p:spPr>
            <a:xfrm>
              <a:off x="2031441"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6" name="Cube 485"/>
            <p:cNvSpPr/>
            <p:nvPr/>
          </p:nvSpPr>
          <p:spPr>
            <a:xfrm>
              <a:off x="2349619"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7" name="Cube 486"/>
            <p:cNvSpPr/>
            <p:nvPr/>
          </p:nvSpPr>
          <p:spPr>
            <a:xfrm>
              <a:off x="2667798"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8" name="Cube 487"/>
            <p:cNvSpPr/>
            <p:nvPr/>
          </p:nvSpPr>
          <p:spPr>
            <a:xfrm>
              <a:off x="2985976"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9" name="Cube 488"/>
            <p:cNvSpPr/>
            <p:nvPr/>
          </p:nvSpPr>
          <p:spPr>
            <a:xfrm>
              <a:off x="3304154" y="41680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0" name="Cube 489"/>
            <p:cNvSpPr/>
            <p:nvPr/>
          </p:nvSpPr>
          <p:spPr>
            <a:xfrm>
              <a:off x="1076906"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1" name="Cube 490"/>
            <p:cNvSpPr/>
            <p:nvPr/>
          </p:nvSpPr>
          <p:spPr>
            <a:xfrm>
              <a:off x="1395084"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2" name="Cube 491"/>
            <p:cNvSpPr/>
            <p:nvPr/>
          </p:nvSpPr>
          <p:spPr>
            <a:xfrm>
              <a:off x="1713263"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3" name="Cube 492"/>
            <p:cNvSpPr/>
            <p:nvPr/>
          </p:nvSpPr>
          <p:spPr>
            <a:xfrm>
              <a:off x="2031441"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4" name="Cube 493"/>
            <p:cNvSpPr/>
            <p:nvPr/>
          </p:nvSpPr>
          <p:spPr>
            <a:xfrm>
              <a:off x="2349619"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5" name="Cube 494"/>
            <p:cNvSpPr/>
            <p:nvPr/>
          </p:nvSpPr>
          <p:spPr>
            <a:xfrm>
              <a:off x="2667798"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6" name="Cube 495"/>
            <p:cNvSpPr/>
            <p:nvPr/>
          </p:nvSpPr>
          <p:spPr>
            <a:xfrm>
              <a:off x="2985976" y="38304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7" name="Cube 496"/>
            <p:cNvSpPr/>
            <p:nvPr/>
          </p:nvSpPr>
          <p:spPr>
            <a:xfrm>
              <a:off x="3304154" y="383042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8" name="Cube 497"/>
            <p:cNvSpPr/>
            <p:nvPr/>
          </p:nvSpPr>
          <p:spPr>
            <a:xfrm>
              <a:off x="1076906"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9" name="Cube 498"/>
            <p:cNvSpPr/>
            <p:nvPr/>
          </p:nvSpPr>
          <p:spPr>
            <a:xfrm>
              <a:off x="1395084"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0" name="Cube 499"/>
            <p:cNvSpPr/>
            <p:nvPr/>
          </p:nvSpPr>
          <p:spPr>
            <a:xfrm>
              <a:off x="1713263"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1" name="Cube 500"/>
            <p:cNvSpPr/>
            <p:nvPr/>
          </p:nvSpPr>
          <p:spPr>
            <a:xfrm>
              <a:off x="2031441"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2" name="Cube 501"/>
            <p:cNvSpPr/>
            <p:nvPr/>
          </p:nvSpPr>
          <p:spPr>
            <a:xfrm>
              <a:off x="2349619"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3" name="Cube 502"/>
            <p:cNvSpPr/>
            <p:nvPr/>
          </p:nvSpPr>
          <p:spPr>
            <a:xfrm>
              <a:off x="2667798"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4" name="Cube 503"/>
            <p:cNvSpPr/>
            <p:nvPr/>
          </p:nvSpPr>
          <p:spPr>
            <a:xfrm>
              <a:off x="2985976"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5" name="Cube 504"/>
            <p:cNvSpPr/>
            <p:nvPr/>
          </p:nvSpPr>
          <p:spPr>
            <a:xfrm>
              <a:off x="3304154" y="34927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6" name="Cube 505"/>
            <p:cNvSpPr/>
            <p:nvPr/>
          </p:nvSpPr>
          <p:spPr>
            <a:xfrm>
              <a:off x="1076906"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7" name="Cube 506"/>
            <p:cNvSpPr/>
            <p:nvPr/>
          </p:nvSpPr>
          <p:spPr>
            <a:xfrm>
              <a:off x="1395084"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8" name="Cube 507"/>
            <p:cNvSpPr/>
            <p:nvPr/>
          </p:nvSpPr>
          <p:spPr>
            <a:xfrm>
              <a:off x="1713263"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9" name="Cube 508"/>
            <p:cNvSpPr/>
            <p:nvPr/>
          </p:nvSpPr>
          <p:spPr>
            <a:xfrm>
              <a:off x="2031441"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0" name="Cube 509"/>
            <p:cNvSpPr/>
            <p:nvPr/>
          </p:nvSpPr>
          <p:spPr>
            <a:xfrm>
              <a:off x="2349619"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1" name="Cube 510"/>
            <p:cNvSpPr/>
            <p:nvPr/>
          </p:nvSpPr>
          <p:spPr>
            <a:xfrm>
              <a:off x="2667798"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2" name="Cube 511"/>
            <p:cNvSpPr/>
            <p:nvPr/>
          </p:nvSpPr>
          <p:spPr>
            <a:xfrm>
              <a:off x="2985976"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3" name="Cube 512"/>
            <p:cNvSpPr/>
            <p:nvPr/>
          </p:nvSpPr>
          <p:spPr>
            <a:xfrm>
              <a:off x="3304154" y="31551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4" name="Cube 513"/>
            <p:cNvSpPr/>
            <p:nvPr/>
          </p:nvSpPr>
          <p:spPr>
            <a:xfrm>
              <a:off x="1076906" y="28174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5" name="Cube 514"/>
            <p:cNvSpPr/>
            <p:nvPr/>
          </p:nvSpPr>
          <p:spPr>
            <a:xfrm>
              <a:off x="1395084" y="28174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6" name="Cube 515"/>
            <p:cNvSpPr/>
            <p:nvPr/>
          </p:nvSpPr>
          <p:spPr>
            <a:xfrm>
              <a:off x="1713263" y="281746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7" name="Cube 516"/>
            <p:cNvSpPr/>
            <p:nvPr/>
          </p:nvSpPr>
          <p:spPr>
            <a:xfrm>
              <a:off x="2031441" y="28174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8" name="Cube 517"/>
            <p:cNvSpPr/>
            <p:nvPr/>
          </p:nvSpPr>
          <p:spPr>
            <a:xfrm>
              <a:off x="2349619" y="28174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9" name="Cube 518"/>
            <p:cNvSpPr/>
            <p:nvPr/>
          </p:nvSpPr>
          <p:spPr>
            <a:xfrm>
              <a:off x="2667798" y="28174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0" name="Cube 519"/>
            <p:cNvSpPr/>
            <p:nvPr/>
          </p:nvSpPr>
          <p:spPr>
            <a:xfrm>
              <a:off x="2985976" y="28174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1" name="Cube 520"/>
            <p:cNvSpPr/>
            <p:nvPr/>
          </p:nvSpPr>
          <p:spPr>
            <a:xfrm>
              <a:off x="3304154" y="28174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2" name="Cube 521"/>
            <p:cNvSpPr/>
            <p:nvPr/>
          </p:nvSpPr>
          <p:spPr>
            <a:xfrm>
              <a:off x="942640"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3" name="Cube 522"/>
            <p:cNvSpPr/>
            <p:nvPr/>
          </p:nvSpPr>
          <p:spPr>
            <a:xfrm>
              <a:off x="1260818"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4" name="Cube 523"/>
            <p:cNvSpPr/>
            <p:nvPr/>
          </p:nvSpPr>
          <p:spPr>
            <a:xfrm>
              <a:off x="1578997"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5" name="Cube 524"/>
            <p:cNvSpPr/>
            <p:nvPr/>
          </p:nvSpPr>
          <p:spPr>
            <a:xfrm>
              <a:off x="1897175"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6" name="Cube 525"/>
            <p:cNvSpPr/>
            <p:nvPr/>
          </p:nvSpPr>
          <p:spPr>
            <a:xfrm>
              <a:off x="2215353"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7" name="Cube 526"/>
            <p:cNvSpPr/>
            <p:nvPr/>
          </p:nvSpPr>
          <p:spPr>
            <a:xfrm>
              <a:off x="2533532"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8" name="Cube 527"/>
            <p:cNvSpPr/>
            <p:nvPr/>
          </p:nvSpPr>
          <p:spPr>
            <a:xfrm>
              <a:off x="2851710"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9" name="Cube 528"/>
            <p:cNvSpPr/>
            <p:nvPr/>
          </p:nvSpPr>
          <p:spPr>
            <a:xfrm>
              <a:off x="3169888" y="529999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0" name="Cube 529"/>
            <p:cNvSpPr/>
            <p:nvPr/>
          </p:nvSpPr>
          <p:spPr>
            <a:xfrm>
              <a:off x="942640"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1" name="Cube 530"/>
            <p:cNvSpPr/>
            <p:nvPr/>
          </p:nvSpPr>
          <p:spPr>
            <a:xfrm>
              <a:off x="1260818"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2" name="Cube 531"/>
            <p:cNvSpPr/>
            <p:nvPr/>
          </p:nvSpPr>
          <p:spPr>
            <a:xfrm>
              <a:off x="1578997"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3" name="Cube 532"/>
            <p:cNvSpPr/>
            <p:nvPr/>
          </p:nvSpPr>
          <p:spPr>
            <a:xfrm>
              <a:off x="1897175"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4" name="Cube 533"/>
            <p:cNvSpPr/>
            <p:nvPr/>
          </p:nvSpPr>
          <p:spPr>
            <a:xfrm>
              <a:off x="2215353"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5" name="Cube 534"/>
            <p:cNvSpPr/>
            <p:nvPr/>
          </p:nvSpPr>
          <p:spPr>
            <a:xfrm>
              <a:off x="2533532"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6" name="Cube 535"/>
            <p:cNvSpPr/>
            <p:nvPr/>
          </p:nvSpPr>
          <p:spPr>
            <a:xfrm>
              <a:off x="2851710"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7" name="Cube 536"/>
            <p:cNvSpPr/>
            <p:nvPr/>
          </p:nvSpPr>
          <p:spPr>
            <a:xfrm>
              <a:off x="3169888" y="496234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8" name="Cube 537"/>
            <p:cNvSpPr/>
            <p:nvPr/>
          </p:nvSpPr>
          <p:spPr>
            <a:xfrm>
              <a:off x="942640"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9" name="Cube 538"/>
            <p:cNvSpPr/>
            <p:nvPr/>
          </p:nvSpPr>
          <p:spPr>
            <a:xfrm>
              <a:off x="1260818"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0" name="Cube 539"/>
            <p:cNvSpPr/>
            <p:nvPr/>
          </p:nvSpPr>
          <p:spPr>
            <a:xfrm>
              <a:off x="1578997"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1" name="Cube 540"/>
            <p:cNvSpPr/>
            <p:nvPr/>
          </p:nvSpPr>
          <p:spPr>
            <a:xfrm>
              <a:off x="1897175"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2" name="Cube 541"/>
            <p:cNvSpPr/>
            <p:nvPr/>
          </p:nvSpPr>
          <p:spPr>
            <a:xfrm>
              <a:off x="2215353"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3" name="Cube 542"/>
            <p:cNvSpPr/>
            <p:nvPr/>
          </p:nvSpPr>
          <p:spPr>
            <a:xfrm>
              <a:off x="2533532"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4" name="Cube 543"/>
            <p:cNvSpPr/>
            <p:nvPr/>
          </p:nvSpPr>
          <p:spPr>
            <a:xfrm>
              <a:off x="2851710"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5" name="Cube 544"/>
            <p:cNvSpPr/>
            <p:nvPr/>
          </p:nvSpPr>
          <p:spPr>
            <a:xfrm>
              <a:off x="3169888" y="462469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6" name="Cube 545"/>
            <p:cNvSpPr/>
            <p:nvPr/>
          </p:nvSpPr>
          <p:spPr>
            <a:xfrm>
              <a:off x="942640"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7" name="Cube 546"/>
            <p:cNvSpPr/>
            <p:nvPr/>
          </p:nvSpPr>
          <p:spPr>
            <a:xfrm>
              <a:off x="1260818"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8" name="Cube 547"/>
            <p:cNvSpPr/>
            <p:nvPr/>
          </p:nvSpPr>
          <p:spPr>
            <a:xfrm>
              <a:off x="1578997"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9" name="Cube 548"/>
            <p:cNvSpPr/>
            <p:nvPr/>
          </p:nvSpPr>
          <p:spPr>
            <a:xfrm>
              <a:off x="1897175"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0" name="Cube 549"/>
            <p:cNvSpPr/>
            <p:nvPr/>
          </p:nvSpPr>
          <p:spPr>
            <a:xfrm>
              <a:off x="2215353"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1" name="Cube 550"/>
            <p:cNvSpPr/>
            <p:nvPr/>
          </p:nvSpPr>
          <p:spPr>
            <a:xfrm>
              <a:off x="2533532"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2" name="Cube 551"/>
            <p:cNvSpPr/>
            <p:nvPr/>
          </p:nvSpPr>
          <p:spPr>
            <a:xfrm>
              <a:off x="2851710"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3" name="Cube 552"/>
            <p:cNvSpPr/>
            <p:nvPr/>
          </p:nvSpPr>
          <p:spPr>
            <a:xfrm>
              <a:off x="3169888" y="428703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4" name="Cube 553"/>
            <p:cNvSpPr/>
            <p:nvPr/>
          </p:nvSpPr>
          <p:spPr>
            <a:xfrm>
              <a:off x="942640"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5" name="Cube 554"/>
            <p:cNvSpPr/>
            <p:nvPr/>
          </p:nvSpPr>
          <p:spPr>
            <a:xfrm>
              <a:off x="1260818"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6" name="Cube 555"/>
            <p:cNvSpPr/>
            <p:nvPr/>
          </p:nvSpPr>
          <p:spPr>
            <a:xfrm>
              <a:off x="1578997"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7" name="Cube 556"/>
            <p:cNvSpPr/>
            <p:nvPr/>
          </p:nvSpPr>
          <p:spPr>
            <a:xfrm>
              <a:off x="1897175"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8" name="Cube 557"/>
            <p:cNvSpPr/>
            <p:nvPr/>
          </p:nvSpPr>
          <p:spPr>
            <a:xfrm>
              <a:off x="2215353"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9" name="Cube 558"/>
            <p:cNvSpPr/>
            <p:nvPr/>
          </p:nvSpPr>
          <p:spPr>
            <a:xfrm>
              <a:off x="2533532"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0" name="Cube 559"/>
            <p:cNvSpPr/>
            <p:nvPr/>
          </p:nvSpPr>
          <p:spPr>
            <a:xfrm>
              <a:off x="2851710"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1" name="Cube 560"/>
            <p:cNvSpPr/>
            <p:nvPr/>
          </p:nvSpPr>
          <p:spPr>
            <a:xfrm>
              <a:off x="3169888" y="394938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2" name="Cube 561"/>
            <p:cNvSpPr/>
            <p:nvPr/>
          </p:nvSpPr>
          <p:spPr>
            <a:xfrm>
              <a:off x="942640"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3" name="Cube 562"/>
            <p:cNvSpPr/>
            <p:nvPr/>
          </p:nvSpPr>
          <p:spPr>
            <a:xfrm>
              <a:off x="1260818"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4" name="Cube 563"/>
            <p:cNvSpPr/>
            <p:nvPr/>
          </p:nvSpPr>
          <p:spPr>
            <a:xfrm>
              <a:off x="1578997"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5" name="Cube 564"/>
            <p:cNvSpPr/>
            <p:nvPr/>
          </p:nvSpPr>
          <p:spPr>
            <a:xfrm>
              <a:off x="1897175"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6" name="Cube 565"/>
            <p:cNvSpPr/>
            <p:nvPr/>
          </p:nvSpPr>
          <p:spPr>
            <a:xfrm>
              <a:off x="2215353"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7" name="Cube 566"/>
            <p:cNvSpPr/>
            <p:nvPr/>
          </p:nvSpPr>
          <p:spPr>
            <a:xfrm>
              <a:off x="2533532"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8" name="Cube 567"/>
            <p:cNvSpPr/>
            <p:nvPr/>
          </p:nvSpPr>
          <p:spPr>
            <a:xfrm>
              <a:off x="2851710"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9" name="Cube 568"/>
            <p:cNvSpPr/>
            <p:nvPr/>
          </p:nvSpPr>
          <p:spPr>
            <a:xfrm>
              <a:off x="3169888" y="361173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0" name="Cube 569"/>
            <p:cNvSpPr/>
            <p:nvPr/>
          </p:nvSpPr>
          <p:spPr>
            <a:xfrm>
              <a:off x="942640"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1" name="Cube 570"/>
            <p:cNvSpPr/>
            <p:nvPr/>
          </p:nvSpPr>
          <p:spPr>
            <a:xfrm>
              <a:off x="1260818"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2" name="Cube 571"/>
            <p:cNvSpPr/>
            <p:nvPr/>
          </p:nvSpPr>
          <p:spPr>
            <a:xfrm>
              <a:off x="1578997"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3" name="Cube 572"/>
            <p:cNvSpPr/>
            <p:nvPr/>
          </p:nvSpPr>
          <p:spPr>
            <a:xfrm>
              <a:off x="1897175"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4" name="Cube 573"/>
            <p:cNvSpPr/>
            <p:nvPr/>
          </p:nvSpPr>
          <p:spPr>
            <a:xfrm>
              <a:off x="2215353"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5" name="Cube 574"/>
            <p:cNvSpPr/>
            <p:nvPr/>
          </p:nvSpPr>
          <p:spPr>
            <a:xfrm>
              <a:off x="2533532"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6" name="Cube 575"/>
            <p:cNvSpPr/>
            <p:nvPr/>
          </p:nvSpPr>
          <p:spPr>
            <a:xfrm>
              <a:off x="2851710"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7" name="Cube 576"/>
            <p:cNvSpPr/>
            <p:nvPr/>
          </p:nvSpPr>
          <p:spPr>
            <a:xfrm>
              <a:off x="3169888" y="327407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8" name="Cube 577"/>
            <p:cNvSpPr/>
            <p:nvPr/>
          </p:nvSpPr>
          <p:spPr>
            <a:xfrm>
              <a:off x="942640"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9" name="Cube 578"/>
            <p:cNvSpPr/>
            <p:nvPr/>
          </p:nvSpPr>
          <p:spPr>
            <a:xfrm>
              <a:off x="1260818"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0" name="Cube 579"/>
            <p:cNvSpPr/>
            <p:nvPr/>
          </p:nvSpPr>
          <p:spPr>
            <a:xfrm>
              <a:off x="1578997" y="29364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1" name="Cube 580"/>
            <p:cNvSpPr/>
            <p:nvPr/>
          </p:nvSpPr>
          <p:spPr>
            <a:xfrm>
              <a:off x="1897175"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2" name="Cube 581"/>
            <p:cNvSpPr/>
            <p:nvPr/>
          </p:nvSpPr>
          <p:spPr>
            <a:xfrm>
              <a:off x="2215353"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3" name="Cube 582"/>
            <p:cNvSpPr/>
            <p:nvPr/>
          </p:nvSpPr>
          <p:spPr>
            <a:xfrm>
              <a:off x="2533532"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4" name="Cube 583"/>
            <p:cNvSpPr/>
            <p:nvPr/>
          </p:nvSpPr>
          <p:spPr>
            <a:xfrm>
              <a:off x="2851710"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5" name="Cube 584"/>
            <p:cNvSpPr/>
            <p:nvPr/>
          </p:nvSpPr>
          <p:spPr>
            <a:xfrm>
              <a:off x="3169888" y="293642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6" name="Cube 585"/>
            <p:cNvSpPr/>
            <p:nvPr/>
          </p:nvSpPr>
          <p:spPr>
            <a:xfrm>
              <a:off x="808374"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7" name="Cube 586"/>
            <p:cNvSpPr/>
            <p:nvPr/>
          </p:nvSpPr>
          <p:spPr>
            <a:xfrm>
              <a:off x="1126552"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8" name="Cube 587"/>
            <p:cNvSpPr/>
            <p:nvPr/>
          </p:nvSpPr>
          <p:spPr>
            <a:xfrm>
              <a:off x="1444731"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9" name="Cube 588"/>
            <p:cNvSpPr/>
            <p:nvPr/>
          </p:nvSpPr>
          <p:spPr>
            <a:xfrm>
              <a:off x="1762909"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0" name="Cube 589"/>
            <p:cNvSpPr/>
            <p:nvPr/>
          </p:nvSpPr>
          <p:spPr>
            <a:xfrm>
              <a:off x="2081087"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1" name="Cube 590"/>
            <p:cNvSpPr/>
            <p:nvPr/>
          </p:nvSpPr>
          <p:spPr>
            <a:xfrm>
              <a:off x="2399266"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2" name="Cube 591"/>
            <p:cNvSpPr/>
            <p:nvPr/>
          </p:nvSpPr>
          <p:spPr>
            <a:xfrm>
              <a:off x="2717444"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3" name="Cube 592"/>
            <p:cNvSpPr/>
            <p:nvPr/>
          </p:nvSpPr>
          <p:spPr>
            <a:xfrm>
              <a:off x="3035622" y="54189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4" name="Cube 593"/>
            <p:cNvSpPr/>
            <p:nvPr/>
          </p:nvSpPr>
          <p:spPr>
            <a:xfrm>
              <a:off x="808374"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5" name="Cube 594"/>
            <p:cNvSpPr/>
            <p:nvPr/>
          </p:nvSpPr>
          <p:spPr>
            <a:xfrm>
              <a:off x="1126552"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6" name="Cube 595"/>
            <p:cNvSpPr/>
            <p:nvPr/>
          </p:nvSpPr>
          <p:spPr>
            <a:xfrm>
              <a:off x="1444731"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7" name="Cube 596"/>
            <p:cNvSpPr/>
            <p:nvPr/>
          </p:nvSpPr>
          <p:spPr>
            <a:xfrm>
              <a:off x="1762909"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8" name="Cube 597"/>
            <p:cNvSpPr/>
            <p:nvPr/>
          </p:nvSpPr>
          <p:spPr>
            <a:xfrm>
              <a:off x="2081087"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9" name="Cube 598"/>
            <p:cNvSpPr/>
            <p:nvPr/>
          </p:nvSpPr>
          <p:spPr>
            <a:xfrm>
              <a:off x="2399266"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0" name="Cube 599"/>
            <p:cNvSpPr/>
            <p:nvPr/>
          </p:nvSpPr>
          <p:spPr>
            <a:xfrm>
              <a:off x="2717444"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1" name="Cube 600"/>
            <p:cNvSpPr/>
            <p:nvPr/>
          </p:nvSpPr>
          <p:spPr>
            <a:xfrm>
              <a:off x="3035622" y="50813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2" name="Cube 601"/>
            <p:cNvSpPr/>
            <p:nvPr/>
          </p:nvSpPr>
          <p:spPr>
            <a:xfrm>
              <a:off x="808374"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3" name="Cube 602"/>
            <p:cNvSpPr/>
            <p:nvPr/>
          </p:nvSpPr>
          <p:spPr>
            <a:xfrm>
              <a:off x="1126552"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4" name="Cube 603"/>
            <p:cNvSpPr/>
            <p:nvPr/>
          </p:nvSpPr>
          <p:spPr>
            <a:xfrm>
              <a:off x="1444731"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5" name="Cube 604"/>
            <p:cNvSpPr/>
            <p:nvPr/>
          </p:nvSpPr>
          <p:spPr>
            <a:xfrm>
              <a:off x="1762909"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6" name="Cube 605"/>
            <p:cNvSpPr/>
            <p:nvPr/>
          </p:nvSpPr>
          <p:spPr>
            <a:xfrm>
              <a:off x="2081087"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7" name="Cube 606"/>
            <p:cNvSpPr/>
            <p:nvPr/>
          </p:nvSpPr>
          <p:spPr>
            <a:xfrm>
              <a:off x="2399266"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8" name="Cube 607"/>
            <p:cNvSpPr/>
            <p:nvPr/>
          </p:nvSpPr>
          <p:spPr>
            <a:xfrm>
              <a:off x="2717444"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9" name="Cube 608"/>
            <p:cNvSpPr/>
            <p:nvPr/>
          </p:nvSpPr>
          <p:spPr>
            <a:xfrm>
              <a:off x="3035622" y="47436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0" name="Cube 609"/>
            <p:cNvSpPr/>
            <p:nvPr/>
          </p:nvSpPr>
          <p:spPr>
            <a:xfrm>
              <a:off x="808374"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1" name="Cube 610"/>
            <p:cNvSpPr/>
            <p:nvPr/>
          </p:nvSpPr>
          <p:spPr>
            <a:xfrm>
              <a:off x="1126552"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2" name="Cube 611"/>
            <p:cNvSpPr/>
            <p:nvPr/>
          </p:nvSpPr>
          <p:spPr>
            <a:xfrm>
              <a:off x="1444731" y="440600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3" name="Cube 612"/>
            <p:cNvSpPr/>
            <p:nvPr/>
          </p:nvSpPr>
          <p:spPr>
            <a:xfrm>
              <a:off x="1762909"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4" name="Cube 613"/>
            <p:cNvSpPr/>
            <p:nvPr/>
          </p:nvSpPr>
          <p:spPr>
            <a:xfrm>
              <a:off x="2081087"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5" name="Cube 614"/>
            <p:cNvSpPr/>
            <p:nvPr/>
          </p:nvSpPr>
          <p:spPr>
            <a:xfrm>
              <a:off x="2399266"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6" name="Cube 615"/>
            <p:cNvSpPr/>
            <p:nvPr/>
          </p:nvSpPr>
          <p:spPr>
            <a:xfrm>
              <a:off x="2717444"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7" name="Cube 616"/>
            <p:cNvSpPr/>
            <p:nvPr/>
          </p:nvSpPr>
          <p:spPr>
            <a:xfrm>
              <a:off x="3035622" y="440600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8" name="Cube 617"/>
            <p:cNvSpPr/>
            <p:nvPr/>
          </p:nvSpPr>
          <p:spPr>
            <a:xfrm>
              <a:off x="808374" y="406834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9" name="Cube 618"/>
            <p:cNvSpPr/>
            <p:nvPr/>
          </p:nvSpPr>
          <p:spPr>
            <a:xfrm>
              <a:off x="1126552" y="406834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0" name="Cube 619"/>
            <p:cNvSpPr/>
            <p:nvPr/>
          </p:nvSpPr>
          <p:spPr>
            <a:xfrm>
              <a:off x="1444731" y="406834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1" name="Cube 620"/>
            <p:cNvSpPr/>
            <p:nvPr/>
          </p:nvSpPr>
          <p:spPr>
            <a:xfrm>
              <a:off x="1762909" y="406834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2" name="Cube 621"/>
            <p:cNvSpPr/>
            <p:nvPr/>
          </p:nvSpPr>
          <p:spPr>
            <a:xfrm>
              <a:off x="2081087" y="406834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3" name="Cube 622"/>
            <p:cNvSpPr/>
            <p:nvPr/>
          </p:nvSpPr>
          <p:spPr>
            <a:xfrm>
              <a:off x="2399266" y="406834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4" name="Cube 623"/>
            <p:cNvSpPr/>
            <p:nvPr/>
          </p:nvSpPr>
          <p:spPr>
            <a:xfrm>
              <a:off x="2717444" y="406834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5" name="Cube 624"/>
            <p:cNvSpPr/>
            <p:nvPr/>
          </p:nvSpPr>
          <p:spPr>
            <a:xfrm>
              <a:off x="3035622" y="406834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6" name="Cube 625"/>
            <p:cNvSpPr/>
            <p:nvPr/>
          </p:nvSpPr>
          <p:spPr>
            <a:xfrm>
              <a:off x="808374"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7" name="Cube 626"/>
            <p:cNvSpPr/>
            <p:nvPr/>
          </p:nvSpPr>
          <p:spPr>
            <a:xfrm>
              <a:off x="1126552"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8" name="Cube 627"/>
            <p:cNvSpPr/>
            <p:nvPr/>
          </p:nvSpPr>
          <p:spPr>
            <a:xfrm>
              <a:off x="1444731" y="373069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9" name="Cube 628"/>
            <p:cNvSpPr/>
            <p:nvPr/>
          </p:nvSpPr>
          <p:spPr>
            <a:xfrm>
              <a:off x="1762909"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0" name="Cube 629"/>
            <p:cNvSpPr/>
            <p:nvPr/>
          </p:nvSpPr>
          <p:spPr>
            <a:xfrm>
              <a:off x="2081087"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1" name="Cube 630"/>
            <p:cNvSpPr/>
            <p:nvPr/>
          </p:nvSpPr>
          <p:spPr>
            <a:xfrm>
              <a:off x="2399266"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2" name="Cube 631"/>
            <p:cNvSpPr/>
            <p:nvPr/>
          </p:nvSpPr>
          <p:spPr>
            <a:xfrm>
              <a:off x="2717444"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3" name="Cube 632"/>
            <p:cNvSpPr/>
            <p:nvPr/>
          </p:nvSpPr>
          <p:spPr>
            <a:xfrm>
              <a:off x="3035622" y="373069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4" name="Cube 633"/>
            <p:cNvSpPr/>
            <p:nvPr/>
          </p:nvSpPr>
          <p:spPr>
            <a:xfrm>
              <a:off x="808374"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5" name="Cube 634"/>
            <p:cNvSpPr/>
            <p:nvPr/>
          </p:nvSpPr>
          <p:spPr>
            <a:xfrm>
              <a:off x="1126552"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6" name="Cube 635"/>
            <p:cNvSpPr/>
            <p:nvPr/>
          </p:nvSpPr>
          <p:spPr>
            <a:xfrm>
              <a:off x="1444731"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7" name="Cube 636"/>
            <p:cNvSpPr/>
            <p:nvPr/>
          </p:nvSpPr>
          <p:spPr>
            <a:xfrm>
              <a:off x="1762909"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8" name="Cube 637"/>
            <p:cNvSpPr/>
            <p:nvPr/>
          </p:nvSpPr>
          <p:spPr>
            <a:xfrm>
              <a:off x="2081087"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9" name="Cube 638"/>
            <p:cNvSpPr/>
            <p:nvPr/>
          </p:nvSpPr>
          <p:spPr>
            <a:xfrm>
              <a:off x="2399266"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0" name="Cube 639"/>
            <p:cNvSpPr/>
            <p:nvPr/>
          </p:nvSpPr>
          <p:spPr>
            <a:xfrm>
              <a:off x="2717444"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1" name="Cube 640"/>
            <p:cNvSpPr/>
            <p:nvPr/>
          </p:nvSpPr>
          <p:spPr>
            <a:xfrm>
              <a:off x="3035622" y="339304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2" name="Cube 641"/>
            <p:cNvSpPr/>
            <p:nvPr/>
          </p:nvSpPr>
          <p:spPr>
            <a:xfrm>
              <a:off x="808374"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3" name="Cube 642"/>
            <p:cNvSpPr/>
            <p:nvPr/>
          </p:nvSpPr>
          <p:spPr>
            <a:xfrm>
              <a:off x="1126552"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4" name="Cube 643"/>
            <p:cNvSpPr/>
            <p:nvPr/>
          </p:nvSpPr>
          <p:spPr>
            <a:xfrm>
              <a:off x="1444731"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5" name="Cube 644"/>
            <p:cNvSpPr/>
            <p:nvPr/>
          </p:nvSpPr>
          <p:spPr>
            <a:xfrm>
              <a:off x="1762909"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6" name="Cube 645"/>
            <p:cNvSpPr/>
            <p:nvPr/>
          </p:nvSpPr>
          <p:spPr>
            <a:xfrm>
              <a:off x="2081087"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7" name="Cube 646"/>
            <p:cNvSpPr/>
            <p:nvPr/>
          </p:nvSpPr>
          <p:spPr>
            <a:xfrm>
              <a:off x="2399266"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8" name="Cube 647"/>
            <p:cNvSpPr/>
            <p:nvPr/>
          </p:nvSpPr>
          <p:spPr>
            <a:xfrm>
              <a:off x="2717444"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9" name="Cube 648"/>
            <p:cNvSpPr/>
            <p:nvPr/>
          </p:nvSpPr>
          <p:spPr>
            <a:xfrm>
              <a:off x="3035622" y="305538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650" name="Group 649"/>
          <p:cNvGrpSpPr/>
          <p:nvPr/>
        </p:nvGrpSpPr>
        <p:grpSpPr>
          <a:xfrm>
            <a:off x="5779909" y="3066172"/>
            <a:ext cx="2992790" cy="3017520"/>
            <a:chOff x="5404022" y="1930991"/>
            <a:chExt cx="3533056" cy="3562249"/>
          </a:xfrm>
          <a:solidFill>
            <a:schemeClr val="bg1"/>
          </a:solidFill>
        </p:grpSpPr>
        <p:sp>
          <p:nvSpPr>
            <p:cNvPr id="651" name="Cube 650"/>
            <p:cNvSpPr/>
            <p:nvPr/>
          </p:nvSpPr>
          <p:spPr>
            <a:xfrm>
              <a:off x="6343887"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2" name="Cube 651"/>
            <p:cNvSpPr/>
            <p:nvPr/>
          </p:nvSpPr>
          <p:spPr>
            <a:xfrm>
              <a:off x="6662065"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3" name="Cube 652"/>
            <p:cNvSpPr/>
            <p:nvPr/>
          </p:nvSpPr>
          <p:spPr>
            <a:xfrm>
              <a:off x="6980244"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4" name="Cube 653"/>
            <p:cNvSpPr/>
            <p:nvPr/>
          </p:nvSpPr>
          <p:spPr>
            <a:xfrm>
              <a:off x="7298422"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5" name="Cube 654"/>
            <p:cNvSpPr/>
            <p:nvPr/>
          </p:nvSpPr>
          <p:spPr>
            <a:xfrm>
              <a:off x="7616600"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6" name="Cube 655"/>
            <p:cNvSpPr/>
            <p:nvPr/>
          </p:nvSpPr>
          <p:spPr>
            <a:xfrm>
              <a:off x="7934779"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7" name="Cube 656"/>
            <p:cNvSpPr/>
            <p:nvPr/>
          </p:nvSpPr>
          <p:spPr>
            <a:xfrm>
              <a:off x="8252957"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8" name="Cube 657"/>
            <p:cNvSpPr/>
            <p:nvPr/>
          </p:nvSpPr>
          <p:spPr>
            <a:xfrm>
              <a:off x="8571135" y="429456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9" name="Cube 658"/>
            <p:cNvSpPr/>
            <p:nvPr/>
          </p:nvSpPr>
          <p:spPr>
            <a:xfrm>
              <a:off x="6343887"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0" name="Cube 659"/>
            <p:cNvSpPr/>
            <p:nvPr/>
          </p:nvSpPr>
          <p:spPr>
            <a:xfrm>
              <a:off x="6662065"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1" name="Cube 660"/>
            <p:cNvSpPr/>
            <p:nvPr/>
          </p:nvSpPr>
          <p:spPr>
            <a:xfrm>
              <a:off x="6980244"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2" name="Cube 661"/>
            <p:cNvSpPr/>
            <p:nvPr/>
          </p:nvSpPr>
          <p:spPr>
            <a:xfrm>
              <a:off x="7298422"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3" name="Cube 662"/>
            <p:cNvSpPr/>
            <p:nvPr/>
          </p:nvSpPr>
          <p:spPr>
            <a:xfrm>
              <a:off x="7616600"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4" name="Cube 663"/>
            <p:cNvSpPr/>
            <p:nvPr/>
          </p:nvSpPr>
          <p:spPr>
            <a:xfrm>
              <a:off x="7934779"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5" name="Cube 664"/>
            <p:cNvSpPr/>
            <p:nvPr/>
          </p:nvSpPr>
          <p:spPr>
            <a:xfrm>
              <a:off x="8252957"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6" name="Cube 665"/>
            <p:cNvSpPr/>
            <p:nvPr/>
          </p:nvSpPr>
          <p:spPr>
            <a:xfrm>
              <a:off x="8571135" y="395690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7" name="Cube 666"/>
            <p:cNvSpPr/>
            <p:nvPr/>
          </p:nvSpPr>
          <p:spPr>
            <a:xfrm>
              <a:off x="6343887"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8" name="Cube 667"/>
            <p:cNvSpPr/>
            <p:nvPr/>
          </p:nvSpPr>
          <p:spPr>
            <a:xfrm>
              <a:off x="6662065"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9" name="Cube 668"/>
            <p:cNvSpPr/>
            <p:nvPr/>
          </p:nvSpPr>
          <p:spPr>
            <a:xfrm>
              <a:off x="6980244"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0" name="Cube 669"/>
            <p:cNvSpPr/>
            <p:nvPr/>
          </p:nvSpPr>
          <p:spPr>
            <a:xfrm>
              <a:off x="7298422"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1" name="Cube 670"/>
            <p:cNvSpPr/>
            <p:nvPr/>
          </p:nvSpPr>
          <p:spPr>
            <a:xfrm>
              <a:off x="7616600"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2" name="Cube 671"/>
            <p:cNvSpPr/>
            <p:nvPr/>
          </p:nvSpPr>
          <p:spPr>
            <a:xfrm>
              <a:off x="7934779"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3" name="Cube 672"/>
            <p:cNvSpPr/>
            <p:nvPr/>
          </p:nvSpPr>
          <p:spPr>
            <a:xfrm>
              <a:off x="8252957"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4" name="Cube 673"/>
            <p:cNvSpPr/>
            <p:nvPr/>
          </p:nvSpPr>
          <p:spPr>
            <a:xfrm>
              <a:off x="8571135" y="361925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5" name="Cube 674"/>
            <p:cNvSpPr/>
            <p:nvPr/>
          </p:nvSpPr>
          <p:spPr>
            <a:xfrm>
              <a:off x="6343887"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6" name="Cube 675"/>
            <p:cNvSpPr/>
            <p:nvPr/>
          </p:nvSpPr>
          <p:spPr>
            <a:xfrm>
              <a:off x="6662065"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7" name="Cube 676"/>
            <p:cNvSpPr/>
            <p:nvPr/>
          </p:nvSpPr>
          <p:spPr>
            <a:xfrm>
              <a:off x="6980244"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8" name="Cube 677"/>
            <p:cNvSpPr/>
            <p:nvPr/>
          </p:nvSpPr>
          <p:spPr>
            <a:xfrm>
              <a:off x="7298422"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9" name="Cube 678"/>
            <p:cNvSpPr/>
            <p:nvPr/>
          </p:nvSpPr>
          <p:spPr>
            <a:xfrm>
              <a:off x="7616600"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0" name="Cube 679"/>
            <p:cNvSpPr/>
            <p:nvPr/>
          </p:nvSpPr>
          <p:spPr>
            <a:xfrm>
              <a:off x="7934779"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1" name="Cube 680"/>
            <p:cNvSpPr/>
            <p:nvPr/>
          </p:nvSpPr>
          <p:spPr>
            <a:xfrm>
              <a:off x="8252957"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2" name="Cube 681"/>
            <p:cNvSpPr/>
            <p:nvPr/>
          </p:nvSpPr>
          <p:spPr>
            <a:xfrm>
              <a:off x="8571135" y="328160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3" name="Cube 682"/>
            <p:cNvSpPr/>
            <p:nvPr/>
          </p:nvSpPr>
          <p:spPr>
            <a:xfrm>
              <a:off x="6343887"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4" name="Cube 683"/>
            <p:cNvSpPr/>
            <p:nvPr/>
          </p:nvSpPr>
          <p:spPr>
            <a:xfrm>
              <a:off x="6662065"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5" name="Cube 684"/>
            <p:cNvSpPr/>
            <p:nvPr/>
          </p:nvSpPr>
          <p:spPr>
            <a:xfrm>
              <a:off x="6980244"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6" name="Cube 685"/>
            <p:cNvSpPr/>
            <p:nvPr/>
          </p:nvSpPr>
          <p:spPr>
            <a:xfrm>
              <a:off x="7298422"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7" name="Cube 686"/>
            <p:cNvSpPr/>
            <p:nvPr/>
          </p:nvSpPr>
          <p:spPr>
            <a:xfrm>
              <a:off x="7616600"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8" name="Cube 687"/>
            <p:cNvSpPr/>
            <p:nvPr/>
          </p:nvSpPr>
          <p:spPr>
            <a:xfrm>
              <a:off x="7934779"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9" name="Cube 688"/>
            <p:cNvSpPr/>
            <p:nvPr/>
          </p:nvSpPr>
          <p:spPr>
            <a:xfrm>
              <a:off x="8252957"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0" name="Cube 689"/>
            <p:cNvSpPr/>
            <p:nvPr/>
          </p:nvSpPr>
          <p:spPr>
            <a:xfrm>
              <a:off x="8571135" y="29439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1" name="Cube 690"/>
            <p:cNvSpPr/>
            <p:nvPr/>
          </p:nvSpPr>
          <p:spPr>
            <a:xfrm>
              <a:off x="6343887"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2" name="Cube 691"/>
            <p:cNvSpPr/>
            <p:nvPr/>
          </p:nvSpPr>
          <p:spPr>
            <a:xfrm>
              <a:off x="6662065"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3" name="Cube 692"/>
            <p:cNvSpPr/>
            <p:nvPr/>
          </p:nvSpPr>
          <p:spPr>
            <a:xfrm>
              <a:off x="6980244"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4" name="Cube 693"/>
            <p:cNvSpPr/>
            <p:nvPr/>
          </p:nvSpPr>
          <p:spPr>
            <a:xfrm>
              <a:off x="7298422"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5" name="Cube 694"/>
            <p:cNvSpPr/>
            <p:nvPr/>
          </p:nvSpPr>
          <p:spPr>
            <a:xfrm>
              <a:off x="7616600"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6" name="Cube 695"/>
            <p:cNvSpPr/>
            <p:nvPr/>
          </p:nvSpPr>
          <p:spPr>
            <a:xfrm>
              <a:off x="7934779"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7" name="Cube 696"/>
            <p:cNvSpPr/>
            <p:nvPr/>
          </p:nvSpPr>
          <p:spPr>
            <a:xfrm>
              <a:off x="8252957"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8" name="Cube 697"/>
            <p:cNvSpPr/>
            <p:nvPr/>
          </p:nvSpPr>
          <p:spPr>
            <a:xfrm>
              <a:off x="8571135" y="2606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9" name="Cube 698"/>
            <p:cNvSpPr/>
            <p:nvPr/>
          </p:nvSpPr>
          <p:spPr>
            <a:xfrm>
              <a:off x="6343887"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0" name="Cube 699"/>
            <p:cNvSpPr/>
            <p:nvPr/>
          </p:nvSpPr>
          <p:spPr>
            <a:xfrm>
              <a:off x="6662065"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1" name="Cube 700"/>
            <p:cNvSpPr/>
            <p:nvPr/>
          </p:nvSpPr>
          <p:spPr>
            <a:xfrm>
              <a:off x="6980244"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2" name="Cube 701"/>
            <p:cNvSpPr/>
            <p:nvPr/>
          </p:nvSpPr>
          <p:spPr>
            <a:xfrm>
              <a:off x="7298422"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3" name="Cube 702"/>
            <p:cNvSpPr/>
            <p:nvPr/>
          </p:nvSpPr>
          <p:spPr>
            <a:xfrm>
              <a:off x="7616600"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4" name="Cube 703"/>
            <p:cNvSpPr/>
            <p:nvPr/>
          </p:nvSpPr>
          <p:spPr>
            <a:xfrm>
              <a:off x="7934779"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5" name="Cube 704"/>
            <p:cNvSpPr/>
            <p:nvPr/>
          </p:nvSpPr>
          <p:spPr>
            <a:xfrm>
              <a:off x="8252957"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6" name="Cube 705"/>
            <p:cNvSpPr/>
            <p:nvPr/>
          </p:nvSpPr>
          <p:spPr>
            <a:xfrm>
              <a:off x="8571135" y="2268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7" name="Cube 706"/>
            <p:cNvSpPr/>
            <p:nvPr/>
          </p:nvSpPr>
          <p:spPr>
            <a:xfrm>
              <a:off x="6343887"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8" name="Cube 707"/>
            <p:cNvSpPr/>
            <p:nvPr/>
          </p:nvSpPr>
          <p:spPr>
            <a:xfrm>
              <a:off x="6662065"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9" name="Cube 708"/>
            <p:cNvSpPr/>
            <p:nvPr/>
          </p:nvSpPr>
          <p:spPr>
            <a:xfrm>
              <a:off x="6980244"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0" name="Cube 709"/>
            <p:cNvSpPr/>
            <p:nvPr/>
          </p:nvSpPr>
          <p:spPr>
            <a:xfrm>
              <a:off x="7298422"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1" name="Cube 710"/>
            <p:cNvSpPr/>
            <p:nvPr/>
          </p:nvSpPr>
          <p:spPr>
            <a:xfrm>
              <a:off x="7616600"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2" name="Cube 711"/>
            <p:cNvSpPr/>
            <p:nvPr/>
          </p:nvSpPr>
          <p:spPr>
            <a:xfrm>
              <a:off x="7934779"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3" name="Cube 712"/>
            <p:cNvSpPr/>
            <p:nvPr/>
          </p:nvSpPr>
          <p:spPr>
            <a:xfrm>
              <a:off x="8252957"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4" name="Cube 713"/>
            <p:cNvSpPr/>
            <p:nvPr/>
          </p:nvSpPr>
          <p:spPr>
            <a:xfrm>
              <a:off x="8571135" y="1930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5" name="Cube 714"/>
            <p:cNvSpPr/>
            <p:nvPr/>
          </p:nvSpPr>
          <p:spPr>
            <a:xfrm>
              <a:off x="6209618"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6" name="Cube 715"/>
            <p:cNvSpPr/>
            <p:nvPr/>
          </p:nvSpPr>
          <p:spPr>
            <a:xfrm>
              <a:off x="6527796"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7" name="Cube 716"/>
            <p:cNvSpPr/>
            <p:nvPr/>
          </p:nvSpPr>
          <p:spPr>
            <a:xfrm>
              <a:off x="6845975"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8" name="Cube 717"/>
            <p:cNvSpPr/>
            <p:nvPr/>
          </p:nvSpPr>
          <p:spPr>
            <a:xfrm>
              <a:off x="7164153"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9" name="Cube 718"/>
            <p:cNvSpPr/>
            <p:nvPr/>
          </p:nvSpPr>
          <p:spPr>
            <a:xfrm>
              <a:off x="7482331"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0" name="Cube 719"/>
            <p:cNvSpPr/>
            <p:nvPr/>
          </p:nvSpPr>
          <p:spPr>
            <a:xfrm>
              <a:off x="7800510"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1" name="Cube 720"/>
            <p:cNvSpPr/>
            <p:nvPr/>
          </p:nvSpPr>
          <p:spPr>
            <a:xfrm>
              <a:off x="8118688"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2" name="Cube 721"/>
            <p:cNvSpPr/>
            <p:nvPr/>
          </p:nvSpPr>
          <p:spPr>
            <a:xfrm>
              <a:off x="8436866" y="441352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3" name="Cube 722"/>
            <p:cNvSpPr/>
            <p:nvPr/>
          </p:nvSpPr>
          <p:spPr>
            <a:xfrm>
              <a:off x="6209618"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4" name="Cube 723"/>
            <p:cNvSpPr/>
            <p:nvPr/>
          </p:nvSpPr>
          <p:spPr>
            <a:xfrm>
              <a:off x="6527796"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5" name="Cube 724"/>
            <p:cNvSpPr/>
            <p:nvPr/>
          </p:nvSpPr>
          <p:spPr>
            <a:xfrm>
              <a:off x="6845975"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6" name="Cube 725"/>
            <p:cNvSpPr/>
            <p:nvPr/>
          </p:nvSpPr>
          <p:spPr>
            <a:xfrm>
              <a:off x="7164153"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7" name="Cube 726"/>
            <p:cNvSpPr/>
            <p:nvPr/>
          </p:nvSpPr>
          <p:spPr>
            <a:xfrm>
              <a:off x="7482331"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8" name="Cube 727"/>
            <p:cNvSpPr/>
            <p:nvPr/>
          </p:nvSpPr>
          <p:spPr>
            <a:xfrm>
              <a:off x="7800510"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9" name="Cube 728"/>
            <p:cNvSpPr/>
            <p:nvPr/>
          </p:nvSpPr>
          <p:spPr>
            <a:xfrm>
              <a:off x="8118688"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0" name="Cube 729"/>
            <p:cNvSpPr/>
            <p:nvPr/>
          </p:nvSpPr>
          <p:spPr>
            <a:xfrm>
              <a:off x="8436866" y="407587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1" name="Cube 730"/>
            <p:cNvSpPr/>
            <p:nvPr/>
          </p:nvSpPr>
          <p:spPr>
            <a:xfrm>
              <a:off x="6209618"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2" name="Cube 731"/>
            <p:cNvSpPr/>
            <p:nvPr/>
          </p:nvSpPr>
          <p:spPr>
            <a:xfrm>
              <a:off x="6527796"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3" name="Cube 732"/>
            <p:cNvSpPr/>
            <p:nvPr/>
          </p:nvSpPr>
          <p:spPr>
            <a:xfrm>
              <a:off x="6845975"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4" name="Cube 733"/>
            <p:cNvSpPr/>
            <p:nvPr/>
          </p:nvSpPr>
          <p:spPr>
            <a:xfrm>
              <a:off x="7164153"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5" name="Cube 734"/>
            <p:cNvSpPr/>
            <p:nvPr/>
          </p:nvSpPr>
          <p:spPr>
            <a:xfrm>
              <a:off x="7482331"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6" name="Cube 735"/>
            <p:cNvSpPr/>
            <p:nvPr/>
          </p:nvSpPr>
          <p:spPr>
            <a:xfrm>
              <a:off x="7800510"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7" name="Cube 736"/>
            <p:cNvSpPr/>
            <p:nvPr/>
          </p:nvSpPr>
          <p:spPr>
            <a:xfrm>
              <a:off x="8118688"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8" name="Cube 737"/>
            <p:cNvSpPr/>
            <p:nvPr/>
          </p:nvSpPr>
          <p:spPr>
            <a:xfrm>
              <a:off x="8436866" y="373821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9" name="Cube 738"/>
            <p:cNvSpPr/>
            <p:nvPr/>
          </p:nvSpPr>
          <p:spPr>
            <a:xfrm>
              <a:off x="6209618"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0" name="Cube 739"/>
            <p:cNvSpPr/>
            <p:nvPr/>
          </p:nvSpPr>
          <p:spPr>
            <a:xfrm>
              <a:off x="6527796"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1" name="Cube 740"/>
            <p:cNvSpPr/>
            <p:nvPr/>
          </p:nvSpPr>
          <p:spPr>
            <a:xfrm>
              <a:off x="6845975"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2" name="Cube 741"/>
            <p:cNvSpPr/>
            <p:nvPr/>
          </p:nvSpPr>
          <p:spPr>
            <a:xfrm>
              <a:off x="7164153"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3" name="Cube 742"/>
            <p:cNvSpPr/>
            <p:nvPr/>
          </p:nvSpPr>
          <p:spPr>
            <a:xfrm>
              <a:off x="7482331"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4" name="Cube 743"/>
            <p:cNvSpPr/>
            <p:nvPr/>
          </p:nvSpPr>
          <p:spPr>
            <a:xfrm>
              <a:off x="7800510"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5" name="Cube 744"/>
            <p:cNvSpPr/>
            <p:nvPr/>
          </p:nvSpPr>
          <p:spPr>
            <a:xfrm>
              <a:off x="8118688"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6" name="Cube 745"/>
            <p:cNvSpPr/>
            <p:nvPr/>
          </p:nvSpPr>
          <p:spPr>
            <a:xfrm>
              <a:off x="8436866" y="34005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7" name="Cube 746"/>
            <p:cNvSpPr/>
            <p:nvPr/>
          </p:nvSpPr>
          <p:spPr>
            <a:xfrm>
              <a:off x="6209618"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8" name="Cube 747"/>
            <p:cNvSpPr/>
            <p:nvPr/>
          </p:nvSpPr>
          <p:spPr>
            <a:xfrm>
              <a:off x="6527796"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9" name="Cube 748"/>
            <p:cNvSpPr/>
            <p:nvPr/>
          </p:nvSpPr>
          <p:spPr>
            <a:xfrm>
              <a:off x="6845975"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0" name="Cube 749"/>
            <p:cNvSpPr/>
            <p:nvPr/>
          </p:nvSpPr>
          <p:spPr>
            <a:xfrm>
              <a:off x="7164153"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1" name="Cube 750"/>
            <p:cNvSpPr/>
            <p:nvPr/>
          </p:nvSpPr>
          <p:spPr>
            <a:xfrm>
              <a:off x="7482331"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2" name="Cube 751"/>
            <p:cNvSpPr/>
            <p:nvPr/>
          </p:nvSpPr>
          <p:spPr>
            <a:xfrm>
              <a:off x="7800510"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3" name="Cube 752"/>
            <p:cNvSpPr/>
            <p:nvPr/>
          </p:nvSpPr>
          <p:spPr>
            <a:xfrm>
              <a:off x="8118688"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4" name="Cube 753"/>
            <p:cNvSpPr/>
            <p:nvPr/>
          </p:nvSpPr>
          <p:spPr>
            <a:xfrm>
              <a:off x="8436866" y="30629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5" name="Cube 754"/>
            <p:cNvSpPr/>
            <p:nvPr/>
          </p:nvSpPr>
          <p:spPr>
            <a:xfrm>
              <a:off x="6209618"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6" name="Cube 755"/>
            <p:cNvSpPr/>
            <p:nvPr/>
          </p:nvSpPr>
          <p:spPr>
            <a:xfrm>
              <a:off x="6527796"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7" name="Cube 756"/>
            <p:cNvSpPr/>
            <p:nvPr/>
          </p:nvSpPr>
          <p:spPr>
            <a:xfrm>
              <a:off x="6845975"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8" name="Cube 757"/>
            <p:cNvSpPr/>
            <p:nvPr/>
          </p:nvSpPr>
          <p:spPr>
            <a:xfrm>
              <a:off x="7164153"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9" name="Cube 758"/>
            <p:cNvSpPr/>
            <p:nvPr/>
          </p:nvSpPr>
          <p:spPr>
            <a:xfrm>
              <a:off x="7482331"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0" name="Cube 759"/>
            <p:cNvSpPr/>
            <p:nvPr/>
          </p:nvSpPr>
          <p:spPr>
            <a:xfrm>
              <a:off x="7800510"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1" name="Cube 760"/>
            <p:cNvSpPr/>
            <p:nvPr/>
          </p:nvSpPr>
          <p:spPr>
            <a:xfrm>
              <a:off x="8118688"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2" name="Cube 761"/>
            <p:cNvSpPr/>
            <p:nvPr/>
          </p:nvSpPr>
          <p:spPr>
            <a:xfrm>
              <a:off x="8436866" y="27252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3" name="Cube 762"/>
            <p:cNvSpPr/>
            <p:nvPr/>
          </p:nvSpPr>
          <p:spPr>
            <a:xfrm>
              <a:off x="6209618"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4" name="Cube 763"/>
            <p:cNvSpPr/>
            <p:nvPr/>
          </p:nvSpPr>
          <p:spPr>
            <a:xfrm>
              <a:off x="6527796"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5" name="Cube 764"/>
            <p:cNvSpPr/>
            <p:nvPr/>
          </p:nvSpPr>
          <p:spPr>
            <a:xfrm>
              <a:off x="6845975"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6" name="Cube 765"/>
            <p:cNvSpPr/>
            <p:nvPr/>
          </p:nvSpPr>
          <p:spPr>
            <a:xfrm>
              <a:off x="7164153"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7" name="Cube 766"/>
            <p:cNvSpPr/>
            <p:nvPr/>
          </p:nvSpPr>
          <p:spPr>
            <a:xfrm>
              <a:off x="7482331"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8" name="Cube 767"/>
            <p:cNvSpPr/>
            <p:nvPr/>
          </p:nvSpPr>
          <p:spPr>
            <a:xfrm>
              <a:off x="7800510"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9" name="Cube 768"/>
            <p:cNvSpPr/>
            <p:nvPr/>
          </p:nvSpPr>
          <p:spPr>
            <a:xfrm>
              <a:off x="8118688"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0" name="Cube 769"/>
            <p:cNvSpPr/>
            <p:nvPr/>
          </p:nvSpPr>
          <p:spPr>
            <a:xfrm>
              <a:off x="8436866" y="238760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1" name="Cube 770"/>
            <p:cNvSpPr/>
            <p:nvPr/>
          </p:nvSpPr>
          <p:spPr>
            <a:xfrm>
              <a:off x="6209618"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2" name="Cube 771"/>
            <p:cNvSpPr/>
            <p:nvPr/>
          </p:nvSpPr>
          <p:spPr>
            <a:xfrm>
              <a:off x="6527796"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3" name="Cube 772"/>
            <p:cNvSpPr/>
            <p:nvPr/>
          </p:nvSpPr>
          <p:spPr>
            <a:xfrm>
              <a:off x="6845975"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4" name="Cube 773"/>
            <p:cNvSpPr/>
            <p:nvPr/>
          </p:nvSpPr>
          <p:spPr>
            <a:xfrm>
              <a:off x="7164153"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5" name="Cube 774"/>
            <p:cNvSpPr/>
            <p:nvPr/>
          </p:nvSpPr>
          <p:spPr>
            <a:xfrm>
              <a:off x="7482331"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6" name="Cube 775"/>
            <p:cNvSpPr/>
            <p:nvPr/>
          </p:nvSpPr>
          <p:spPr>
            <a:xfrm>
              <a:off x="7800510"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7" name="Cube 776"/>
            <p:cNvSpPr/>
            <p:nvPr/>
          </p:nvSpPr>
          <p:spPr>
            <a:xfrm>
              <a:off x="8118688"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8" name="Cube 777"/>
            <p:cNvSpPr/>
            <p:nvPr/>
          </p:nvSpPr>
          <p:spPr>
            <a:xfrm>
              <a:off x="8436866" y="204995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9" name="Cube 778"/>
            <p:cNvSpPr/>
            <p:nvPr/>
          </p:nvSpPr>
          <p:spPr>
            <a:xfrm>
              <a:off x="6075352"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0" name="Cube 779"/>
            <p:cNvSpPr/>
            <p:nvPr/>
          </p:nvSpPr>
          <p:spPr>
            <a:xfrm>
              <a:off x="6393530"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1" name="Cube 780"/>
            <p:cNvSpPr/>
            <p:nvPr/>
          </p:nvSpPr>
          <p:spPr>
            <a:xfrm>
              <a:off x="6711709"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2" name="Cube 781"/>
            <p:cNvSpPr/>
            <p:nvPr/>
          </p:nvSpPr>
          <p:spPr>
            <a:xfrm>
              <a:off x="7029887"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3" name="Cube 782"/>
            <p:cNvSpPr/>
            <p:nvPr/>
          </p:nvSpPr>
          <p:spPr>
            <a:xfrm>
              <a:off x="7348065"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4" name="Cube 783"/>
            <p:cNvSpPr/>
            <p:nvPr/>
          </p:nvSpPr>
          <p:spPr>
            <a:xfrm>
              <a:off x="7666244"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5" name="Cube 784"/>
            <p:cNvSpPr/>
            <p:nvPr/>
          </p:nvSpPr>
          <p:spPr>
            <a:xfrm>
              <a:off x="7984422"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6" name="Cube 785"/>
            <p:cNvSpPr/>
            <p:nvPr/>
          </p:nvSpPr>
          <p:spPr>
            <a:xfrm>
              <a:off x="8302600" y="453248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7" name="Cube 786"/>
            <p:cNvSpPr/>
            <p:nvPr/>
          </p:nvSpPr>
          <p:spPr>
            <a:xfrm>
              <a:off x="6075352"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8" name="Cube 787"/>
            <p:cNvSpPr/>
            <p:nvPr/>
          </p:nvSpPr>
          <p:spPr>
            <a:xfrm>
              <a:off x="6393530"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9" name="Cube 788"/>
            <p:cNvSpPr/>
            <p:nvPr/>
          </p:nvSpPr>
          <p:spPr>
            <a:xfrm>
              <a:off x="6711709"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0" name="Cube 789"/>
            <p:cNvSpPr/>
            <p:nvPr/>
          </p:nvSpPr>
          <p:spPr>
            <a:xfrm>
              <a:off x="7029887"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1" name="Cube 790"/>
            <p:cNvSpPr/>
            <p:nvPr/>
          </p:nvSpPr>
          <p:spPr>
            <a:xfrm>
              <a:off x="7348065"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2" name="Cube 791"/>
            <p:cNvSpPr/>
            <p:nvPr/>
          </p:nvSpPr>
          <p:spPr>
            <a:xfrm>
              <a:off x="7666244"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3" name="Cube 792"/>
            <p:cNvSpPr/>
            <p:nvPr/>
          </p:nvSpPr>
          <p:spPr>
            <a:xfrm>
              <a:off x="7984422"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4" name="Cube 793"/>
            <p:cNvSpPr/>
            <p:nvPr/>
          </p:nvSpPr>
          <p:spPr>
            <a:xfrm>
              <a:off x="8302600" y="419483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5" name="Cube 794"/>
            <p:cNvSpPr/>
            <p:nvPr/>
          </p:nvSpPr>
          <p:spPr>
            <a:xfrm>
              <a:off x="6075352"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6" name="Cube 795"/>
            <p:cNvSpPr/>
            <p:nvPr/>
          </p:nvSpPr>
          <p:spPr>
            <a:xfrm>
              <a:off x="6393530"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7" name="Cube 796"/>
            <p:cNvSpPr/>
            <p:nvPr/>
          </p:nvSpPr>
          <p:spPr>
            <a:xfrm>
              <a:off x="6711709"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8" name="Cube 797"/>
            <p:cNvSpPr/>
            <p:nvPr/>
          </p:nvSpPr>
          <p:spPr>
            <a:xfrm>
              <a:off x="7029887"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9" name="Cube 798"/>
            <p:cNvSpPr/>
            <p:nvPr/>
          </p:nvSpPr>
          <p:spPr>
            <a:xfrm>
              <a:off x="7348065"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0" name="Cube 799"/>
            <p:cNvSpPr/>
            <p:nvPr/>
          </p:nvSpPr>
          <p:spPr>
            <a:xfrm>
              <a:off x="7666244"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1" name="Cube 800"/>
            <p:cNvSpPr/>
            <p:nvPr/>
          </p:nvSpPr>
          <p:spPr>
            <a:xfrm>
              <a:off x="7984422"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2" name="Cube 801"/>
            <p:cNvSpPr/>
            <p:nvPr/>
          </p:nvSpPr>
          <p:spPr>
            <a:xfrm>
              <a:off x="8302600" y="385718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3" name="Cube 802"/>
            <p:cNvSpPr/>
            <p:nvPr/>
          </p:nvSpPr>
          <p:spPr>
            <a:xfrm>
              <a:off x="6075352"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4" name="Cube 803"/>
            <p:cNvSpPr/>
            <p:nvPr/>
          </p:nvSpPr>
          <p:spPr>
            <a:xfrm>
              <a:off x="6393530"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5" name="Cube 804"/>
            <p:cNvSpPr/>
            <p:nvPr/>
          </p:nvSpPr>
          <p:spPr>
            <a:xfrm>
              <a:off x="6711709"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6" name="Cube 805"/>
            <p:cNvSpPr/>
            <p:nvPr/>
          </p:nvSpPr>
          <p:spPr>
            <a:xfrm>
              <a:off x="7029887"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7" name="Cube 806"/>
            <p:cNvSpPr/>
            <p:nvPr/>
          </p:nvSpPr>
          <p:spPr>
            <a:xfrm>
              <a:off x="7348065"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8" name="Cube 807"/>
            <p:cNvSpPr/>
            <p:nvPr/>
          </p:nvSpPr>
          <p:spPr>
            <a:xfrm>
              <a:off x="7666244"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9" name="Cube 808"/>
            <p:cNvSpPr/>
            <p:nvPr/>
          </p:nvSpPr>
          <p:spPr>
            <a:xfrm>
              <a:off x="7984422"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0" name="Cube 809"/>
            <p:cNvSpPr/>
            <p:nvPr/>
          </p:nvSpPr>
          <p:spPr>
            <a:xfrm>
              <a:off x="8302600" y="351952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1" name="Cube 810"/>
            <p:cNvSpPr/>
            <p:nvPr/>
          </p:nvSpPr>
          <p:spPr>
            <a:xfrm>
              <a:off x="6075352"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2" name="Cube 811"/>
            <p:cNvSpPr/>
            <p:nvPr/>
          </p:nvSpPr>
          <p:spPr>
            <a:xfrm>
              <a:off x="6393530"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3" name="Cube 812"/>
            <p:cNvSpPr/>
            <p:nvPr/>
          </p:nvSpPr>
          <p:spPr>
            <a:xfrm>
              <a:off x="6711709"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4" name="Cube 813"/>
            <p:cNvSpPr/>
            <p:nvPr/>
          </p:nvSpPr>
          <p:spPr>
            <a:xfrm>
              <a:off x="7029887"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5" name="Cube 814"/>
            <p:cNvSpPr/>
            <p:nvPr/>
          </p:nvSpPr>
          <p:spPr>
            <a:xfrm>
              <a:off x="7348065"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6" name="Cube 815"/>
            <p:cNvSpPr/>
            <p:nvPr/>
          </p:nvSpPr>
          <p:spPr>
            <a:xfrm>
              <a:off x="7666244"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7" name="Cube 816"/>
            <p:cNvSpPr/>
            <p:nvPr/>
          </p:nvSpPr>
          <p:spPr>
            <a:xfrm>
              <a:off x="7984422"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8" name="Cube 817"/>
            <p:cNvSpPr/>
            <p:nvPr/>
          </p:nvSpPr>
          <p:spPr>
            <a:xfrm>
              <a:off x="8302600" y="318187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9" name="Cube 818"/>
            <p:cNvSpPr/>
            <p:nvPr/>
          </p:nvSpPr>
          <p:spPr>
            <a:xfrm>
              <a:off x="6075352"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0" name="Cube 819"/>
            <p:cNvSpPr/>
            <p:nvPr/>
          </p:nvSpPr>
          <p:spPr>
            <a:xfrm>
              <a:off x="6393530"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1" name="Cube 820"/>
            <p:cNvSpPr/>
            <p:nvPr/>
          </p:nvSpPr>
          <p:spPr>
            <a:xfrm>
              <a:off x="6711709"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2" name="Cube 821"/>
            <p:cNvSpPr/>
            <p:nvPr/>
          </p:nvSpPr>
          <p:spPr>
            <a:xfrm>
              <a:off x="7029887"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3" name="Cube 822"/>
            <p:cNvSpPr/>
            <p:nvPr/>
          </p:nvSpPr>
          <p:spPr>
            <a:xfrm>
              <a:off x="7348065"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4" name="Cube 823"/>
            <p:cNvSpPr/>
            <p:nvPr/>
          </p:nvSpPr>
          <p:spPr>
            <a:xfrm>
              <a:off x="7666244"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5" name="Cube 824"/>
            <p:cNvSpPr/>
            <p:nvPr/>
          </p:nvSpPr>
          <p:spPr>
            <a:xfrm>
              <a:off x="7984422"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6" name="Cube 825"/>
            <p:cNvSpPr/>
            <p:nvPr/>
          </p:nvSpPr>
          <p:spPr>
            <a:xfrm>
              <a:off x="8302600" y="284422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7" name="Cube 826"/>
            <p:cNvSpPr/>
            <p:nvPr/>
          </p:nvSpPr>
          <p:spPr>
            <a:xfrm>
              <a:off x="6075352"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8" name="Cube 827"/>
            <p:cNvSpPr/>
            <p:nvPr/>
          </p:nvSpPr>
          <p:spPr>
            <a:xfrm>
              <a:off x="6393530"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9" name="Cube 828"/>
            <p:cNvSpPr/>
            <p:nvPr/>
          </p:nvSpPr>
          <p:spPr>
            <a:xfrm>
              <a:off x="6711709"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0" name="Cube 829"/>
            <p:cNvSpPr/>
            <p:nvPr/>
          </p:nvSpPr>
          <p:spPr>
            <a:xfrm>
              <a:off x="7029887"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1" name="Cube 830"/>
            <p:cNvSpPr/>
            <p:nvPr/>
          </p:nvSpPr>
          <p:spPr>
            <a:xfrm>
              <a:off x="7348065"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2" name="Cube 831"/>
            <p:cNvSpPr/>
            <p:nvPr/>
          </p:nvSpPr>
          <p:spPr>
            <a:xfrm>
              <a:off x="7666244"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3" name="Cube 832"/>
            <p:cNvSpPr/>
            <p:nvPr/>
          </p:nvSpPr>
          <p:spPr>
            <a:xfrm>
              <a:off x="7984422"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4" name="Cube 833"/>
            <p:cNvSpPr/>
            <p:nvPr/>
          </p:nvSpPr>
          <p:spPr>
            <a:xfrm>
              <a:off x="8302600" y="250656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5" name="Cube 834"/>
            <p:cNvSpPr/>
            <p:nvPr/>
          </p:nvSpPr>
          <p:spPr>
            <a:xfrm>
              <a:off x="6075352"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6" name="Cube 835"/>
            <p:cNvSpPr/>
            <p:nvPr/>
          </p:nvSpPr>
          <p:spPr>
            <a:xfrm>
              <a:off x="6393530"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7" name="Cube 836"/>
            <p:cNvSpPr/>
            <p:nvPr/>
          </p:nvSpPr>
          <p:spPr>
            <a:xfrm>
              <a:off x="6711709"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8" name="Cube 837"/>
            <p:cNvSpPr/>
            <p:nvPr/>
          </p:nvSpPr>
          <p:spPr>
            <a:xfrm>
              <a:off x="7029887"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9" name="Cube 838"/>
            <p:cNvSpPr/>
            <p:nvPr/>
          </p:nvSpPr>
          <p:spPr>
            <a:xfrm>
              <a:off x="7348065"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0" name="Cube 839"/>
            <p:cNvSpPr/>
            <p:nvPr/>
          </p:nvSpPr>
          <p:spPr>
            <a:xfrm>
              <a:off x="7666244"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1" name="Cube 840"/>
            <p:cNvSpPr/>
            <p:nvPr/>
          </p:nvSpPr>
          <p:spPr>
            <a:xfrm>
              <a:off x="7984422"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2" name="Cube 841"/>
            <p:cNvSpPr/>
            <p:nvPr/>
          </p:nvSpPr>
          <p:spPr>
            <a:xfrm>
              <a:off x="8302600" y="216891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3" name="Cube 842"/>
            <p:cNvSpPr/>
            <p:nvPr/>
          </p:nvSpPr>
          <p:spPr>
            <a:xfrm>
              <a:off x="5941086"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4" name="Cube 843"/>
            <p:cNvSpPr/>
            <p:nvPr/>
          </p:nvSpPr>
          <p:spPr>
            <a:xfrm>
              <a:off x="6259264"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5" name="Cube 844"/>
            <p:cNvSpPr/>
            <p:nvPr/>
          </p:nvSpPr>
          <p:spPr>
            <a:xfrm>
              <a:off x="6577443"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6" name="Cube 845"/>
            <p:cNvSpPr/>
            <p:nvPr/>
          </p:nvSpPr>
          <p:spPr>
            <a:xfrm>
              <a:off x="6895621"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7" name="Cube 846"/>
            <p:cNvSpPr/>
            <p:nvPr/>
          </p:nvSpPr>
          <p:spPr>
            <a:xfrm>
              <a:off x="7213799"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8" name="Cube 847"/>
            <p:cNvSpPr/>
            <p:nvPr/>
          </p:nvSpPr>
          <p:spPr>
            <a:xfrm>
              <a:off x="7531978"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9" name="Cube 848"/>
            <p:cNvSpPr/>
            <p:nvPr/>
          </p:nvSpPr>
          <p:spPr>
            <a:xfrm>
              <a:off x="7850156"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0" name="Cube 849"/>
            <p:cNvSpPr/>
            <p:nvPr/>
          </p:nvSpPr>
          <p:spPr>
            <a:xfrm>
              <a:off x="8168334" y="465144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1" name="Cube 850"/>
            <p:cNvSpPr/>
            <p:nvPr/>
          </p:nvSpPr>
          <p:spPr>
            <a:xfrm>
              <a:off x="5941086"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2" name="Cube 851"/>
            <p:cNvSpPr/>
            <p:nvPr/>
          </p:nvSpPr>
          <p:spPr>
            <a:xfrm>
              <a:off x="6259264"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3" name="Cube 852"/>
            <p:cNvSpPr/>
            <p:nvPr/>
          </p:nvSpPr>
          <p:spPr>
            <a:xfrm>
              <a:off x="6577443"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4" name="Cube 853"/>
            <p:cNvSpPr/>
            <p:nvPr/>
          </p:nvSpPr>
          <p:spPr>
            <a:xfrm>
              <a:off x="6895621"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5" name="Cube 854"/>
            <p:cNvSpPr/>
            <p:nvPr/>
          </p:nvSpPr>
          <p:spPr>
            <a:xfrm>
              <a:off x="7213799"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6" name="Cube 855"/>
            <p:cNvSpPr/>
            <p:nvPr/>
          </p:nvSpPr>
          <p:spPr>
            <a:xfrm>
              <a:off x="7531978"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7" name="Cube 856"/>
            <p:cNvSpPr/>
            <p:nvPr/>
          </p:nvSpPr>
          <p:spPr>
            <a:xfrm>
              <a:off x="7850156"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8" name="Cube 857"/>
            <p:cNvSpPr/>
            <p:nvPr/>
          </p:nvSpPr>
          <p:spPr>
            <a:xfrm>
              <a:off x="8168334" y="431379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9" name="Cube 858"/>
            <p:cNvSpPr/>
            <p:nvPr/>
          </p:nvSpPr>
          <p:spPr>
            <a:xfrm>
              <a:off x="5941086"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0" name="Cube 859"/>
            <p:cNvSpPr/>
            <p:nvPr/>
          </p:nvSpPr>
          <p:spPr>
            <a:xfrm>
              <a:off x="6259264"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1" name="Cube 860"/>
            <p:cNvSpPr/>
            <p:nvPr/>
          </p:nvSpPr>
          <p:spPr>
            <a:xfrm>
              <a:off x="6577443"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2" name="Cube 861"/>
            <p:cNvSpPr/>
            <p:nvPr/>
          </p:nvSpPr>
          <p:spPr>
            <a:xfrm>
              <a:off x="6895621"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3" name="Cube 862"/>
            <p:cNvSpPr/>
            <p:nvPr/>
          </p:nvSpPr>
          <p:spPr>
            <a:xfrm>
              <a:off x="7213799"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4" name="Cube 863"/>
            <p:cNvSpPr/>
            <p:nvPr/>
          </p:nvSpPr>
          <p:spPr>
            <a:xfrm>
              <a:off x="7531978"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5" name="Cube 864"/>
            <p:cNvSpPr/>
            <p:nvPr/>
          </p:nvSpPr>
          <p:spPr>
            <a:xfrm>
              <a:off x="7850156"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6" name="Cube 865"/>
            <p:cNvSpPr/>
            <p:nvPr/>
          </p:nvSpPr>
          <p:spPr>
            <a:xfrm>
              <a:off x="8168334" y="397614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7" name="Cube 866"/>
            <p:cNvSpPr/>
            <p:nvPr/>
          </p:nvSpPr>
          <p:spPr>
            <a:xfrm>
              <a:off x="5941086"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8" name="Cube 867"/>
            <p:cNvSpPr/>
            <p:nvPr/>
          </p:nvSpPr>
          <p:spPr>
            <a:xfrm>
              <a:off x="6259264"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9" name="Cube 868"/>
            <p:cNvSpPr/>
            <p:nvPr/>
          </p:nvSpPr>
          <p:spPr>
            <a:xfrm>
              <a:off x="6577443"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0" name="Cube 869"/>
            <p:cNvSpPr/>
            <p:nvPr/>
          </p:nvSpPr>
          <p:spPr>
            <a:xfrm>
              <a:off x="6895621"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1" name="Cube 870"/>
            <p:cNvSpPr/>
            <p:nvPr/>
          </p:nvSpPr>
          <p:spPr>
            <a:xfrm>
              <a:off x="7213799"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2" name="Cube 871"/>
            <p:cNvSpPr/>
            <p:nvPr/>
          </p:nvSpPr>
          <p:spPr>
            <a:xfrm>
              <a:off x="7531978"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3" name="Cube 872"/>
            <p:cNvSpPr/>
            <p:nvPr/>
          </p:nvSpPr>
          <p:spPr>
            <a:xfrm>
              <a:off x="7850156"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4" name="Cube 873"/>
            <p:cNvSpPr/>
            <p:nvPr/>
          </p:nvSpPr>
          <p:spPr>
            <a:xfrm>
              <a:off x="8168334" y="363848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5" name="Cube 874"/>
            <p:cNvSpPr/>
            <p:nvPr/>
          </p:nvSpPr>
          <p:spPr>
            <a:xfrm>
              <a:off x="5941086"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6" name="Cube 875"/>
            <p:cNvSpPr/>
            <p:nvPr/>
          </p:nvSpPr>
          <p:spPr>
            <a:xfrm>
              <a:off x="6259264"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7" name="Cube 876"/>
            <p:cNvSpPr/>
            <p:nvPr/>
          </p:nvSpPr>
          <p:spPr>
            <a:xfrm>
              <a:off x="6577443"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8" name="Cube 877"/>
            <p:cNvSpPr/>
            <p:nvPr/>
          </p:nvSpPr>
          <p:spPr>
            <a:xfrm>
              <a:off x="6895621"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9" name="Cube 878"/>
            <p:cNvSpPr/>
            <p:nvPr/>
          </p:nvSpPr>
          <p:spPr>
            <a:xfrm>
              <a:off x="7213799"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0" name="Cube 879"/>
            <p:cNvSpPr/>
            <p:nvPr/>
          </p:nvSpPr>
          <p:spPr>
            <a:xfrm>
              <a:off x="7531978"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1" name="Cube 880"/>
            <p:cNvSpPr/>
            <p:nvPr/>
          </p:nvSpPr>
          <p:spPr>
            <a:xfrm>
              <a:off x="7850156"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2" name="Cube 881"/>
            <p:cNvSpPr/>
            <p:nvPr/>
          </p:nvSpPr>
          <p:spPr>
            <a:xfrm>
              <a:off x="8168334" y="330083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3" name="Cube 882"/>
            <p:cNvSpPr/>
            <p:nvPr/>
          </p:nvSpPr>
          <p:spPr>
            <a:xfrm>
              <a:off x="5941086"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4" name="Cube 883"/>
            <p:cNvSpPr/>
            <p:nvPr/>
          </p:nvSpPr>
          <p:spPr>
            <a:xfrm>
              <a:off x="6259264"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5" name="Cube 884"/>
            <p:cNvSpPr/>
            <p:nvPr/>
          </p:nvSpPr>
          <p:spPr>
            <a:xfrm>
              <a:off x="6577443"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6" name="Cube 885"/>
            <p:cNvSpPr/>
            <p:nvPr/>
          </p:nvSpPr>
          <p:spPr>
            <a:xfrm>
              <a:off x="6895621"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7" name="Cube 886"/>
            <p:cNvSpPr/>
            <p:nvPr/>
          </p:nvSpPr>
          <p:spPr>
            <a:xfrm>
              <a:off x="7213799"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8" name="Cube 887"/>
            <p:cNvSpPr/>
            <p:nvPr/>
          </p:nvSpPr>
          <p:spPr>
            <a:xfrm>
              <a:off x="7531978"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9" name="Cube 888"/>
            <p:cNvSpPr/>
            <p:nvPr/>
          </p:nvSpPr>
          <p:spPr>
            <a:xfrm>
              <a:off x="7850156"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0" name="Cube 889"/>
            <p:cNvSpPr/>
            <p:nvPr/>
          </p:nvSpPr>
          <p:spPr>
            <a:xfrm>
              <a:off x="8168334" y="296318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1" name="Cube 890"/>
            <p:cNvSpPr/>
            <p:nvPr/>
          </p:nvSpPr>
          <p:spPr>
            <a:xfrm>
              <a:off x="5941086"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2" name="Cube 891"/>
            <p:cNvSpPr/>
            <p:nvPr/>
          </p:nvSpPr>
          <p:spPr>
            <a:xfrm>
              <a:off x="6259264"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3" name="Cube 892"/>
            <p:cNvSpPr/>
            <p:nvPr/>
          </p:nvSpPr>
          <p:spPr>
            <a:xfrm>
              <a:off x="6577443"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4" name="Cube 893"/>
            <p:cNvSpPr/>
            <p:nvPr/>
          </p:nvSpPr>
          <p:spPr>
            <a:xfrm>
              <a:off x="6895621"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5" name="Cube 894"/>
            <p:cNvSpPr/>
            <p:nvPr/>
          </p:nvSpPr>
          <p:spPr>
            <a:xfrm>
              <a:off x="7213799"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6" name="Cube 895"/>
            <p:cNvSpPr/>
            <p:nvPr/>
          </p:nvSpPr>
          <p:spPr>
            <a:xfrm>
              <a:off x="7531978"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7" name="Cube 896"/>
            <p:cNvSpPr/>
            <p:nvPr/>
          </p:nvSpPr>
          <p:spPr>
            <a:xfrm>
              <a:off x="7850156"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8" name="Cube 897"/>
            <p:cNvSpPr/>
            <p:nvPr/>
          </p:nvSpPr>
          <p:spPr>
            <a:xfrm>
              <a:off x="8168334" y="262553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9" name="Cube 898"/>
            <p:cNvSpPr/>
            <p:nvPr/>
          </p:nvSpPr>
          <p:spPr>
            <a:xfrm>
              <a:off x="5941086"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0" name="Cube 899"/>
            <p:cNvSpPr/>
            <p:nvPr/>
          </p:nvSpPr>
          <p:spPr>
            <a:xfrm>
              <a:off x="6259264"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1" name="Cube 900"/>
            <p:cNvSpPr/>
            <p:nvPr/>
          </p:nvSpPr>
          <p:spPr>
            <a:xfrm>
              <a:off x="6577443"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2" name="Cube 901"/>
            <p:cNvSpPr/>
            <p:nvPr/>
          </p:nvSpPr>
          <p:spPr>
            <a:xfrm>
              <a:off x="6895621"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3" name="Cube 902"/>
            <p:cNvSpPr/>
            <p:nvPr/>
          </p:nvSpPr>
          <p:spPr>
            <a:xfrm>
              <a:off x="7213799"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4" name="Cube 903"/>
            <p:cNvSpPr/>
            <p:nvPr/>
          </p:nvSpPr>
          <p:spPr>
            <a:xfrm>
              <a:off x="7531978"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5" name="Cube 904"/>
            <p:cNvSpPr/>
            <p:nvPr/>
          </p:nvSpPr>
          <p:spPr>
            <a:xfrm>
              <a:off x="7850156"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6" name="Cube 905"/>
            <p:cNvSpPr/>
            <p:nvPr/>
          </p:nvSpPr>
          <p:spPr>
            <a:xfrm>
              <a:off x="8168334" y="228787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7" name="Cube 906"/>
            <p:cNvSpPr/>
            <p:nvPr/>
          </p:nvSpPr>
          <p:spPr>
            <a:xfrm>
              <a:off x="5806820"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8" name="Cube 907"/>
            <p:cNvSpPr/>
            <p:nvPr/>
          </p:nvSpPr>
          <p:spPr>
            <a:xfrm>
              <a:off x="6124998"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9" name="Cube 908"/>
            <p:cNvSpPr/>
            <p:nvPr/>
          </p:nvSpPr>
          <p:spPr>
            <a:xfrm>
              <a:off x="6443177"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0" name="Cube 909"/>
            <p:cNvSpPr/>
            <p:nvPr/>
          </p:nvSpPr>
          <p:spPr>
            <a:xfrm>
              <a:off x="6761355"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1" name="Cube 910"/>
            <p:cNvSpPr/>
            <p:nvPr/>
          </p:nvSpPr>
          <p:spPr>
            <a:xfrm>
              <a:off x="7079533"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2" name="Cube 911"/>
            <p:cNvSpPr/>
            <p:nvPr/>
          </p:nvSpPr>
          <p:spPr>
            <a:xfrm>
              <a:off x="7397712"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3" name="Cube 912"/>
            <p:cNvSpPr/>
            <p:nvPr/>
          </p:nvSpPr>
          <p:spPr>
            <a:xfrm>
              <a:off x="7715890"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4" name="Cube 913"/>
            <p:cNvSpPr/>
            <p:nvPr/>
          </p:nvSpPr>
          <p:spPr>
            <a:xfrm>
              <a:off x="8034068" y="477041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5" name="Cube 914"/>
            <p:cNvSpPr/>
            <p:nvPr/>
          </p:nvSpPr>
          <p:spPr>
            <a:xfrm>
              <a:off x="5806820"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6" name="Cube 915"/>
            <p:cNvSpPr/>
            <p:nvPr/>
          </p:nvSpPr>
          <p:spPr>
            <a:xfrm>
              <a:off x="6124998"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7" name="Cube 916"/>
            <p:cNvSpPr/>
            <p:nvPr/>
          </p:nvSpPr>
          <p:spPr>
            <a:xfrm>
              <a:off x="6443177"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8" name="Cube 917"/>
            <p:cNvSpPr/>
            <p:nvPr/>
          </p:nvSpPr>
          <p:spPr>
            <a:xfrm>
              <a:off x="6761355"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9" name="Cube 918"/>
            <p:cNvSpPr/>
            <p:nvPr/>
          </p:nvSpPr>
          <p:spPr>
            <a:xfrm>
              <a:off x="7079533"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0" name="Cube 919"/>
            <p:cNvSpPr/>
            <p:nvPr/>
          </p:nvSpPr>
          <p:spPr>
            <a:xfrm>
              <a:off x="7397712"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1" name="Cube 920"/>
            <p:cNvSpPr/>
            <p:nvPr/>
          </p:nvSpPr>
          <p:spPr>
            <a:xfrm>
              <a:off x="7715890"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2" name="Cube 921"/>
            <p:cNvSpPr/>
            <p:nvPr/>
          </p:nvSpPr>
          <p:spPr>
            <a:xfrm>
              <a:off x="8034068" y="443275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3" name="Cube 922"/>
            <p:cNvSpPr/>
            <p:nvPr/>
          </p:nvSpPr>
          <p:spPr>
            <a:xfrm>
              <a:off x="5806820"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4" name="Cube 923"/>
            <p:cNvSpPr/>
            <p:nvPr/>
          </p:nvSpPr>
          <p:spPr>
            <a:xfrm>
              <a:off x="6124998"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5" name="Cube 924"/>
            <p:cNvSpPr/>
            <p:nvPr/>
          </p:nvSpPr>
          <p:spPr>
            <a:xfrm>
              <a:off x="6443177"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6" name="Cube 925"/>
            <p:cNvSpPr/>
            <p:nvPr/>
          </p:nvSpPr>
          <p:spPr>
            <a:xfrm>
              <a:off x="6761355"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7" name="Cube 926"/>
            <p:cNvSpPr/>
            <p:nvPr/>
          </p:nvSpPr>
          <p:spPr>
            <a:xfrm>
              <a:off x="7079533"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8" name="Cube 927"/>
            <p:cNvSpPr/>
            <p:nvPr/>
          </p:nvSpPr>
          <p:spPr>
            <a:xfrm>
              <a:off x="7397712"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9" name="Cube 928"/>
            <p:cNvSpPr/>
            <p:nvPr/>
          </p:nvSpPr>
          <p:spPr>
            <a:xfrm>
              <a:off x="7715890"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0" name="Cube 929"/>
            <p:cNvSpPr/>
            <p:nvPr/>
          </p:nvSpPr>
          <p:spPr>
            <a:xfrm>
              <a:off x="8034068" y="409510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1" name="Cube 930"/>
            <p:cNvSpPr/>
            <p:nvPr/>
          </p:nvSpPr>
          <p:spPr>
            <a:xfrm>
              <a:off x="5806820"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2" name="Cube 931"/>
            <p:cNvSpPr/>
            <p:nvPr/>
          </p:nvSpPr>
          <p:spPr>
            <a:xfrm>
              <a:off x="6124998"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3" name="Cube 932"/>
            <p:cNvSpPr/>
            <p:nvPr/>
          </p:nvSpPr>
          <p:spPr>
            <a:xfrm>
              <a:off x="6443177"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4" name="Cube 933"/>
            <p:cNvSpPr/>
            <p:nvPr/>
          </p:nvSpPr>
          <p:spPr>
            <a:xfrm>
              <a:off x="6761355"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5" name="Cube 934"/>
            <p:cNvSpPr/>
            <p:nvPr/>
          </p:nvSpPr>
          <p:spPr>
            <a:xfrm>
              <a:off x="7079533"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6" name="Cube 935"/>
            <p:cNvSpPr/>
            <p:nvPr/>
          </p:nvSpPr>
          <p:spPr>
            <a:xfrm>
              <a:off x="7397712"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7" name="Cube 936"/>
            <p:cNvSpPr/>
            <p:nvPr/>
          </p:nvSpPr>
          <p:spPr>
            <a:xfrm>
              <a:off x="7715890"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8" name="Cube 937"/>
            <p:cNvSpPr/>
            <p:nvPr/>
          </p:nvSpPr>
          <p:spPr>
            <a:xfrm>
              <a:off x="8034068" y="375745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9" name="Cube 938"/>
            <p:cNvSpPr/>
            <p:nvPr/>
          </p:nvSpPr>
          <p:spPr>
            <a:xfrm>
              <a:off x="5806820"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0" name="Cube 939"/>
            <p:cNvSpPr/>
            <p:nvPr/>
          </p:nvSpPr>
          <p:spPr>
            <a:xfrm>
              <a:off x="6124998"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1" name="Cube 940"/>
            <p:cNvSpPr/>
            <p:nvPr/>
          </p:nvSpPr>
          <p:spPr>
            <a:xfrm>
              <a:off x="6443177"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2" name="Cube 941"/>
            <p:cNvSpPr/>
            <p:nvPr/>
          </p:nvSpPr>
          <p:spPr>
            <a:xfrm>
              <a:off x="6761355"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3" name="Cube 942"/>
            <p:cNvSpPr/>
            <p:nvPr/>
          </p:nvSpPr>
          <p:spPr>
            <a:xfrm>
              <a:off x="7079533"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4" name="Cube 943"/>
            <p:cNvSpPr/>
            <p:nvPr/>
          </p:nvSpPr>
          <p:spPr>
            <a:xfrm>
              <a:off x="7397712"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5" name="Cube 944"/>
            <p:cNvSpPr/>
            <p:nvPr/>
          </p:nvSpPr>
          <p:spPr>
            <a:xfrm>
              <a:off x="7715890" y="341979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6" name="Cube 945"/>
            <p:cNvSpPr/>
            <p:nvPr/>
          </p:nvSpPr>
          <p:spPr>
            <a:xfrm>
              <a:off x="8034068" y="3419798"/>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7" name="Cube 946"/>
            <p:cNvSpPr/>
            <p:nvPr/>
          </p:nvSpPr>
          <p:spPr>
            <a:xfrm>
              <a:off x="5806820"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8" name="Cube 947"/>
            <p:cNvSpPr/>
            <p:nvPr/>
          </p:nvSpPr>
          <p:spPr>
            <a:xfrm>
              <a:off x="6124998"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9" name="Cube 948"/>
            <p:cNvSpPr/>
            <p:nvPr/>
          </p:nvSpPr>
          <p:spPr>
            <a:xfrm>
              <a:off x="6443177"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0" name="Cube 949"/>
            <p:cNvSpPr/>
            <p:nvPr/>
          </p:nvSpPr>
          <p:spPr>
            <a:xfrm>
              <a:off x="6761355"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1" name="Cube 950"/>
            <p:cNvSpPr/>
            <p:nvPr/>
          </p:nvSpPr>
          <p:spPr>
            <a:xfrm>
              <a:off x="7079533"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2" name="Cube 951"/>
            <p:cNvSpPr/>
            <p:nvPr/>
          </p:nvSpPr>
          <p:spPr>
            <a:xfrm>
              <a:off x="7397712"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3" name="Cube 952"/>
            <p:cNvSpPr/>
            <p:nvPr/>
          </p:nvSpPr>
          <p:spPr>
            <a:xfrm>
              <a:off x="7715890"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4" name="Cube 953"/>
            <p:cNvSpPr/>
            <p:nvPr/>
          </p:nvSpPr>
          <p:spPr>
            <a:xfrm>
              <a:off x="8034068" y="308214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5" name="Cube 954"/>
            <p:cNvSpPr/>
            <p:nvPr/>
          </p:nvSpPr>
          <p:spPr>
            <a:xfrm>
              <a:off x="5806820"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6" name="Cube 955"/>
            <p:cNvSpPr/>
            <p:nvPr/>
          </p:nvSpPr>
          <p:spPr>
            <a:xfrm>
              <a:off x="6124998"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7" name="Cube 956"/>
            <p:cNvSpPr/>
            <p:nvPr/>
          </p:nvSpPr>
          <p:spPr>
            <a:xfrm>
              <a:off x="6443177"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8" name="Cube 957"/>
            <p:cNvSpPr/>
            <p:nvPr/>
          </p:nvSpPr>
          <p:spPr>
            <a:xfrm>
              <a:off x="6761355"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9" name="Cube 958"/>
            <p:cNvSpPr/>
            <p:nvPr/>
          </p:nvSpPr>
          <p:spPr>
            <a:xfrm>
              <a:off x="7079533"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0" name="Cube 959"/>
            <p:cNvSpPr/>
            <p:nvPr/>
          </p:nvSpPr>
          <p:spPr>
            <a:xfrm>
              <a:off x="7397712"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1" name="Cube 960"/>
            <p:cNvSpPr/>
            <p:nvPr/>
          </p:nvSpPr>
          <p:spPr>
            <a:xfrm>
              <a:off x="7715890"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2" name="Cube 961"/>
            <p:cNvSpPr/>
            <p:nvPr/>
          </p:nvSpPr>
          <p:spPr>
            <a:xfrm>
              <a:off x="8034068" y="274449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3" name="Cube 962"/>
            <p:cNvSpPr/>
            <p:nvPr/>
          </p:nvSpPr>
          <p:spPr>
            <a:xfrm>
              <a:off x="5806820"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4" name="Cube 963"/>
            <p:cNvSpPr/>
            <p:nvPr/>
          </p:nvSpPr>
          <p:spPr>
            <a:xfrm>
              <a:off x="6124998"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5" name="Cube 964"/>
            <p:cNvSpPr/>
            <p:nvPr/>
          </p:nvSpPr>
          <p:spPr>
            <a:xfrm>
              <a:off x="6443177"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6" name="Cube 965"/>
            <p:cNvSpPr/>
            <p:nvPr/>
          </p:nvSpPr>
          <p:spPr>
            <a:xfrm>
              <a:off x="6761355"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7" name="Cube 966"/>
            <p:cNvSpPr/>
            <p:nvPr/>
          </p:nvSpPr>
          <p:spPr>
            <a:xfrm>
              <a:off x="7079533"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8" name="Cube 967"/>
            <p:cNvSpPr/>
            <p:nvPr/>
          </p:nvSpPr>
          <p:spPr>
            <a:xfrm>
              <a:off x="7397712"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9" name="Cube 968"/>
            <p:cNvSpPr/>
            <p:nvPr/>
          </p:nvSpPr>
          <p:spPr>
            <a:xfrm>
              <a:off x="7715890"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0" name="Cube 969"/>
            <p:cNvSpPr/>
            <p:nvPr/>
          </p:nvSpPr>
          <p:spPr>
            <a:xfrm>
              <a:off x="8034068" y="240683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1" name="Cube 970"/>
            <p:cNvSpPr/>
            <p:nvPr/>
          </p:nvSpPr>
          <p:spPr>
            <a:xfrm>
              <a:off x="5672554"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2" name="Cube 971"/>
            <p:cNvSpPr/>
            <p:nvPr/>
          </p:nvSpPr>
          <p:spPr>
            <a:xfrm>
              <a:off x="5990732"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3" name="Cube 972"/>
            <p:cNvSpPr/>
            <p:nvPr/>
          </p:nvSpPr>
          <p:spPr>
            <a:xfrm>
              <a:off x="6308911"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4" name="Cube 973"/>
            <p:cNvSpPr/>
            <p:nvPr/>
          </p:nvSpPr>
          <p:spPr>
            <a:xfrm>
              <a:off x="6627089"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5" name="Cube 974"/>
            <p:cNvSpPr/>
            <p:nvPr/>
          </p:nvSpPr>
          <p:spPr>
            <a:xfrm>
              <a:off x="6945267"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6" name="Cube 975"/>
            <p:cNvSpPr/>
            <p:nvPr/>
          </p:nvSpPr>
          <p:spPr>
            <a:xfrm>
              <a:off x="7263446"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7" name="Cube 976"/>
            <p:cNvSpPr/>
            <p:nvPr/>
          </p:nvSpPr>
          <p:spPr>
            <a:xfrm>
              <a:off x="7581624"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8" name="Cube 977"/>
            <p:cNvSpPr/>
            <p:nvPr/>
          </p:nvSpPr>
          <p:spPr>
            <a:xfrm>
              <a:off x="7899802" y="488937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9" name="Cube 978"/>
            <p:cNvSpPr/>
            <p:nvPr/>
          </p:nvSpPr>
          <p:spPr>
            <a:xfrm>
              <a:off x="5672554"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0" name="Cube 979"/>
            <p:cNvSpPr/>
            <p:nvPr/>
          </p:nvSpPr>
          <p:spPr>
            <a:xfrm>
              <a:off x="5990732"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1" name="Cube 980"/>
            <p:cNvSpPr/>
            <p:nvPr/>
          </p:nvSpPr>
          <p:spPr>
            <a:xfrm>
              <a:off x="6308911"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2" name="Cube 981"/>
            <p:cNvSpPr/>
            <p:nvPr/>
          </p:nvSpPr>
          <p:spPr>
            <a:xfrm>
              <a:off x="6627089"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3" name="Cube 982"/>
            <p:cNvSpPr/>
            <p:nvPr/>
          </p:nvSpPr>
          <p:spPr>
            <a:xfrm>
              <a:off x="6945267"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4" name="Cube 983"/>
            <p:cNvSpPr/>
            <p:nvPr/>
          </p:nvSpPr>
          <p:spPr>
            <a:xfrm>
              <a:off x="7263446"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5" name="Cube 984"/>
            <p:cNvSpPr/>
            <p:nvPr/>
          </p:nvSpPr>
          <p:spPr>
            <a:xfrm>
              <a:off x="7581624"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6" name="Cube 985"/>
            <p:cNvSpPr/>
            <p:nvPr/>
          </p:nvSpPr>
          <p:spPr>
            <a:xfrm>
              <a:off x="7899802" y="455171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7" name="Cube 986"/>
            <p:cNvSpPr/>
            <p:nvPr/>
          </p:nvSpPr>
          <p:spPr>
            <a:xfrm>
              <a:off x="5672554"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8" name="Cube 987"/>
            <p:cNvSpPr/>
            <p:nvPr/>
          </p:nvSpPr>
          <p:spPr>
            <a:xfrm>
              <a:off x="5990732"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9" name="Cube 988"/>
            <p:cNvSpPr/>
            <p:nvPr/>
          </p:nvSpPr>
          <p:spPr>
            <a:xfrm>
              <a:off x="6308911"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0" name="Cube 989"/>
            <p:cNvSpPr/>
            <p:nvPr/>
          </p:nvSpPr>
          <p:spPr>
            <a:xfrm>
              <a:off x="6627089"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1" name="Cube 990"/>
            <p:cNvSpPr/>
            <p:nvPr/>
          </p:nvSpPr>
          <p:spPr>
            <a:xfrm>
              <a:off x="6945267"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2" name="Cube 991"/>
            <p:cNvSpPr/>
            <p:nvPr/>
          </p:nvSpPr>
          <p:spPr>
            <a:xfrm>
              <a:off x="7263446"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3" name="Cube 992"/>
            <p:cNvSpPr/>
            <p:nvPr/>
          </p:nvSpPr>
          <p:spPr>
            <a:xfrm>
              <a:off x="7581624"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4" name="Cube 993"/>
            <p:cNvSpPr/>
            <p:nvPr/>
          </p:nvSpPr>
          <p:spPr>
            <a:xfrm>
              <a:off x="7899802" y="421406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5" name="Cube 994"/>
            <p:cNvSpPr/>
            <p:nvPr/>
          </p:nvSpPr>
          <p:spPr>
            <a:xfrm>
              <a:off x="5672554"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6" name="Cube 995"/>
            <p:cNvSpPr/>
            <p:nvPr/>
          </p:nvSpPr>
          <p:spPr>
            <a:xfrm>
              <a:off x="5990732"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7" name="Cube 996"/>
            <p:cNvSpPr/>
            <p:nvPr/>
          </p:nvSpPr>
          <p:spPr>
            <a:xfrm>
              <a:off x="6308911"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8" name="Cube 997"/>
            <p:cNvSpPr/>
            <p:nvPr/>
          </p:nvSpPr>
          <p:spPr>
            <a:xfrm>
              <a:off x="6627089"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9" name="Cube 998"/>
            <p:cNvSpPr/>
            <p:nvPr/>
          </p:nvSpPr>
          <p:spPr>
            <a:xfrm>
              <a:off x="6945267"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0" name="Cube 999"/>
            <p:cNvSpPr/>
            <p:nvPr/>
          </p:nvSpPr>
          <p:spPr>
            <a:xfrm>
              <a:off x="7263446"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1" name="Cube 1000"/>
            <p:cNvSpPr/>
            <p:nvPr/>
          </p:nvSpPr>
          <p:spPr>
            <a:xfrm>
              <a:off x="7581624"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2" name="Cube 1001"/>
            <p:cNvSpPr/>
            <p:nvPr/>
          </p:nvSpPr>
          <p:spPr>
            <a:xfrm>
              <a:off x="7899802" y="387641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3" name="Cube 1002"/>
            <p:cNvSpPr/>
            <p:nvPr/>
          </p:nvSpPr>
          <p:spPr>
            <a:xfrm>
              <a:off x="5672554"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4" name="Cube 1003"/>
            <p:cNvSpPr/>
            <p:nvPr/>
          </p:nvSpPr>
          <p:spPr>
            <a:xfrm>
              <a:off x="5990732"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5" name="Cube 1004"/>
            <p:cNvSpPr/>
            <p:nvPr/>
          </p:nvSpPr>
          <p:spPr>
            <a:xfrm>
              <a:off x="6308911"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6" name="Cube 1005"/>
            <p:cNvSpPr/>
            <p:nvPr/>
          </p:nvSpPr>
          <p:spPr>
            <a:xfrm>
              <a:off x="6627089"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7" name="Cube 1006"/>
            <p:cNvSpPr/>
            <p:nvPr/>
          </p:nvSpPr>
          <p:spPr>
            <a:xfrm>
              <a:off x="6945267"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8" name="Cube 1007"/>
            <p:cNvSpPr/>
            <p:nvPr/>
          </p:nvSpPr>
          <p:spPr>
            <a:xfrm>
              <a:off x="7263446"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9" name="Cube 1008"/>
            <p:cNvSpPr/>
            <p:nvPr/>
          </p:nvSpPr>
          <p:spPr>
            <a:xfrm>
              <a:off x="7581624"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0" name="Cube 1009"/>
            <p:cNvSpPr/>
            <p:nvPr/>
          </p:nvSpPr>
          <p:spPr>
            <a:xfrm>
              <a:off x="7899802" y="353876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1" name="Cube 1010"/>
            <p:cNvSpPr/>
            <p:nvPr/>
          </p:nvSpPr>
          <p:spPr>
            <a:xfrm>
              <a:off x="5672554"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2" name="Cube 1011"/>
            <p:cNvSpPr/>
            <p:nvPr/>
          </p:nvSpPr>
          <p:spPr>
            <a:xfrm>
              <a:off x="5990732"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3" name="Cube 1012"/>
            <p:cNvSpPr/>
            <p:nvPr/>
          </p:nvSpPr>
          <p:spPr>
            <a:xfrm>
              <a:off x="6308911"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4" name="Cube 1013"/>
            <p:cNvSpPr/>
            <p:nvPr/>
          </p:nvSpPr>
          <p:spPr>
            <a:xfrm>
              <a:off x="6627089"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5" name="Cube 1014"/>
            <p:cNvSpPr/>
            <p:nvPr/>
          </p:nvSpPr>
          <p:spPr>
            <a:xfrm>
              <a:off x="6945267"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6" name="Cube 1015"/>
            <p:cNvSpPr/>
            <p:nvPr/>
          </p:nvSpPr>
          <p:spPr>
            <a:xfrm>
              <a:off x="7263446"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7" name="Cube 1016"/>
            <p:cNvSpPr/>
            <p:nvPr/>
          </p:nvSpPr>
          <p:spPr>
            <a:xfrm>
              <a:off x="7581624"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8" name="Cube 1017"/>
            <p:cNvSpPr/>
            <p:nvPr/>
          </p:nvSpPr>
          <p:spPr>
            <a:xfrm>
              <a:off x="7899802" y="320110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9" name="Cube 1018"/>
            <p:cNvSpPr/>
            <p:nvPr/>
          </p:nvSpPr>
          <p:spPr>
            <a:xfrm>
              <a:off x="5672554"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0" name="Cube 1019"/>
            <p:cNvSpPr/>
            <p:nvPr/>
          </p:nvSpPr>
          <p:spPr>
            <a:xfrm>
              <a:off x="5990732"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1" name="Cube 1020"/>
            <p:cNvSpPr/>
            <p:nvPr/>
          </p:nvSpPr>
          <p:spPr>
            <a:xfrm>
              <a:off x="6308911"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2" name="Cube 1021"/>
            <p:cNvSpPr/>
            <p:nvPr/>
          </p:nvSpPr>
          <p:spPr>
            <a:xfrm>
              <a:off x="6627089"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3" name="Cube 1022"/>
            <p:cNvSpPr/>
            <p:nvPr/>
          </p:nvSpPr>
          <p:spPr>
            <a:xfrm>
              <a:off x="6945267"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4" name="Cube 1023"/>
            <p:cNvSpPr/>
            <p:nvPr/>
          </p:nvSpPr>
          <p:spPr>
            <a:xfrm>
              <a:off x="7263446"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5" name="Cube 1024"/>
            <p:cNvSpPr/>
            <p:nvPr/>
          </p:nvSpPr>
          <p:spPr>
            <a:xfrm>
              <a:off x="7581624"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6" name="Cube 1025"/>
            <p:cNvSpPr/>
            <p:nvPr/>
          </p:nvSpPr>
          <p:spPr>
            <a:xfrm>
              <a:off x="7899802" y="286345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7" name="Cube 1026"/>
            <p:cNvSpPr/>
            <p:nvPr/>
          </p:nvSpPr>
          <p:spPr>
            <a:xfrm>
              <a:off x="5672554"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8" name="Cube 1027"/>
            <p:cNvSpPr/>
            <p:nvPr/>
          </p:nvSpPr>
          <p:spPr>
            <a:xfrm>
              <a:off x="5990732"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9" name="Cube 1028"/>
            <p:cNvSpPr/>
            <p:nvPr/>
          </p:nvSpPr>
          <p:spPr>
            <a:xfrm>
              <a:off x="6308911" y="252580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0" name="Cube 1029"/>
            <p:cNvSpPr/>
            <p:nvPr/>
          </p:nvSpPr>
          <p:spPr>
            <a:xfrm>
              <a:off x="6627089"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1" name="Cube 1030"/>
            <p:cNvSpPr/>
            <p:nvPr/>
          </p:nvSpPr>
          <p:spPr>
            <a:xfrm>
              <a:off x="6945267"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2" name="Cube 1031"/>
            <p:cNvSpPr/>
            <p:nvPr/>
          </p:nvSpPr>
          <p:spPr>
            <a:xfrm>
              <a:off x="7263446"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3" name="Cube 1032"/>
            <p:cNvSpPr/>
            <p:nvPr/>
          </p:nvSpPr>
          <p:spPr>
            <a:xfrm>
              <a:off x="7581624"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4" name="Cube 1033"/>
            <p:cNvSpPr/>
            <p:nvPr/>
          </p:nvSpPr>
          <p:spPr>
            <a:xfrm>
              <a:off x="7899802" y="252580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5" name="Cube 1034"/>
            <p:cNvSpPr/>
            <p:nvPr/>
          </p:nvSpPr>
          <p:spPr>
            <a:xfrm>
              <a:off x="5538288"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6" name="Cube 1035"/>
            <p:cNvSpPr/>
            <p:nvPr/>
          </p:nvSpPr>
          <p:spPr>
            <a:xfrm>
              <a:off x="5856466"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7" name="Cube 1036"/>
            <p:cNvSpPr/>
            <p:nvPr/>
          </p:nvSpPr>
          <p:spPr>
            <a:xfrm>
              <a:off x="6174645"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8" name="Cube 1037"/>
            <p:cNvSpPr/>
            <p:nvPr/>
          </p:nvSpPr>
          <p:spPr>
            <a:xfrm>
              <a:off x="6492823"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9" name="Cube 1038"/>
            <p:cNvSpPr/>
            <p:nvPr/>
          </p:nvSpPr>
          <p:spPr>
            <a:xfrm>
              <a:off x="6811001"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0" name="Cube 1039"/>
            <p:cNvSpPr/>
            <p:nvPr/>
          </p:nvSpPr>
          <p:spPr>
            <a:xfrm>
              <a:off x="7129180"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1" name="Cube 1040"/>
            <p:cNvSpPr/>
            <p:nvPr/>
          </p:nvSpPr>
          <p:spPr>
            <a:xfrm>
              <a:off x="7447358"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2" name="Cube 1041"/>
            <p:cNvSpPr/>
            <p:nvPr/>
          </p:nvSpPr>
          <p:spPr>
            <a:xfrm>
              <a:off x="7765536" y="500833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3" name="Cube 1042"/>
            <p:cNvSpPr/>
            <p:nvPr/>
          </p:nvSpPr>
          <p:spPr>
            <a:xfrm>
              <a:off x="5538288"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4" name="Cube 1043"/>
            <p:cNvSpPr/>
            <p:nvPr/>
          </p:nvSpPr>
          <p:spPr>
            <a:xfrm>
              <a:off x="5856466"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5" name="Cube 1044"/>
            <p:cNvSpPr/>
            <p:nvPr/>
          </p:nvSpPr>
          <p:spPr>
            <a:xfrm>
              <a:off x="6174645"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6" name="Cube 1045"/>
            <p:cNvSpPr/>
            <p:nvPr/>
          </p:nvSpPr>
          <p:spPr>
            <a:xfrm>
              <a:off x="6492823"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7" name="Cube 1046"/>
            <p:cNvSpPr/>
            <p:nvPr/>
          </p:nvSpPr>
          <p:spPr>
            <a:xfrm>
              <a:off x="6811001"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8" name="Cube 1047"/>
            <p:cNvSpPr/>
            <p:nvPr/>
          </p:nvSpPr>
          <p:spPr>
            <a:xfrm>
              <a:off x="7129180"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9" name="Cube 1048"/>
            <p:cNvSpPr/>
            <p:nvPr/>
          </p:nvSpPr>
          <p:spPr>
            <a:xfrm>
              <a:off x="7447358"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0" name="Cube 1049"/>
            <p:cNvSpPr/>
            <p:nvPr/>
          </p:nvSpPr>
          <p:spPr>
            <a:xfrm>
              <a:off x="7765536" y="467068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1" name="Cube 1050"/>
            <p:cNvSpPr/>
            <p:nvPr/>
          </p:nvSpPr>
          <p:spPr>
            <a:xfrm>
              <a:off x="5538288"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2" name="Cube 1051"/>
            <p:cNvSpPr/>
            <p:nvPr/>
          </p:nvSpPr>
          <p:spPr>
            <a:xfrm>
              <a:off x="5856466"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3" name="Cube 1052"/>
            <p:cNvSpPr/>
            <p:nvPr/>
          </p:nvSpPr>
          <p:spPr>
            <a:xfrm>
              <a:off x="6174645"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4" name="Cube 1053"/>
            <p:cNvSpPr/>
            <p:nvPr/>
          </p:nvSpPr>
          <p:spPr>
            <a:xfrm>
              <a:off x="6492823"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5" name="Cube 1054"/>
            <p:cNvSpPr/>
            <p:nvPr/>
          </p:nvSpPr>
          <p:spPr>
            <a:xfrm>
              <a:off x="6811001"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6" name="Cube 1055"/>
            <p:cNvSpPr/>
            <p:nvPr/>
          </p:nvSpPr>
          <p:spPr>
            <a:xfrm>
              <a:off x="7129180"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7" name="Cube 1056"/>
            <p:cNvSpPr/>
            <p:nvPr/>
          </p:nvSpPr>
          <p:spPr>
            <a:xfrm>
              <a:off x="7447358"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8" name="Cube 1057"/>
            <p:cNvSpPr/>
            <p:nvPr/>
          </p:nvSpPr>
          <p:spPr>
            <a:xfrm>
              <a:off x="7765536" y="433302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9" name="Cube 1058"/>
            <p:cNvSpPr/>
            <p:nvPr/>
          </p:nvSpPr>
          <p:spPr>
            <a:xfrm>
              <a:off x="5538288"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0" name="Cube 1059"/>
            <p:cNvSpPr/>
            <p:nvPr/>
          </p:nvSpPr>
          <p:spPr>
            <a:xfrm>
              <a:off x="5856466"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1" name="Cube 1060"/>
            <p:cNvSpPr/>
            <p:nvPr/>
          </p:nvSpPr>
          <p:spPr>
            <a:xfrm>
              <a:off x="6174645"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2" name="Cube 1061"/>
            <p:cNvSpPr/>
            <p:nvPr/>
          </p:nvSpPr>
          <p:spPr>
            <a:xfrm>
              <a:off x="6492823"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3" name="Cube 1062"/>
            <p:cNvSpPr/>
            <p:nvPr/>
          </p:nvSpPr>
          <p:spPr>
            <a:xfrm>
              <a:off x="6811001"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4" name="Cube 1063"/>
            <p:cNvSpPr/>
            <p:nvPr/>
          </p:nvSpPr>
          <p:spPr>
            <a:xfrm>
              <a:off x="7129180"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5" name="Cube 1064"/>
            <p:cNvSpPr/>
            <p:nvPr/>
          </p:nvSpPr>
          <p:spPr>
            <a:xfrm>
              <a:off x="7447358"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6" name="Cube 1065"/>
            <p:cNvSpPr/>
            <p:nvPr/>
          </p:nvSpPr>
          <p:spPr>
            <a:xfrm>
              <a:off x="7765536" y="39953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7" name="Cube 1066"/>
            <p:cNvSpPr/>
            <p:nvPr/>
          </p:nvSpPr>
          <p:spPr>
            <a:xfrm>
              <a:off x="5538288"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8" name="Cube 1067"/>
            <p:cNvSpPr/>
            <p:nvPr/>
          </p:nvSpPr>
          <p:spPr>
            <a:xfrm>
              <a:off x="5856466"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9" name="Cube 1068"/>
            <p:cNvSpPr/>
            <p:nvPr/>
          </p:nvSpPr>
          <p:spPr>
            <a:xfrm>
              <a:off x="6174645"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0" name="Cube 1069"/>
            <p:cNvSpPr/>
            <p:nvPr/>
          </p:nvSpPr>
          <p:spPr>
            <a:xfrm>
              <a:off x="6492823"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1" name="Cube 1070"/>
            <p:cNvSpPr/>
            <p:nvPr/>
          </p:nvSpPr>
          <p:spPr>
            <a:xfrm>
              <a:off x="6811001"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2" name="Cube 1071"/>
            <p:cNvSpPr/>
            <p:nvPr/>
          </p:nvSpPr>
          <p:spPr>
            <a:xfrm>
              <a:off x="7129180"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3" name="Cube 1072"/>
            <p:cNvSpPr/>
            <p:nvPr/>
          </p:nvSpPr>
          <p:spPr>
            <a:xfrm>
              <a:off x="7447358"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4" name="Cube 1073"/>
            <p:cNvSpPr/>
            <p:nvPr/>
          </p:nvSpPr>
          <p:spPr>
            <a:xfrm>
              <a:off x="7765536" y="365772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5" name="Cube 1074"/>
            <p:cNvSpPr/>
            <p:nvPr/>
          </p:nvSpPr>
          <p:spPr>
            <a:xfrm>
              <a:off x="5538288"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6" name="Cube 1075"/>
            <p:cNvSpPr/>
            <p:nvPr/>
          </p:nvSpPr>
          <p:spPr>
            <a:xfrm>
              <a:off x="5856466"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7" name="Cube 1076"/>
            <p:cNvSpPr/>
            <p:nvPr/>
          </p:nvSpPr>
          <p:spPr>
            <a:xfrm>
              <a:off x="6174645"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8" name="Cube 1077"/>
            <p:cNvSpPr/>
            <p:nvPr/>
          </p:nvSpPr>
          <p:spPr>
            <a:xfrm>
              <a:off x="6492823"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9" name="Cube 1078"/>
            <p:cNvSpPr/>
            <p:nvPr/>
          </p:nvSpPr>
          <p:spPr>
            <a:xfrm>
              <a:off x="6811001"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0" name="Cube 1079"/>
            <p:cNvSpPr/>
            <p:nvPr/>
          </p:nvSpPr>
          <p:spPr>
            <a:xfrm>
              <a:off x="7129180"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1" name="Cube 1080"/>
            <p:cNvSpPr/>
            <p:nvPr/>
          </p:nvSpPr>
          <p:spPr>
            <a:xfrm>
              <a:off x="7447358"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2" name="Cube 1081"/>
            <p:cNvSpPr/>
            <p:nvPr/>
          </p:nvSpPr>
          <p:spPr>
            <a:xfrm>
              <a:off x="7765536" y="332006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3" name="Cube 1082"/>
            <p:cNvSpPr/>
            <p:nvPr/>
          </p:nvSpPr>
          <p:spPr>
            <a:xfrm>
              <a:off x="5538288"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4" name="Cube 1083"/>
            <p:cNvSpPr/>
            <p:nvPr/>
          </p:nvSpPr>
          <p:spPr>
            <a:xfrm>
              <a:off x="5856466"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5" name="Cube 1084"/>
            <p:cNvSpPr/>
            <p:nvPr/>
          </p:nvSpPr>
          <p:spPr>
            <a:xfrm>
              <a:off x="6174645"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6" name="Cube 1085"/>
            <p:cNvSpPr/>
            <p:nvPr/>
          </p:nvSpPr>
          <p:spPr>
            <a:xfrm>
              <a:off x="6492823"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7" name="Cube 1086"/>
            <p:cNvSpPr/>
            <p:nvPr/>
          </p:nvSpPr>
          <p:spPr>
            <a:xfrm>
              <a:off x="6811001"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8" name="Cube 1087"/>
            <p:cNvSpPr/>
            <p:nvPr/>
          </p:nvSpPr>
          <p:spPr>
            <a:xfrm>
              <a:off x="7129180"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9" name="Cube 1088"/>
            <p:cNvSpPr/>
            <p:nvPr/>
          </p:nvSpPr>
          <p:spPr>
            <a:xfrm>
              <a:off x="7447358"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0" name="Cube 1089"/>
            <p:cNvSpPr/>
            <p:nvPr/>
          </p:nvSpPr>
          <p:spPr>
            <a:xfrm>
              <a:off x="7765536" y="298241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1" name="Cube 1090"/>
            <p:cNvSpPr/>
            <p:nvPr/>
          </p:nvSpPr>
          <p:spPr>
            <a:xfrm>
              <a:off x="5538288"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2" name="Cube 1091"/>
            <p:cNvSpPr/>
            <p:nvPr/>
          </p:nvSpPr>
          <p:spPr>
            <a:xfrm>
              <a:off x="5856466"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3" name="Cube 1092"/>
            <p:cNvSpPr/>
            <p:nvPr/>
          </p:nvSpPr>
          <p:spPr>
            <a:xfrm>
              <a:off x="6174645"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4" name="Cube 1093"/>
            <p:cNvSpPr/>
            <p:nvPr/>
          </p:nvSpPr>
          <p:spPr>
            <a:xfrm>
              <a:off x="6492823"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5" name="Cube 1094"/>
            <p:cNvSpPr/>
            <p:nvPr/>
          </p:nvSpPr>
          <p:spPr>
            <a:xfrm>
              <a:off x="6811001"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6" name="Cube 1095"/>
            <p:cNvSpPr/>
            <p:nvPr/>
          </p:nvSpPr>
          <p:spPr>
            <a:xfrm>
              <a:off x="7129180"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7" name="Cube 1096"/>
            <p:cNvSpPr/>
            <p:nvPr/>
          </p:nvSpPr>
          <p:spPr>
            <a:xfrm>
              <a:off x="7447358"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8" name="Cube 1097"/>
            <p:cNvSpPr/>
            <p:nvPr/>
          </p:nvSpPr>
          <p:spPr>
            <a:xfrm>
              <a:off x="7765536" y="2644763"/>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9" name="Cube 1098"/>
            <p:cNvSpPr/>
            <p:nvPr/>
          </p:nvSpPr>
          <p:spPr>
            <a:xfrm>
              <a:off x="5404022"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0" name="Cube 1099"/>
            <p:cNvSpPr/>
            <p:nvPr/>
          </p:nvSpPr>
          <p:spPr>
            <a:xfrm>
              <a:off x="5722200"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1" name="Cube 1100"/>
            <p:cNvSpPr/>
            <p:nvPr/>
          </p:nvSpPr>
          <p:spPr>
            <a:xfrm>
              <a:off x="6040379"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2" name="Cube 1101"/>
            <p:cNvSpPr/>
            <p:nvPr/>
          </p:nvSpPr>
          <p:spPr>
            <a:xfrm>
              <a:off x="6358557"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6676735"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4" name="Cube 1103"/>
            <p:cNvSpPr/>
            <p:nvPr/>
          </p:nvSpPr>
          <p:spPr>
            <a:xfrm>
              <a:off x="6994914"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5" name="Cube 1104"/>
            <p:cNvSpPr/>
            <p:nvPr/>
          </p:nvSpPr>
          <p:spPr>
            <a:xfrm>
              <a:off x="7313092"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6" name="Cube 1105"/>
            <p:cNvSpPr/>
            <p:nvPr/>
          </p:nvSpPr>
          <p:spPr>
            <a:xfrm>
              <a:off x="7631270" y="5127297"/>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5404022"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8" name="Cube 1107"/>
            <p:cNvSpPr/>
            <p:nvPr/>
          </p:nvSpPr>
          <p:spPr>
            <a:xfrm>
              <a:off x="5722200"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6040379"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0" name="Cube 1109"/>
            <p:cNvSpPr/>
            <p:nvPr/>
          </p:nvSpPr>
          <p:spPr>
            <a:xfrm>
              <a:off x="6358557"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1" name="Cube 1110"/>
            <p:cNvSpPr/>
            <p:nvPr/>
          </p:nvSpPr>
          <p:spPr>
            <a:xfrm>
              <a:off x="6676735"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2" name="Cube 1111"/>
            <p:cNvSpPr/>
            <p:nvPr/>
          </p:nvSpPr>
          <p:spPr>
            <a:xfrm>
              <a:off x="6994914"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3" name="Cube 1112"/>
            <p:cNvSpPr/>
            <p:nvPr/>
          </p:nvSpPr>
          <p:spPr>
            <a:xfrm>
              <a:off x="7313092"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4" name="Cube 1113"/>
            <p:cNvSpPr/>
            <p:nvPr/>
          </p:nvSpPr>
          <p:spPr>
            <a:xfrm>
              <a:off x="7631270" y="4789644"/>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5" name="Cube 1114"/>
            <p:cNvSpPr/>
            <p:nvPr/>
          </p:nvSpPr>
          <p:spPr>
            <a:xfrm>
              <a:off x="5404022"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6" name="Cube 1115"/>
            <p:cNvSpPr/>
            <p:nvPr/>
          </p:nvSpPr>
          <p:spPr>
            <a:xfrm>
              <a:off x="5722200"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7" name="Cube 1116"/>
            <p:cNvSpPr/>
            <p:nvPr/>
          </p:nvSpPr>
          <p:spPr>
            <a:xfrm>
              <a:off x="6040379"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8" name="Cube 1117"/>
            <p:cNvSpPr/>
            <p:nvPr/>
          </p:nvSpPr>
          <p:spPr>
            <a:xfrm>
              <a:off x="6358557"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9" name="Cube 1118"/>
            <p:cNvSpPr/>
            <p:nvPr/>
          </p:nvSpPr>
          <p:spPr>
            <a:xfrm>
              <a:off x="6676735"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0" name="Cube 1119"/>
            <p:cNvSpPr/>
            <p:nvPr/>
          </p:nvSpPr>
          <p:spPr>
            <a:xfrm>
              <a:off x="6994914"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1" name="Cube 1120"/>
            <p:cNvSpPr/>
            <p:nvPr/>
          </p:nvSpPr>
          <p:spPr>
            <a:xfrm>
              <a:off x="7313092"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2" name="Cube 1121"/>
            <p:cNvSpPr/>
            <p:nvPr/>
          </p:nvSpPr>
          <p:spPr>
            <a:xfrm>
              <a:off x="7631270" y="4451991"/>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3" name="Cube 1122"/>
            <p:cNvSpPr/>
            <p:nvPr/>
          </p:nvSpPr>
          <p:spPr>
            <a:xfrm>
              <a:off x="5404022"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4" name="Cube 1123"/>
            <p:cNvSpPr/>
            <p:nvPr/>
          </p:nvSpPr>
          <p:spPr>
            <a:xfrm>
              <a:off x="5722200"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5" name="Cube 1124"/>
            <p:cNvSpPr/>
            <p:nvPr/>
          </p:nvSpPr>
          <p:spPr>
            <a:xfrm>
              <a:off x="6040379"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6" name="Cube 1125"/>
            <p:cNvSpPr/>
            <p:nvPr/>
          </p:nvSpPr>
          <p:spPr>
            <a:xfrm>
              <a:off x="6358557"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7" name="Cube 1126"/>
            <p:cNvSpPr/>
            <p:nvPr/>
          </p:nvSpPr>
          <p:spPr>
            <a:xfrm>
              <a:off x="6676735"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8" name="Cube 1127"/>
            <p:cNvSpPr/>
            <p:nvPr/>
          </p:nvSpPr>
          <p:spPr>
            <a:xfrm>
              <a:off x="6994914"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9" name="Cube 1128"/>
            <p:cNvSpPr/>
            <p:nvPr/>
          </p:nvSpPr>
          <p:spPr>
            <a:xfrm>
              <a:off x="7313092"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Cube 1129"/>
            <p:cNvSpPr/>
            <p:nvPr/>
          </p:nvSpPr>
          <p:spPr>
            <a:xfrm>
              <a:off x="7631270" y="4114338"/>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1" name="Cube 1130"/>
            <p:cNvSpPr/>
            <p:nvPr/>
          </p:nvSpPr>
          <p:spPr>
            <a:xfrm>
              <a:off x="5404022"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2" name="Cube 1131"/>
            <p:cNvSpPr/>
            <p:nvPr/>
          </p:nvSpPr>
          <p:spPr>
            <a:xfrm>
              <a:off x="5722200"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3" name="Cube 1132"/>
            <p:cNvSpPr/>
            <p:nvPr/>
          </p:nvSpPr>
          <p:spPr>
            <a:xfrm>
              <a:off x="6040379" y="3776685"/>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4" name="Cube 1133"/>
            <p:cNvSpPr/>
            <p:nvPr/>
          </p:nvSpPr>
          <p:spPr>
            <a:xfrm>
              <a:off x="6358557"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5" name="Cube 1134"/>
            <p:cNvSpPr/>
            <p:nvPr/>
          </p:nvSpPr>
          <p:spPr>
            <a:xfrm>
              <a:off x="6676735"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6" name="Cube 1135"/>
            <p:cNvSpPr/>
            <p:nvPr/>
          </p:nvSpPr>
          <p:spPr>
            <a:xfrm>
              <a:off x="6994914"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7" name="Cube 1136"/>
            <p:cNvSpPr/>
            <p:nvPr/>
          </p:nvSpPr>
          <p:spPr>
            <a:xfrm>
              <a:off x="7313092"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8" name="Cube 1137"/>
            <p:cNvSpPr/>
            <p:nvPr/>
          </p:nvSpPr>
          <p:spPr>
            <a:xfrm>
              <a:off x="7631270" y="377668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9" name="Cube 1138"/>
            <p:cNvSpPr/>
            <p:nvPr/>
          </p:nvSpPr>
          <p:spPr>
            <a:xfrm>
              <a:off x="5404022"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0" name="Cube 1139"/>
            <p:cNvSpPr/>
            <p:nvPr/>
          </p:nvSpPr>
          <p:spPr>
            <a:xfrm>
              <a:off x="5722200"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1" name="Cube 1140"/>
            <p:cNvSpPr/>
            <p:nvPr/>
          </p:nvSpPr>
          <p:spPr>
            <a:xfrm>
              <a:off x="6040379"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2" name="Cube 1141"/>
            <p:cNvSpPr/>
            <p:nvPr/>
          </p:nvSpPr>
          <p:spPr>
            <a:xfrm>
              <a:off x="6358557"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3" name="Cube 1142"/>
            <p:cNvSpPr/>
            <p:nvPr/>
          </p:nvSpPr>
          <p:spPr>
            <a:xfrm>
              <a:off x="6676735"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4" name="Cube 1143"/>
            <p:cNvSpPr/>
            <p:nvPr/>
          </p:nvSpPr>
          <p:spPr>
            <a:xfrm>
              <a:off x="6994914"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5" name="Cube 1144"/>
            <p:cNvSpPr/>
            <p:nvPr/>
          </p:nvSpPr>
          <p:spPr>
            <a:xfrm>
              <a:off x="7313092"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6" name="Cube 1145"/>
            <p:cNvSpPr/>
            <p:nvPr/>
          </p:nvSpPr>
          <p:spPr>
            <a:xfrm>
              <a:off x="7631270" y="343903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7" name="Cube 1146"/>
            <p:cNvSpPr/>
            <p:nvPr/>
          </p:nvSpPr>
          <p:spPr>
            <a:xfrm>
              <a:off x="5404022"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8" name="Cube 1147"/>
            <p:cNvSpPr/>
            <p:nvPr/>
          </p:nvSpPr>
          <p:spPr>
            <a:xfrm>
              <a:off x="5722200"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9" name="Cube 1148"/>
            <p:cNvSpPr/>
            <p:nvPr/>
          </p:nvSpPr>
          <p:spPr>
            <a:xfrm>
              <a:off x="6040379"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0" name="Cube 1149"/>
            <p:cNvSpPr/>
            <p:nvPr/>
          </p:nvSpPr>
          <p:spPr>
            <a:xfrm>
              <a:off x="6358557"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1" name="Cube 1150"/>
            <p:cNvSpPr/>
            <p:nvPr/>
          </p:nvSpPr>
          <p:spPr>
            <a:xfrm>
              <a:off x="6676735"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2" name="Cube 1151"/>
            <p:cNvSpPr/>
            <p:nvPr/>
          </p:nvSpPr>
          <p:spPr>
            <a:xfrm>
              <a:off x="6994914"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3" name="Cube 1152"/>
            <p:cNvSpPr/>
            <p:nvPr/>
          </p:nvSpPr>
          <p:spPr>
            <a:xfrm>
              <a:off x="7313092"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4" name="Cube 1153"/>
            <p:cNvSpPr/>
            <p:nvPr/>
          </p:nvSpPr>
          <p:spPr>
            <a:xfrm>
              <a:off x="7631270" y="310137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5" name="Cube 1154"/>
            <p:cNvSpPr/>
            <p:nvPr/>
          </p:nvSpPr>
          <p:spPr>
            <a:xfrm>
              <a:off x="5404022"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6" name="Cube 1155"/>
            <p:cNvSpPr/>
            <p:nvPr/>
          </p:nvSpPr>
          <p:spPr>
            <a:xfrm>
              <a:off x="5722200"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7" name="Cube 1156"/>
            <p:cNvSpPr/>
            <p:nvPr/>
          </p:nvSpPr>
          <p:spPr>
            <a:xfrm>
              <a:off x="6040379"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8" name="Cube 1157"/>
            <p:cNvSpPr/>
            <p:nvPr/>
          </p:nvSpPr>
          <p:spPr>
            <a:xfrm>
              <a:off x="6358557"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9" name="Cube 1158"/>
            <p:cNvSpPr/>
            <p:nvPr/>
          </p:nvSpPr>
          <p:spPr>
            <a:xfrm>
              <a:off x="6676735"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0" name="Cube 1159"/>
            <p:cNvSpPr/>
            <p:nvPr/>
          </p:nvSpPr>
          <p:spPr>
            <a:xfrm>
              <a:off x="6994914"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1" name="Cube 1160"/>
            <p:cNvSpPr/>
            <p:nvPr/>
          </p:nvSpPr>
          <p:spPr>
            <a:xfrm>
              <a:off x="7313092"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2" name="Cube 1161"/>
            <p:cNvSpPr/>
            <p:nvPr/>
          </p:nvSpPr>
          <p:spPr>
            <a:xfrm>
              <a:off x="7631270" y="2763726"/>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348" name="Group 1347"/>
          <p:cNvGrpSpPr>
            <a:grpSpLocks noChangeAspect="1"/>
          </p:cNvGrpSpPr>
          <p:nvPr/>
        </p:nvGrpSpPr>
        <p:grpSpPr>
          <a:xfrm>
            <a:off x="3237827" y="1402190"/>
            <a:ext cx="1463040" cy="1457677"/>
            <a:chOff x="5647268" y="1619907"/>
            <a:chExt cx="1026310" cy="1022547"/>
          </a:xfrm>
          <a:solidFill>
            <a:schemeClr val="accent5">
              <a:lumMod val="40000"/>
              <a:lumOff val="60000"/>
            </a:schemeClr>
          </a:solidFill>
        </p:grpSpPr>
        <p:cxnSp>
          <p:nvCxnSpPr>
            <p:cNvPr id="1350" name="Straight Connector 1349"/>
            <p:cNvCxnSpPr>
              <a:stCxn id="1351" idx="4"/>
              <a:endCxn id="1355" idx="0"/>
            </p:cNvCxnSpPr>
            <p:nvPr/>
          </p:nvCxnSpPr>
          <p:spPr>
            <a:xfrm>
              <a:off x="6160423" y="1761467"/>
              <a:ext cx="0" cy="29893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51" name="Oval 1350"/>
            <p:cNvSpPr/>
            <p:nvPr/>
          </p:nvSpPr>
          <p:spPr>
            <a:xfrm>
              <a:off x="6089643" y="1619907"/>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2" name="Oval 1351"/>
            <p:cNvSpPr/>
            <p:nvPr/>
          </p:nvSpPr>
          <p:spPr>
            <a:xfrm>
              <a:off x="6343983" y="1782473"/>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53" name="Straight Connector 1352"/>
            <p:cNvCxnSpPr>
              <a:stCxn id="1355" idx="7"/>
            </p:cNvCxnSpPr>
            <p:nvPr/>
          </p:nvCxnSpPr>
          <p:spPr>
            <a:xfrm flipV="1">
              <a:off x="6210472" y="1854813"/>
              <a:ext cx="200718" cy="226318"/>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54" name="Oval 1353"/>
            <p:cNvSpPr/>
            <p:nvPr/>
          </p:nvSpPr>
          <p:spPr>
            <a:xfrm>
              <a:off x="5647268" y="2060400"/>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5" name="Oval 1354"/>
            <p:cNvSpPr/>
            <p:nvPr/>
          </p:nvSpPr>
          <p:spPr>
            <a:xfrm>
              <a:off x="6089643" y="2060400"/>
              <a:ext cx="141560" cy="141560"/>
            </a:xfrm>
            <a:prstGeom prst="ellipse">
              <a:avLst/>
            </a:prstGeom>
            <a:solidFill>
              <a:schemeClr val="accent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56" name="Straight Connector 1355"/>
            <p:cNvCxnSpPr>
              <a:stCxn id="1354" idx="6"/>
              <a:endCxn id="1355" idx="2"/>
            </p:cNvCxnSpPr>
            <p:nvPr/>
          </p:nvCxnSpPr>
          <p:spPr>
            <a:xfrm>
              <a:off x="5788828" y="2131180"/>
              <a:ext cx="30081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57" name="Oval 1356"/>
            <p:cNvSpPr/>
            <p:nvPr/>
          </p:nvSpPr>
          <p:spPr>
            <a:xfrm>
              <a:off x="6532018" y="2060400"/>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58" name="Straight Connector 1357"/>
            <p:cNvCxnSpPr>
              <a:stCxn id="1355" idx="6"/>
              <a:endCxn id="1357" idx="2"/>
            </p:cNvCxnSpPr>
            <p:nvPr/>
          </p:nvCxnSpPr>
          <p:spPr>
            <a:xfrm>
              <a:off x="6231203" y="2131180"/>
              <a:ext cx="30081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59" name="Oval 1358"/>
            <p:cNvSpPr/>
            <p:nvPr/>
          </p:nvSpPr>
          <p:spPr>
            <a:xfrm>
              <a:off x="5839355" y="2314506"/>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0" name="Oval 1359"/>
            <p:cNvSpPr/>
            <p:nvPr/>
          </p:nvSpPr>
          <p:spPr>
            <a:xfrm>
              <a:off x="6089643" y="2500894"/>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61" name="Straight Connector 1360"/>
            <p:cNvCxnSpPr>
              <a:stCxn id="1359" idx="7"/>
            </p:cNvCxnSpPr>
            <p:nvPr/>
          </p:nvCxnSpPr>
          <p:spPr>
            <a:xfrm flipV="1">
              <a:off x="5960184" y="2144309"/>
              <a:ext cx="191870" cy="190928"/>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2" name="Straight Connector 1361"/>
            <p:cNvCxnSpPr>
              <a:stCxn id="1355" idx="4"/>
              <a:endCxn id="1360" idx="0"/>
            </p:cNvCxnSpPr>
            <p:nvPr/>
          </p:nvCxnSpPr>
          <p:spPr>
            <a:xfrm>
              <a:off x="6160423" y="2201960"/>
              <a:ext cx="0" cy="29893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63" name="Group 1362"/>
          <p:cNvGrpSpPr>
            <a:grpSpLocks noChangeAspect="1"/>
          </p:cNvGrpSpPr>
          <p:nvPr/>
        </p:nvGrpSpPr>
        <p:grpSpPr>
          <a:xfrm>
            <a:off x="6544784" y="1402190"/>
            <a:ext cx="1463040" cy="1457677"/>
            <a:chOff x="5647268" y="1619907"/>
            <a:chExt cx="1026310" cy="1022547"/>
          </a:xfrm>
          <a:solidFill>
            <a:schemeClr val="bg1"/>
          </a:solidFill>
        </p:grpSpPr>
        <p:cxnSp>
          <p:nvCxnSpPr>
            <p:cNvPr id="1364" name="Straight Connector 1363"/>
            <p:cNvCxnSpPr>
              <a:stCxn id="1365" idx="4"/>
              <a:endCxn id="1369" idx="0"/>
            </p:cNvCxnSpPr>
            <p:nvPr/>
          </p:nvCxnSpPr>
          <p:spPr>
            <a:xfrm>
              <a:off x="6160423" y="1761467"/>
              <a:ext cx="0" cy="29893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65" name="Oval 1364"/>
            <p:cNvSpPr/>
            <p:nvPr/>
          </p:nvSpPr>
          <p:spPr>
            <a:xfrm>
              <a:off x="6089643" y="1619907"/>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6" name="Oval 1365"/>
            <p:cNvSpPr/>
            <p:nvPr/>
          </p:nvSpPr>
          <p:spPr>
            <a:xfrm>
              <a:off x="6343983" y="1782473"/>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67" name="Straight Connector 1366"/>
            <p:cNvCxnSpPr>
              <a:stCxn id="1369" idx="7"/>
            </p:cNvCxnSpPr>
            <p:nvPr/>
          </p:nvCxnSpPr>
          <p:spPr>
            <a:xfrm flipV="1">
              <a:off x="6210472" y="1854813"/>
              <a:ext cx="200718" cy="226318"/>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68" name="Oval 1367"/>
            <p:cNvSpPr/>
            <p:nvPr/>
          </p:nvSpPr>
          <p:spPr>
            <a:xfrm>
              <a:off x="5647268" y="2060400"/>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9" name="Oval 1368"/>
            <p:cNvSpPr/>
            <p:nvPr/>
          </p:nvSpPr>
          <p:spPr>
            <a:xfrm>
              <a:off x="6089643" y="2060400"/>
              <a:ext cx="141560" cy="141560"/>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70" name="Straight Connector 1369"/>
            <p:cNvCxnSpPr>
              <a:stCxn id="1368" idx="6"/>
              <a:endCxn id="1369" idx="2"/>
            </p:cNvCxnSpPr>
            <p:nvPr/>
          </p:nvCxnSpPr>
          <p:spPr>
            <a:xfrm>
              <a:off x="5788828" y="2131180"/>
              <a:ext cx="30081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71" name="Oval 1370"/>
            <p:cNvSpPr/>
            <p:nvPr/>
          </p:nvSpPr>
          <p:spPr>
            <a:xfrm>
              <a:off x="6532018" y="2060400"/>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72" name="Straight Connector 1371"/>
            <p:cNvCxnSpPr>
              <a:stCxn id="1369" idx="6"/>
              <a:endCxn id="1371" idx="2"/>
            </p:cNvCxnSpPr>
            <p:nvPr/>
          </p:nvCxnSpPr>
          <p:spPr>
            <a:xfrm>
              <a:off x="6231203" y="2131180"/>
              <a:ext cx="300815" cy="0"/>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sp>
          <p:nvSpPr>
            <p:cNvPr id="1373" name="Oval 1372"/>
            <p:cNvSpPr/>
            <p:nvPr/>
          </p:nvSpPr>
          <p:spPr>
            <a:xfrm>
              <a:off x="5839355" y="2314506"/>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4" name="Oval 1373"/>
            <p:cNvSpPr/>
            <p:nvPr/>
          </p:nvSpPr>
          <p:spPr>
            <a:xfrm>
              <a:off x="6089643" y="2500894"/>
              <a:ext cx="141560" cy="141560"/>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75" name="Straight Connector 1374"/>
            <p:cNvCxnSpPr>
              <a:stCxn id="1373" idx="7"/>
            </p:cNvCxnSpPr>
            <p:nvPr/>
          </p:nvCxnSpPr>
          <p:spPr>
            <a:xfrm flipV="1">
              <a:off x="5960184" y="2144309"/>
              <a:ext cx="191870" cy="190928"/>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6" name="Straight Connector 1375"/>
            <p:cNvCxnSpPr>
              <a:stCxn id="1369" idx="4"/>
              <a:endCxn id="1374" idx="0"/>
            </p:cNvCxnSpPr>
            <p:nvPr/>
          </p:nvCxnSpPr>
          <p:spPr>
            <a:xfrm>
              <a:off x="6160423" y="2201960"/>
              <a:ext cx="0" cy="298933"/>
            </a:xfrm>
            <a:prstGeom prst="line">
              <a:avLst/>
            </a:prstGeom>
            <a:grpFill/>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77" name="Group 1376"/>
          <p:cNvGrpSpPr/>
          <p:nvPr/>
        </p:nvGrpSpPr>
        <p:grpSpPr>
          <a:xfrm>
            <a:off x="8177492" y="2134729"/>
            <a:ext cx="836185" cy="868679"/>
            <a:chOff x="5009227" y="4306159"/>
            <a:chExt cx="1002300" cy="1041249"/>
          </a:xfrm>
        </p:grpSpPr>
        <p:sp>
          <p:nvSpPr>
            <p:cNvPr id="1378" name="Cube 1377"/>
            <p:cNvSpPr/>
            <p:nvPr/>
          </p:nvSpPr>
          <p:spPr>
            <a:xfrm>
              <a:off x="5461671" y="45248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9" name="Cube 1378"/>
            <p:cNvSpPr/>
            <p:nvPr/>
          </p:nvSpPr>
          <p:spPr>
            <a:xfrm>
              <a:off x="5327405" y="49814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0" name="Cube 1379"/>
            <p:cNvSpPr/>
            <p:nvPr/>
          </p:nvSpPr>
          <p:spPr>
            <a:xfrm>
              <a:off x="5009227" y="46438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1" name="Cube 1380"/>
            <p:cNvSpPr/>
            <p:nvPr/>
          </p:nvSpPr>
          <p:spPr>
            <a:xfrm>
              <a:off x="5327405" y="4643812"/>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2" name="Cube 1381"/>
            <p:cNvSpPr/>
            <p:nvPr/>
          </p:nvSpPr>
          <p:spPr>
            <a:xfrm>
              <a:off x="5645584" y="46438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3" name="Cube 1382"/>
            <p:cNvSpPr/>
            <p:nvPr/>
          </p:nvSpPr>
          <p:spPr>
            <a:xfrm>
              <a:off x="5327405" y="43061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4" name="Cube 1383"/>
            <p:cNvSpPr/>
            <p:nvPr/>
          </p:nvSpPr>
          <p:spPr>
            <a:xfrm>
              <a:off x="5193139" y="47627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385" name="Group 1384"/>
          <p:cNvGrpSpPr/>
          <p:nvPr/>
        </p:nvGrpSpPr>
        <p:grpSpPr>
          <a:xfrm>
            <a:off x="4866090" y="2079549"/>
            <a:ext cx="836185" cy="868679"/>
            <a:chOff x="5009227" y="4306159"/>
            <a:chExt cx="1002300" cy="1041249"/>
          </a:xfrm>
          <a:solidFill>
            <a:schemeClr val="accent5">
              <a:lumMod val="40000"/>
              <a:lumOff val="60000"/>
            </a:schemeClr>
          </a:solidFill>
        </p:grpSpPr>
        <p:sp>
          <p:nvSpPr>
            <p:cNvPr id="1386" name="Cube 1385"/>
            <p:cNvSpPr/>
            <p:nvPr/>
          </p:nvSpPr>
          <p:spPr>
            <a:xfrm>
              <a:off x="5461671" y="4524850"/>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7" name="Cube 1386"/>
            <p:cNvSpPr/>
            <p:nvPr/>
          </p:nvSpPr>
          <p:spPr>
            <a:xfrm>
              <a:off x="5327405" y="498146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8" name="Cube 1387"/>
            <p:cNvSpPr/>
            <p:nvPr/>
          </p:nvSpPr>
          <p:spPr>
            <a:xfrm>
              <a:off x="5009227" y="46438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9" name="Cube 1388"/>
            <p:cNvSpPr/>
            <p:nvPr/>
          </p:nvSpPr>
          <p:spPr>
            <a:xfrm>
              <a:off x="5327405" y="4643812"/>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0" name="Cube 1389"/>
            <p:cNvSpPr/>
            <p:nvPr/>
          </p:nvSpPr>
          <p:spPr>
            <a:xfrm>
              <a:off x="5645584" y="4643812"/>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1" name="Cube 1390"/>
            <p:cNvSpPr/>
            <p:nvPr/>
          </p:nvSpPr>
          <p:spPr>
            <a:xfrm>
              <a:off x="5327405" y="4306159"/>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2" name="Cube 1391"/>
            <p:cNvSpPr/>
            <p:nvPr/>
          </p:nvSpPr>
          <p:spPr>
            <a:xfrm>
              <a:off x="5193139" y="4762775"/>
              <a:ext cx="365943" cy="365943"/>
            </a:xfrm>
            <a:prstGeom prst="cube">
              <a:avLst/>
            </a:prstGeom>
            <a:gr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164" name="Group 1163"/>
          <p:cNvGrpSpPr>
            <a:grpSpLocks noChangeAspect="1"/>
          </p:cNvGrpSpPr>
          <p:nvPr/>
        </p:nvGrpSpPr>
        <p:grpSpPr>
          <a:xfrm>
            <a:off x="5536185" y="3004179"/>
            <a:ext cx="3480238" cy="3361235"/>
            <a:chOff x="4572000" y="1690690"/>
            <a:chExt cx="3987011" cy="3850680"/>
          </a:xfrm>
        </p:grpSpPr>
        <p:grpSp>
          <p:nvGrpSpPr>
            <p:cNvPr id="1165" name="Group 1164"/>
            <p:cNvGrpSpPr/>
            <p:nvPr/>
          </p:nvGrpSpPr>
          <p:grpSpPr>
            <a:xfrm>
              <a:off x="4572000" y="1974631"/>
              <a:ext cx="859821" cy="1306223"/>
              <a:chOff x="4572000" y="1974631"/>
              <a:chExt cx="859821" cy="1306223"/>
            </a:xfrm>
          </p:grpSpPr>
          <p:grpSp>
            <p:nvGrpSpPr>
              <p:cNvPr id="1175" name="Group 1174"/>
              <p:cNvGrpSpPr/>
              <p:nvPr/>
            </p:nvGrpSpPr>
            <p:grpSpPr>
              <a:xfrm>
                <a:off x="4678419" y="2246583"/>
                <a:ext cx="640080" cy="733099"/>
                <a:chOff x="4702065" y="2313587"/>
                <a:chExt cx="640080" cy="733099"/>
              </a:xfrm>
            </p:grpSpPr>
            <p:cxnSp>
              <p:nvCxnSpPr>
                <p:cNvPr id="1179" name="Straight Arrow Connector 1178"/>
                <p:cNvCxnSpPr/>
                <p:nvPr/>
              </p:nvCxnSpPr>
              <p:spPr>
                <a:xfrm flipV="1">
                  <a:off x="4709948" y="2313587"/>
                  <a:ext cx="299545" cy="31531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0" name="Straight Arrow Connector 1179"/>
                <p:cNvCxnSpPr/>
                <p:nvPr/>
              </p:nvCxnSpPr>
              <p:spPr>
                <a:xfrm>
                  <a:off x="4709948" y="2636784"/>
                  <a:ext cx="0" cy="40990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1" name="Straight Arrow Connector 1180"/>
                <p:cNvCxnSpPr/>
                <p:nvPr/>
              </p:nvCxnSpPr>
              <p:spPr>
                <a:xfrm>
                  <a:off x="4702065" y="2632839"/>
                  <a:ext cx="640080" cy="965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76" name="TextBox 1175"/>
              <p:cNvSpPr txBox="1"/>
              <p:nvPr/>
            </p:nvSpPr>
            <p:spPr>
              <a:xfrm>
                <a:off x="4945348" y="1974631"/>
                <a:ext cx="237566" cy="369332"/>
              </a:xfrm>
              <a:prstGeom prst="rect">
                <a:avLst/>
              </a:prstGeom>
              <a:noFill/>
            </p:spPr>
            <p:txBody>
              <a:bodyPr wrap="none" rtlCol="0">
                <a:spAutoFit/>
              </a:bodyPr>
              <a:lstStyle/>
              <a:p>
                <a:r>
                  <a:rPr lang="en-US" dirty="0" err="1"/>
                  <a:t>i</a:t>
                </a:r>
                <a:endParaRPr lang="en-US" dirty="0"/>
              </a:p>
            </p:txBody>
          </p:sp>
          <p:sp>
            <p:nvSpPr>
              <p:cNvPr id="1177" name="TextBox 1176"/>
              <p:cNvSpPr txBox="1"/>
              <p:nvPr/>
            </p:nvSpPr>
            <p:spPr>
              <a:xfrm>
                <a:off x="4572000" y="2911522"/>
                <a:ext cx="239168" cy="369332"/>
              </a:xfrm>
              <a:prstGeom prst="rect">
                <a:avLst/>
              </a:prstGeom>
              <a:noFill/>
            </p:spPr>
            <p:txBody>
              <a:bodyPr wrap="none" rtlCol="0">
                <a:spAutoFit/>
              </a:bodyPr>
              <a:lstStyle/>
              <a:p>
                <a:r>
                  <a:rPr lang="en-US" dirty="0"/>
                  <a:t>j</a:t>
                </a:r>
              </a:p>
            </p:txBody>
          </p:sp>
          <p:sp>
            <p:nvSpPr>
              <p:cNvPr id="1178" name="TextBox 1177"/>
              <p:cNvSpPr txBox="1"/>
              <p:nvPr/>
            </p:nvSpPr>
            <p:spPr>
              <a:xfrm>
                <a:off x="5142959" y="2542190"/>
                <a:ext cx="288862" cy="369332"/>
              </a:xfrm>
              <a:prstGeom prst="rect">
                <a:avLst/>
              </a:prstGeom>
              <a:noFill/>
            </p:spPr>
            <p:txBody>
              <a:bodyPr wrap="none" rtlCol="0">
                <a:spAutoFit/>
              </a:bodyPr>
              <a:lstStyle/>
              <a:p>
                <a:r>
                  <a:rPr lang="en-US" dirty="0"/>
                  <a:t>k</a:t>
                </a:r>
              </a:p>
            </p:txBody>
          </p:sp>
        </p:grpSp>
        <p:grpSp>
          <p:nvGrpSpPr>
            <p:cNvPr id="1166" name="Group 1165"/>
            <p:cNvGrpSpPr/>
            <p:nvPr/>
          </p:nvGrpSpPr>
          <p:grpSpPr>
            <a:xfrm>
              <a:off x="4804541" y="5264371"/>
              <a:ext cx="2483069" cy="276999"/>
              <a:chOff x="4804541" y="5288018"/>
              <a:chExt cx="2483069" cy="276999"/>
            </a:xfrm>
          </p:grpSpPr>
          <p:cxnSp>
            <p:nvCxnSpPr>
              <p:cNvPr id="1173" name="Straight Arrow Connector 1172"/>
              <p:cNvCxnSpPr/>
              <p:nvPr/>
            </p:nvCxnSpPr>
            <p:spPr>
              <a:xfrm flipV="1">
                <a:off x="4804541" y="5426517"/>
                <a:ext cx="2483069"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74" name="TextBox 1173"/>
              <p:cNvSpPr txBox="1"/>
              <p:nvPr/>
            </p:nvSpPr>
            <p:spPr>
              <a:xfrm>
                <a:off x="5971535" y="5288018"/>
                <a:ext cx="149080" cy="276999"/>
              </a:xfrm>
              <a:prstGeom prst="rect">
                <a:avLst/>
              </a:prstGeom>
              <a:solidFill>
                <a:schemeClr val="bg1"/>
              </a:solidFill>
            </p:spPr>
            <p:txBody>
              <a:bodyPr wrap="none" lIns="0" tIns="0" rIns="0" bIns="0" rtlCol="0">
                <a:spAutoFit/>
              </a:bodyPr>
              <a:lstStyle/>
              <a:p>
                <a:pPr algn="ctr"/>
                <a:r>
                  <a:rPr lang="en-US"/>
                  <a:t>N</a:t>
                </a:r>
                <a:endParaRPr lang="en-US" dirty="0"/>
              </a:p>
            </p:txBody>
          </p:sp>
        </p:grpSp>
        <p:grpSp>
          <p:nvGrpSpPr>
            <p:cNvPr id="1167" name="Group 1166"/>
            <p:cNvGrpSpPr/>
            <p:nvPr/>
          </p:nvGrpSpPr>
          <p:grpSpPr>
            <a:xfrm>
              <a:off x="7424243" y="4449816"/>
              <a:ext cx="1006366" cy="908383"/>
              <a:chOff x="4851836" y="4565429"/>
              <a:chExt cx="1006366" cy="908383"/>
            </a:xfrm>
          </p:grpSpPr>
          <p:cxnSp>
            <p:nvCxnSpPr>
              <p:cNvPr id="1171" name="Straight Arrow Connector 1170"/>
              <p:cNvCxnSpPr/>
              <p:nvPr/>
            </p:nvCxnSpPr>
            <p:spPr>
              <a:xfrm flipV="1">
                <a:off x="4851836" y="4565429"/>
                <a:ext cx="1006366" cy="908383"/>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72" name="TextBox 1171"/>
              <p:cNvSpPr txBox="1"/>
              <p:nvPr/>
            </p:nvSpPr>
            <p:spPr>
              <a:xfrm>
                <a:off x="5317266" y="4854466"/>
                <a:ext cx="149080" cy="276999"/>
              </a:xfrm>
              <a:prstGeom prst="rect">
                <a:avLst/>
              </a:prstGeom>
              <a:solidFill>
                <a:schemeClr val="bg1"/>
              </a:solidFill>
            </p:spPr>
            <p:txBody>
              <a:bodyPr wrap="none" lIns="0" tIns="0" rIns="0" bIns="0" rtlCol="0">
                <a:spAutoFit/>
              </a:bodyPr>
              <a:lstStyle/>
              <a:p>
                <a:pPr algn="ctr"/>
                <a:r>
                  <a:rPr lang="en-US" dirty="0"/>
                  <a:t>N</a:t>
                </a:r>
              </a:p>
            </p:txBody>
          </p:sp>
        </p:grpSp>
        <p:grpSp>
          <p:nvGrpSpPr>
            <p:cNvPr id="1168" name="Group 1167"/>
            <p:cNvGrpSpPr/>
            <p:nvPr/>
          </p:nvGrpSpPr>
          <p:grpSpPr>
            <a:xfrm>
              <a:off x="8409931" y="1690690"/>
              <a:ext cx="149080" cy="2656651"/>
              <a:chOff x="5317266" y="3485331"/>
              <a:chExt cx="149080" cy="2656651"/>
            </a:xfrm>
          </p:grpSpPr>
          <p:cxnSp>
            <p:nvCxnSpPr>
              <p:cNvPr id="1169" name="Straight Arrow Connector 1168"/>
              <p:cNvCxnSpPr/>
              <p:nvPr/>
            </p:nvCxnSpPr>
            <p:spPr>
              <a:xfrm flipH="1" flipV="1">
                <a:off x="5391806" y="3485331"/>
                <a:ext cx="0" cy="2656651"/>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70" name="TextBox 1169"/>
              <p:cNvSpPr txBox="1"/>
              <p:nvPr/>
            </p:nvSpPr>
            <p:spPr>
              <a:xfrm>
                <a:off x="5317266" y="4854466"/>
                <a:ext cx="149080" cy="276999"/>
              </a:xfrm>
              <a:prstGeom prst="rect">
                <a:avLst/>
              </a:prstGeom>
              <a:solidFill>
                <a:schemeClr val="bg1"/>
              </a:solidFill>
            </p:spPr>
            <p:txBody>
              <a:bodyPr wrap="none" lIns="0" tIns="0" rIns="0" bIns="0" rtlCol="0">
                <a:spAutoFit/>
              </a:bodyPr>
              <a:lstStyle/>
              <a:p>
                <a:pPr algn="ctr"/>
                <a:r>
                  <a:rPr lang="en-US" dirty="0"/>
                  <a:t>N</a:t>
                </a:r>
              </a:p>
            </p:txBody>
          </p:sp>
        </p:grpSp>
      </p:grpSp>
      <p:sp>
        <p:nvSpPr>
          <p:cNvPr id="1182" name="TextBox 1181"/>
          <p:cNvSpPr txBox="1"/>
          <p:nvPr/>
        </p:nvSpPr>
        <p:spPr>
          <a:xfrm>
            <a:off x="-51236" y="4642151"/>
            <a:ext cx="2581702" cy="1200329"/>
          </a:xfrm>
          <a:prstGeom prst="rect">
            <a:avLst/>
          </a:prstGeom>
          <a:noFill/>
        </p:spPr>
        <p:txBody>
          <a:bodyPr wrap="square" rtlCol="0">
            <a:spAutoFit/>
          </a:bodyPr>
          <a:lstStyle/>
          <a:p>
            <a:pPr algn="ctr"/>
            <a:r>
              <a:rPr lang="en-US" b="1" u="sng" dirty="0"/>
              <a:t>Parallelization Approach:</a:t>
            </a:r>
          </a:p>
          <a:p>
            <a:pPr algn="ctr"/>
            <a:r>
              <a:rPr lang="en-US" dirty="0"/>
              <a:t>Assign one thread per output grid point</a:t>
            </a:r>
          </a:p>
          <a:p>
            <a:pPr algn="ctr"/>
            <a:r>
              <a:rPr lang="en-US" dirty="0"/>
              <a:t>(use 3D grid of threads)</a:t>
            </a:r>
            <a:endParaRPr lang="en-US" b="1" dirty="0">
              <a:solidFill>
                <a:schemeClr val="accent5"/>
              </a:solidFill>
            </a:endParaRPr>
          </a:p>
        </p:txBody>
      </p:sp>
    </p:spTree>
    <p:extLst>
      <p:ext uri="{BB962C8B-B14F-4D97-AF65-F5344CB8AC3E}">
        <p14:creationId xmlns:p14="http://schemas.microsoft.com/office/powerpoint/2010/main" val="114220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8"/>
                                        </p:tgtEl>
                                        <p:attrNameLst>
                                          <p:attrName>style.visibility</p:attrName>
                                        </p:attrNameLst>
                                      </p:cBhvr>
                                      <p:to>
                                        <p:strVal val="visible"/>
                                      </p:to>
                                    </p:set>
                                    <p:animEffect transition="in" filter="fade">
                                      <p:cBhvr>
                                        <p:cTn id="10" dur="500"/>
                                        <p:tgtEl>
                                          <p:spTgt spid="8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9"/>
                                        </p:tgtEl>
                                        <p:attrNameLst>
                                          <p:attrName>style.visibility</p:attrName>
                                        </p:attrNameLst>
                                      </p:cBhvr>
                                      <p:to>
                                        <p:strVal val="visible"/>
                                      </p:to>
                                    </p:set>
                                    <p:animEffect transition="in" filter="fade">
                                      <p:cBhvr>
                                        <p:cTn id="13" dur="500"/>
                                        <p:tgtEl>
                                          <p:spTgt spid="8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0"/>
                                        </p:tgtEl>
                                        <p:attrNameLst>
                                          <p:attrName>style.visibility</p:attrName>
                                        </p:attrNameLst>
                                      </p:cBhvr>
                                      <p:to>
                                        <p:strVal val="visible"/>
                                      </p:to>
                                    </p:set>
                                    <p:animEffect transition="in" filter="fade">
                                      <p:cBhvr>
                                        <p:cTn id="16" dur="500"/>
                                        <p:tgtEl>
                                          <p:spTgt spid="90"/>
                                        </p:tgtEl>
                                      </p:cBhvr>
                                    </p:animEffect>
                                  </p:childTnLst>
                                </p:cTn>
                              </p:par>
                              <p:par>
                                <p:cTn id="17" presetID="10" presetClass="entr" presetSubtype="0" fill="hold" nodeType="withEffect">
                                  <p:stCondLst>
                                    <p:cond delay="0"/>
                                  </p:stCondLst>
                                  <p:childTnLst>
                                    <p:set>
                                      <p:cBhvr>
                                        <p:cTn id="18" dur="1" fill="hold">
                                          <p:stCondLst>
                                            <p:cond delay="0"/>
                                          </p:stCondLst>
                                        </p:cTn>
                                        <p:tgtEl>
                                          <p:spTgt spid="92"/>
                                        </p:tgtEl>
                                        <p:attrNameLst>
                                          <p:attrName>style.visibility</p:attrName>
                                        </p:attrNameLst>
                                      </p:cBhvr>
                                      <p:to>
                                        <p:strVal val="visible"/>
                                      </p:to>
                                    </p:set>
                                    <p:animEffect transition="in" filter="fade">
                                      <p:cBhvr>
                                        <p:cTn id="19" dur="500"/>
                                        <p:tgtEl>
                                          <p:spTgt spid="92"/>
                                        </p:tgtEl>
                                      </p:cBhvr>
                                    </p:animEffect>
                                  </p:childTnLst>
                                </p:cTn>
                              </p:par>
                              <p:par>
                                <p:cTn id="20" presetID="10" presetClass="entr" presetSubtype="0" fill="hold" nodeType="withEffect">
                                  <p:stCondLst>
                                    <p:cond delay="0"/>
                                  </p:stCondLst>
                                  <p:childTnLst>
                                    <p:set>
                                      <p:cBhvr>
                                        <p:cTn id="21" dur="1" fill="hold">
                                          <p:stCondLst>
                                            <p:cond delay="0"/>
                                          </p:stCondLst>
                                        </p:cTn>
                                        <p:tgtEl>
                                          <p:spTgt spid="650"/>
                                        </p:tgtEl>
                                        <p:attrNameLst>
                                          <p:attrName>style.visibility</p:attrName>
                                        </p:attrNameLst>
                                      </p:cBhvr>
                                      <p:to>
                                        <p:strVal val="visible"/>
                                      </p:to>
                                    </p:set>
                                    <p:animEffect transition="in" filter="fade">
                                      <p:cBhvr>
                                        <p:cTn id="22" dur="500"/>
                                        <p:tgtEl>
                                          <p:spTgt spid="650"/>
                                        </p:tgtEl>
                                      </p:cBhvr>
                                    </p:animEffect>
                                  </p:childTnLst>
                                </p:cTn>
                              </p:par>
                              <p:par>
                                <p:cTn id="23" presetID="10" presetClass="entr" presetSubtype="0" fill="hold" nodeType="withEffect">
                                  <p:stCondLst>
                                    <p:cond delay="0"/>
                                  </p:stCondLst>
                                  <p:childTnLst>
                                    <p:set>
                                      <p:cBhvr>
                                        <p:cTn id="24" dur="1" fill="hold">
                                          <p:stCondLst>
                                            <p:cond delay="0"/>
                                          </p:stCondLst>
                                        </p:cTn>
                                        <p:tgtEl>
                                          <p:spTgt spid="1348"/>
                                        </p:tgtEl>
                                        <p:attrNameLst>
                                          <p:attrName>style.visibility</p:attrName>
                                        </p:attrNameLst>
                                      </p:cBhvr>
                                      <p:to>
                                        <p:strVal val="visible"/>
                                      </p:to>
                                    </p:set>
                                    <p:animEffect transition="in" filter="fade">
                                      <p:cBhvr>
                                        <p:cTn id="25" dur="500"/>
                                        <p:tgtEl>
                                          <p:spTgt spid="1348"/>
                                        </p:tgtEl>
                                      </p:cBhvr>
                                    </p:animEffect>
                                  </p:childTnLst>
                                </p:cTn>
                              </p:par>
                              <p:par>
                                <p:cTn id="26" presetID="10" presetClass="entr" presetSubtype="0" fill="hold" nodeType="withEffect">
                                  <p:stCondLst>
                                    <p:cond delay="0"/>
                                  </p:stCondLst>
                                  <p:childTnLst>
                                    <p:set>
                                      <p:cBhvr>
                                        <p:cTn id="27" dur="1" fill="hold">
                                          <p:stCondLst>
                                            <p:cond delay="0"/>
                                          </p:stCondLst>
                                        </p:cTn>
                                        <p:tgtEl>
                                          <p:spTgt spid="1363"/>
                                        </p:tgtEl>
                                        <p:attrNameLst>
                                          <p:attrName>style.visibility</p:attrName>
                                        </p:attrNameLst>
                                      </p:cBhvr>
                                      <p:to>
                                        <p:strVal val="visible"/>
                                      </p:to>
                                    </p:set>
                                    <p:animEffect transition="in" filter="fade">
                                      <p:cBhvr>
                                        <p:cTn id="28" dur="500"/>
                                        <p:tgtEl>
                                          <p:spTgt spid="1363"/>
                                        </p:tgtEl>
                                      </p:cBhvr>
                                    </p:animEffect>
                                  </p:childTnLst>
                                </p:cTn>
                              </p:par>
                              <p:par>
                                <p:cTn id="29" presetID="10" presetClass="entr" presetSubtype="0" fill="hold" nodeType="withEffect">
                                  <p:stCondLst>
                                    <p:cond delay="0"/>
                                  </p:stCondLst>
                                  <p:childTnLst>
                                    <p:set>
                                      <p:cBhvr>
                                        <p:cTn id="30" dur="1" fill="hold">
                                          <p:stCondLst>
                                            <p:cond delay="0"/>
                                          </p:stCondLst>
                                        </p:cTn>
                                        <p:tgtEl>
                                          <p:spTgt spid="1377"/>
                                        </p:tgtEl>
                                        <p:attrNameLst>
                                          <p:attrName>style.visibility</p:attrName>
                                        </p:attrNameLst>
                                      </p:cBhvr>
                                      <p:to>
                                        <p:strVal val="visible"/>
                                      </p:to>
                                    </p:set>
                                    <p:animEffect transition="in" filter="fade">
                                      <p:cBhvr>
                                        <p:cTn id="31" dur="500"/>
                                        <p:tgtEl>
                                          <p:spTgt spid="1377"/>
                                        </p:tgtEl>
                                      </p:cBhvr>
                                    </p:animEffect>
                                  </p:childTnLst>
                                </p:cTn>
                              </p:par>
                              <p:par>
                                <p:cTn id="32" presetID="10" presetClass="entr" presetSubtype="0" fill="hold" nodeType="withEffect">
                                  <p:stCondLst>
                                    <p:cond delay="0"/>
                                  </p:stCondLst>
                                  <p:childTnLst>
                                    <p:set>
                                      <p:cBhvr>
                                        <p:cTn id="33" dur="1" fill="hold">
                                          <p:stCondLst>
                                            <p:cond delay="0"/>
                                          </p:stCondLst>
                                        </p:cTn>
                                        <p:tgtEl>
                                          <p:spTgt spid="1385"/>
                                        </p:tgtEl>
                                        <p:attrNameLst>
                                          <p:attrName>style.visibility</p:attrName>
                                        </p:attrNameLst>
                                      </p:cBhvr>
                                      <p:to>
                                        <p:strVal val="visible"/>
                                      </p:to>
                                    </p:set>
                                    <p:animEffect transition="in" filter="fade">
                                      <p:cBhvr>
                                        <p:cTn id="34" dur="500"/>
                                        <p:tgtEl>
                                          <p:spTgt spid="1385"/>
                                        </p:tgtEl>
                                      </p:cBhvr>
                                    </p:animEffect>
                                  </p:childTnLst>
                                </p:cTn>
                              </p:par>
                              <p:par>
                                <p:cTn id="35" presetID="10" presetClass="entr" presetSubtype="0" fill="hold" nodeType="withEffect">
                                  <p:stCondLst>
                                    <p:cond delay="0"/>
                                  </p:stCondLst>
                                  <p:childTnLst>
                                    <p:set>
                                      <p:cBhvr>
                                        <p:cTn id="36" dur="1" fill="hold">
                                          <p:stCondLst>
                                            <p:cond delay="0"/>
                                          </p:stCondLst>
                                        </p:cTn>
                                        <p:tgtEl>
                                          <p:spTgt spid="1164"/>
                                        </p:tgtEl>
                                        <p:attrNameLst>
                                          <p:attrName>style.visibility</p:attrName>
                                        </p:attrNameLst>
                                      </p:cBhvr>
                                      <p:to>
                                        <p:strVal val="visible"/>
                                      </p:to>
                                    </p:set>
                                    <p:animEffect transition="in" filter="fade">
                                      <p:cBhvr>
                                        <p:cTn id="37" dur="500"/>
                                        <p:tgtEl>
                                          <p:spTgt spid="116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82"/>
                                        </p:tgtEl>
                                        <p:attrNameLst>
                                          <p:attrName>style.visibility</p:attrName>
                                        </p:attrNameLst>
                                      </p:cBhvr>
                                      <p:to>
                                        <p:strVal val="visible"/>
                                      </p:to>
                                    </p:set>
                                    <p:animEffect transition="in" filter="fade">
                                      <p:cBhvr>
                                        <p:cTn id="42" dur="500"/>
                                        <p:tgtEl>
                                          <p:spTgt spid="1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8" grpId="0"/>
      <p:bldP spid="89" grpId="0"/>
      <p:bldP spid="90" grpId="0"/>
      <p:bldP spid="118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Stencil Code</a:t>
            </a:r>
          </a:p>
        </p:txBody>
      </p:sp>
      <p:sp>
        <p:nvSpPr>
          <p:cNvPr id="5" name="Rectangle 4"/>
          <p:cNvSpPr/>
          <p:nvPr/>
        </p:nvSpPr>
        <p:spPr>
          <a:xfrm>
            <a:off x="379445" y="1659285"/>
            <a:ext cx="8385110" cy="3539430"/>
          </a:xfrm>
          <a:prstGeom prst="rect">
            <a:avLst/>
          </a:prstGeom>
        </p:spPr>
        <p:txBody>
          <a:bodyPr wrap="square">
            <a:spAutoFit/>
          </a:bodyPr>
          <a:lstStyle/>
          <a:p>
            <a:r>
              <a:rPr lang="en-US" sz="1400" dirty="0">
                <a:solidFill>
                  <a:srgbClr val="BF00BF"/>
                </a:solidFill>
                <a:latin typeface="Lucida Console" panose="020B0609040504020204" pitchFamily="49" charset="0"/>
              </a:rPr>
              <a:t>#define BLOCK_DIM  </a:t>
            </a:r>
            <a:r>
              <a:rPr lang="en-US" sz="1400" dirty="0">
                <a:solidFill>
                  <a:srgbClr val="BF0000"/>
                </a:solidFill>
                <a:latin typeface="Lucida Console" panose="020B0609040504020204" pitchFamily="49" charset="0"/>
              </a:rPr>
              <a:t>8</a:t>
            </a:r>
          </a:p>
          <a:p>
            <a:endParaRPr lang="en-US" sz="1400" dirty="0">
              <a:solidFill>
                <a:srgbClr val="BF0000"/>
              </a:solidFill>
              <a:latin typeface="Lucida Console" panose="020B0609040504020204" pitchFamily="49" charset="0"/>
            </a:endParaRPr>
          </a:p>
          <a:p>
            <a:r>
              <a:rPr lang="en-US" sz="1400" dirty="0">
                <a:solidFill>
                  <a:srgbClr val="00BF00"/>
                </a:solidFill>
                <a:latin typeface="Lucida Console" panose="020B0609040504020204" pitchFamily="49" charset="0"/>
              </a:rPr>
              <a:t>__global__</a:t>
            </a:r>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void</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stencil_kernel</a:t>
            </a:r>
            <a:r>
              <a:rPr lang="en-US" sz="1400" dirty="0">
                <a:solidFill>
                  <a:prstClr val="black"/>
                </a:solidFill>
                <a:latin typeface="Lucida Console" panose="020B0609040504020204" pitchFamily="49" charset="0"/>
              </a:rPr>
              <a:t>(</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in, </a:t>
            </a:r>
            <a:r>
              <a:rPr lang="en-US" sz="1400" dirty="0">
                <a:solidFill>
                  <a:srgbClr val="00BF00"/>
                </a:solidFill>
                <a:latin typeface="Lucida Console" panose="020B0609040504020204" pitchFamily="49" charset="0"/>
              </a:rPr>
              <a:t>float</a:t>
            </a:r>
            <a:r>
              <a:rPr lang="en-US" sz="1400" dirty="0">
                <a:solidFill>
                  <a:prstClr val="black"/>
                </a:solidFill>
                <a:latin typeface="Lucida Console" panose="020B0609040504020204" pitchFamily="49" charset="0"/>
              </a:rPr>
              <a:t>* out, </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N) {</a:t>
            </a:r>
          </a:p>
          <a:p>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 = </a:t>
            </a:r>
            <a:r>
              <a:rPr lang="en-US" sz="1400" dirty="0" err="1">
                <a:solidFill>
                  <a:srgbClr val="00BFBF"/>
                </a:solidFill>
                <a:latin typeface="Lucida Console" panose="020B0609040504020204" pitchFamily="49" charset="0"/>
              </a:rPr>
              <a:t>blockIdx</a:t>
            </a:r>
            <a:r>
              <a:rPr lang="en-US" sz="1400" dirty="0" err="1">
                <a:solidFill>
                  <a:prstClr val="black"/>
                </a:solidFill>
                <a:latin typeface="Lucida Console" panose="020B0609040504020204" pitchFamily="49" charset="0"/>
              </a:rPr>
              <a:t>.z</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blockDim</a:t>
            </a:r>
            <a:r>
              <a:rPr lang="en-US" sz="1400" dirty="0" err="1">
                <a:solidFill>
                  <a:prstClr val="black"/>
                </a:solidFill>
                <a:latin typeface="Lucida Console" panose="020B0609040504020204" pitchFamily="49" charset="0"/>
              </a:rPr>
              <a:t>.z</a:t>
            </a:r>
            <a:r>
              <a:rPr lang="en-US" sz="1400" dirty="0">
                <a:solidFill>
                  <a:prstClr val="black"/>
                </a:solidFill>
                <a:latin typeface="Lucida Console" panose="020B0609040504020204" pitchFamily="49" charset="0"/>
              </a:rPr>
              <a:t>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.z</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j = </a:t>
            </a:r>
            <a:r>
              <a:rPr lang="en-US" sz="1400" dirty="0" err="1">
                <a:solidFill>
                  <a:srgbClr val="00BFBF"/>
                </a:solidFill>
                <a:latin typeface="Lucida Console" panose="020B0609040504020204" pitchFamily="49" charset="0"/>
              </a:rPr>
              <a:t>blockIdx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blockDim</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.y</a:t>
            </a:r>
            <a:r>
              <a:rPr lang="en-US"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a:t>
            </a:r>
            <a:r>
              <a:rPr lang="en-US" sz="1400" dirty="0">
                <a:solidFill>
                  <a:srgbClr val="00BF00"/>
                </a:solidFill>
                <a:latin typeface="Lucida Console" panose="020B0609040504020204" pitchFamily="49" charset="0"/>
              </a:rPr>
              <a:t>unsigned</a:t>
            </a:r>
            <a:r>
              <a:rPr lang="en-US" sz="1400" dirty="0">
                <a:solidFill>
                  <a:prstClr val="black"/>
                </a:solidFill>
                <a:latin typeface="Lucida Console" panose="020B0609040504020204" pitchFamily="49" charset="0"/>
              </a:rPr>
              <a:t> </a:t>
            </a:r>
            <a:r>
              <a:rPr lang="en-US" sz="1400" dirty="0" err="1">
                <a:solidFill>
                  <a:srgbClr val="00BF00"/>
                </a:solidFill>
                <a:latin typeface="Lucida Console" panose="020B0609040504020204" pitchFamily="49" charset="0"/>
              </a:rPr>
              <a:t>int</a:t>
            </a:r>
            <a:r>
              <a:rPr lang="en-US" sz="1400" dirty="0">
                <a:solidFill>
                  <a:prstClr val="black"/>
                </a:solidFill>
                <a:latin typeface="Lucida Console" panose="020B0609040504020204" pitchFamily="49" charset="0"/>
              </a:rPr>
              <a:t> k = </a:t>
            </a:r>
            <a:r>
              <a:rPr lang="en-US" sz="1400" dirty="0" err="1">
                <a:solidFill>
                  <a:srgbClr val="00BFBF"/>
                </a:solidFill>
                <a:latin typeface="Lucida Console" panose="020B0609040504020204" pitchFamily="49" charset="0"/>
              </a:rPr>
              <a:t>blockIdx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r>
              <a:rPr lang="en-US" sz="1400" dirty="0" err="1">
                <a:solidFill>
                  <a:srgbClr val="00BFBF"/>
                </a:solidFill>
                <a:latin typeface="Lucida Console" panose="020B0609040504020204" pitchFamily="49" charset="0"/>
              </a:rPr>
              <a:t>blockDim</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 + </a:t>
            </a:r>
            <a:r>
              <a:rPr lang="en-US" sz="1400" dirty="0" err="1">
                <a:solidFill>
                  <a:srgbClr val="00BFBF"/>
                </a:solidFill>
                <a:latin typeface="Lucida Console" panose="020B0609040504020204" pitchFamily="49" charset="0"/>
              </a:rPr>
              <a:t>threadIdx</a:t>
            </a:r>
            <a:r>
              <a:rPr lang="en-US" sz="1400" dirty="0" err="1">
                <a:solidFill>
                  <a:prstClr val="black"/>
                </a:solidFill>
                <a:latin typeface="Lucida Console" panose="020B0609040504020204" pitchFamily="49" charset="0"/>
              </a:rPr>
              <a:t>.x</a:t>
            </a:r>
            <a:r>
              <a:rPr lang="en-US" sz="1400" dirty="0">
                <a:solidFill>
                  <a:prstClr val="black"/>
                </a:solidFill>
                <a:latin typeface="Lucida Console" panose="020B0609040504020204" pitchFamily="49" charset="0"/>
              </a:rPr>
              <a:t>;</a:t>
            </a:r>
          </a:p>
          <a:p>
            <a:r>
              <a:rPr lang="pt-BR" sz="1400" dirty="0">
                <a:solidFill>
                  <a:prstClr val="black"/>
                </a:solidFill>
                <a:latin typeface="Lucida Console" panose="020B0609040504020204" pitchFamily="49" charset="0"/>
              </a:rPr>
              <a:t>    </a:t>
            </a:r>
            <a:r>
              <a:rPr lang="pt-BR" sz="1400" dirty="0">
                <a:solidFill>
                  <a:srgbClr val="BFBF00"/>
                </a:solidFill>
                <a:latin typeface="Lucida Console" panose="020B0609040504020204" pitchFamily="49" charset="0"/>
              </a:rPr>
              <a:t>if</a:t>
            </a:r>
            <a:r>
              <a:rPr lang="pt-BR" sz="1400" dirty="0">
                <a:solidFill>
                  <a:prstClr val="black"/>
                </a:solidFill>
                <a:latin typeface="Lucida Console" panose="020B0609040504020204" pitchFamily="49" charset="0"/>
              </a:rPr>
              <a:t>(i &gt;= </a:t>
            </a:r>
            <a:r>
              <a:rPr lang="pt-BR" sz="1400" dirty="0">
                <a:solidFill>
                  <a:srgbClr val="BF0000"/>
                </a:solidFill>
                <a:latin typeface="Lucida Console" panose="020B0609040504020204" pitchFamily="49" charset="0"/>
              </a:rPr>
              <a:t>1</a:t>
            </a:r>
            <a:r>
              <a:rPr lang="pt-BR" sz="1400" dirty="0">
                <a:solidFill>
                  <a:prstClr val="black"/>
                </a:solidFill>
                <a:latin typeface="Lucida Console" panose="020B0609040504020204" pitchFamily="49" charset="0"/>
              </a:rPr>
              <a:t> &amp;&amp; i &lt; N - </a:t>
            </a:r>
            <a:r>
              <a:rPr lang="pt-BR" sz="1400" dirty="0">
                <a:solidFill>
                  <a:srgbClr val="BF0000"/>
                </a:solidFill>
                <a:latin typeface="Lucida Console" panose="020B0609040504020204" pitchFamily="49" charset="0"/>
              </a:rPr>
              <a:t>1</a:t>
            </a:r>
            <a:r>
              <a:rPr lang="pt-BR" sz="1400" dirty="0">
                <a:solidFill>
                  <a:prstClr val="black"/>
                </a:solidFill>
                <a:latin typeface="Lucida Console" panose="020B0609040504020204" pitchFamily="49" charset="0"/>
              </a:rPr>
              <a:t> &amp;&amp; j &gt;= </a:t>
            </a:r>
            <a:r>
              <a:rPr lang="pt-BR" sz="1400" dirty="0">
                <a:solidFill>
                  <a:srgbClr val="BF0000"/>
                </a:solidFill>
                <a:latin typeface="Lucida Console" panose="020B0609040504020204" pitchFamily="49" charset="0"/>
              </a:rPr>
              <a:t>1</a:t>
            </a:r>
            <a:r>
              <a:rPr lang="pt-BR" sz="1400" dirty="0">
                <a:solidFill>
                  <a:prstClr val="black"/>
                </a:solidFill>
                <a:latin typeface="Lucida Console" panose="020B0609040504020204" pitchFamily="49" charset="0"/>
              </a:rPr>
              <a:t> &amp;&amp; j &lt; N - </a:t>
            </a:r>
            <a:r>
              <a:rPr lang="pt-BR" sz="1400" dirty="0">
                <a:solidFill>
                  <a:srgbClr val="BF0000"/>
                </a:solidFill>
                <a:latin typeface="Lucida Console" panose="020B0609040504020204" pitchFamily="49" charset="0"/>
              </a:rPr>
              <a:t>1</a:t>
            </a:r>
            <a:r>
              <a:rPr lang="pt-BR" sz="1400" dirty="0">
                <a:solidFill>
                  <a:prstClr val="black"/>
                </a:solidFill>
                <a:latin typeface="Lucida Console" panose="020B0609040504020204" pitchFamily="49" charset="0"/>
              </a:rPr>
              <a:t>&amp;&amp; k &gt;= </a:t>
            </a:r>
            <a:r>
              <a:rPr lang="pt-BR" sz="1400" dirty="0">
                <a:solidFill>
                  <a:srgbClr val="BF0000"/>
                </a:solidFill>
                <a:latin typeface="Lucida Console" panose="020B0609040504020204" pitchFamily="49" charset="0"/>
              </a:rPr>
              <a:t>1</a:t>
            </a:r>
            <a:r>
              <a:rPr lang="pt-BR" sz="1400" dirty="0">
                <a:solidFill>
                  <a:prstClr val="black"/>
                </a:solidFill>
                <a:latin typeface="Lucida Console" panose="020B0609040504020204" pitchFamily="49" charset="0"/>
              </a:rPr>
              <a:t> &amp;&amp; k &lt; N - </a:t>
            </a:r>
            <a:r>
              <a:rPr lang="pt-BR" sz="1400" dirty="0">
                <a:solidFill>
                  <a:srgbClr val="BF0000"/>
                </a:solidFill>
                <a:latin typeface="Lucida Console" panose="020B0609040504020204" pitchFamily="49" charset="0"/>
              </a:rPr>
              <a:t>1</a:t>
            </a:r>
            <a:r>
              <a:rPr lang="pt-BR" sz="1400" dirty="0">
                <a:solidFill>
                  <a:prstClr val="black"/>
                </a:solidFill>
                <a:latin typeface="Lucida Console" panose="020B0609040504020204" pitchFamily="49" charset="0"/>
              </a:rPr>
              <a:t>) {</a:t>
            </a:r>
          </a:p>
          <a:p>
            <a:r>
              <a:rPr lang="pt-BR" sz="1400" dirty="0">
                <a:solidFill>
                  <a:prstClr val="black"/>
                </a:solidFill>
                <a:latin typeface="Lucida Console" panose="020B0609040504020204" pitchFamily="49" charset="0"/>
              </a:rPr>
              <a:t>        out[i*N*N + j*N + k] = C0*in[i*N*N + j*N + k]</a:t>
            </a:r>
          </a:p>
          <a:p>
            <a:r>
              <a:rPr lang="pt-BR" sz="1400" dirty="0">
                <a:solidFill>
                  <a:prstClr val="black"/>
                </a:solidFill>
                <a:latin typeface="Lucida Console" panose="020B0609040504020204" pitchFamily="49" charset="0"/>
              </a:rPr>
              <a:t>                             + C1*in[i*N*N + j*N + (k - </a:t>
            </a:r>
            <a:r>
              <a:rPr lang="pt-BR" sz="1400" dirty="0">
                <a:solidFill>
                  <a:srgbClr val="BF0000"/>
                </a:solidFill>
                <a:latin typeface="Lucida Console" panose="020B0609040504020204" pitchFamily="49" charset="0"/>
              </a:rPr>
              <a:t>1</a:t>
            </a:r>
            <a:r>
              <a:rPr lang="pt-BR" sz="1400" dirty="0">
                <a:solidFill>
                  <a:prstClr val="black"/>
                </a:solidFill>
                <a:latin typeface="Lucida Console" panose="020B0609040504020204" pitchFamily="49" charset="0"/>
              </a:rPr>
              <a:t>)]</a:t>
            </a:r>
          </a:p>
          <a:p>
            <a:r>
              <a:rPr lang="en-US" sz="1400" dirty="0">
                <a:solidFill>
                  <a:prstClr val="black"/>
                </a:solidFill>
                <a:latin typeface="Lucida Console" panose="020B0609040504020204" pitchFamily="49" charset="0"/>
              </a:rPr>
              <a:t>                             + C2</a:t>
            </a:r>
            <a:r>
              <a:rPr lang="pt-BR" sz="1400" dirty="0">
                <a:solidFill>
                  <a:prstClr val="black"/>
                </a:solidFill>
                <a:latin typeface="Lucida Console" panose="020B0609040504020204" pitchFamily="49" charset="0"/>
              </a:rPr>
              <a:t>*</a:t>
            </a:r>
            <a:r>
              <a:rPr lang="en-US" sz="1400" dirty="0">
                <a:solidFill>
                  <a:prstClr val="black"/>
                </a:solidFill>
                <a:latin typeface="Lucida Console" panose="020B0609040504020204" pitchFamily="49" charset="0"/>
              </a:rPr>
              <a:t>in[</a:t>
            </a:r>
            <a:r>
              <a:rPr lang="en-US" sz="1400" dirty="0" err="1">
                <a:solidFill>
                  <a:prstClr val="black"/>
                </a:solidFill>
                <a:latin typeface="Lucida Console" panose="020B0609040504020204" pitchFamily="49" charset="0"/>
              </a:rPr>
              <a:t>i</a:t>
            </a:r>
            <a:r>
              <a:rPr lang="en-US" sz="1400" dirty="0">
                <a:solidFill>
                  <a:prstClr val="black"/>
                </a:solidFill>
                <a:latin typeface="Lucida Console" panose="020B0609040504020204" pitchFamily="49" charset="0"/>
              </a:rPr>
              <a:t>*N*N + j*N + (k + </a:t>
            </a:r>
            <a:r>
              <a:rPr lang="en-US" sz="1400" dirty="0">
                <a:solidFill>
                  <a:srgbClr val="BF0000"/>
                </a:solidFill>
                <a:latin typeface="Lucida Console" panose="020B0609040504020204" pitchFamily="49" charset="0"/>
              </a:rPr>
              <a:t>1</a:t>
            </a:r>
            <a:r>
              <a:rPr lang="en-US" sz="1400" dirty="0">
                <a:solidFill>
                  <a:prstClr val="black"/>
                </a:solidFill>
                <a:latin typeface="Lucida Console" panose="020B0609040504020204" pitchFamily="49" charset="0"/>
              </a:rPr>
              <a:t>)]</a:t>
            </a:r>
          </a:p>
          <a:p>
            <a:r>
              <a:rPr lang="pt-BR" sz="1400" dirty="0">
                <a:solidFill>
                  <a:prstClr val="black"/>
                </a:solidFill>
                <a:latin typeface="Lucida Console" panose="020B0609040504020204" pitchFamily="49" charset="0"/>
              </a:rPr>
              <a:t>                             + C3*in[i*N*N + (j - </a:t>
            </a:r>
            <a:r>
              <a:rPr lang="pt-BR" sz="1400" dirty="0">
                <a:solidFill>
                  <a:srgbClr val="BF0000"/>
                </a:solidFill>
                <a:latin typeface="Lucida Console" panose="020B0609040504020204" pitchFamily="49" charset="0"/>
              </a:rPr>
              <a:t>1</a:t>
            </a:r>
            <a:r>
              <a:rPr lang="pt-BR" sz="1400" dirty="0">
                <a:solidFill>
                  <a:prstClr val="black"/>
                </a:solidFill>
                <a:latin typeface="Lucida Console" panose="020B0609040504020204" pitchFamily="49" charset="0"/>
              </a:rPr>
              <a:t>)*N + k]</a:t>
            </a:r>
          </a:p>
          <a:p>
            <a:r>
              <a:rPr lang="pt-BR" sz="1400" dirty="0">
                <a:solidFill>
                  <a:prstClr val="black"/>
                </a:solidFill>
                <a:latin typeface="Lucida Console" panose="020B0609040504020204" pitchFamily="49" charset="0"/>
              </a:rPr>
              <a:t>                             + C4*in[i*N*N + (j + </a:t>
            </a:r>
            <a:r>
              <a:rPr lang="pt-BR" sz="1400" dirty="0">
                <a:solidFill>
                  <a:srgbClr val="BF0000"/>
                </a:solidFill>
                <a:latin typeface="Lucida Console" panose="020B0609040504020204" pitchFamily="49" charset="0"/>
              </a:rPr>
              <a:t>1</a:t>
            </a:r>
            <a:r>
              <a:rPr lang="pt-BR" sz="1400" dirty="0">
                <a:solidFill>
                  <a:prstClr val="black"/>
                </a:solidFill>
                <a:latin typeface="Lucida Console" panose="020B0609040504020204" pitchFamily="49" charset="0"/>
              </a:rPr>
              <a:t>)*N + k]</a:t>
            </a:r>
          </a:p>
          <a:p>
            <a:r>
              <a:rPr lang="pt-BR" sz="1400" dirty="0">
                <a:solidFill>
                  <a:prstClr val="black"/>
                </a:solidFill>
                <a:latin typeface="Lucida Console" panose="020B0609040504020204" pitchFamily="49" charset="0"/>
              </a:rPr>
              <a:t>                             + C5*in[(i - </a:t>
            </a:r>
            <a:r>
              <a:rPr lang="pt-BR" sz="1400" dirty="0">
                <a:solidFill>
                  <a:srgbClr val="BF0000"/>
                </a:solidFill>
                <a:latin typeface="Lucida Console" panose="020B0609040504020204" pitchFamily="49" charset="0"/>
              </a:rPr>
              <a:t>1</a:t>
            </a:r>
            <a:r>
              <a:rPr lang="pt-BR" sz="1400" dirty="0">
                <a:solidFill>
                  <a:prstClr val="black"/>
                </a:solidFill>
                <a:latin typeface="Lucida Console" panose="020B0609040504020204" pitchFamily="49" charset="0"/>
              </a:rPr>
              <a:t>)*N*N + j*N + k]</a:t>
            </a:r>
          </a:p>
          <a:p>
            <a:r>
              <a:rPr lang="pt-BR" sz="1400" dirty="0">
                <a:solidFill>
                  <a:prstClr val="black"/>
                </a:solidFill>
                <a:latin typeface="Lucida Console" panose="020B0609040504020204" pitchFamily="49" charset="0"/>
              </a:rPr>
              <a:t>                             </a:t>
            </a:r>
            <a:r>
              <a:rPr lang="pt-BR" sz="1400">
                <a:solidFill>
                  <a:prstClr val="black"/>
                </a:solidFill>
                <a:latin typeface="Lucida Console" panose="020B0609040504020204" pitchFamily="49" charset="0"/>
              </a:rPr>
              <a:t>+ C6*in</a:t>
            </a:r>
            <a:r>
              <a:rPr lang="pt-BR" sz="1400" dirty="0">
                <a:solidFill>
                  <a:prstClr val="black"/>
                </a:solidFill>
                <a:latin typeface="Lucida Console" panose="020B0609040504020204" pitchFamily="49" charset="0"/>
              </a:rPr>
              <a:t>[(i + </a:t>
            </a:r>
            <a:r>
              <a:rPr lang="pt-BR" sz="1400" dirty="0">
                <a:solidFill>
                  <a:srgbClr val="BF0000"/>
                </a:solidFill>
                <a:latin typeface="Lucida Console" panose="020B0609040504020204" pitchFamily="49" charset="0"/>
              </a:rPr>
              <a:t>1</a:t>
            </a:r>
            <a:r>
              <a:rPr lang="pt-BR" sz="1400" dirty="0">
                <a:solidFill>
                  <a:prstClr val="black"/>
                </a:solidFill>
                <a:latin typeface="Lucida Console" panose="020B0609040504020204" pitchFamily="49" charset="0"/>
              </a:rPr>
              <a:t>)*N*N + j*N + k];</a:t>
            </a:r>
          </a:p>
          <a:p>
            <a:r>
              <a:rPr lang="en-US" sz="1400" dirty="0">
                <a:solidFill>
                  <a:prstClr val="black"/>
                </a:solidFill>
                <a:latin typeface="Lucida Console" panose="020B0609040504020204" pitchFamily="49" charset="0"/>
              </a:rPr>
              <a:t>    }</a:t>
            </a:r>
          </a:p>
          <a:p>
            <a:r>
              <a:rPr lang="en-US" sz="1400" dirty="0">
                <a:solidFill>
                  <a:prstClr val="black"/>
                </a:solidFill>
                <a:latin typeface="Lucida Console" panose="020B0609040504020204" pitchFamily="49" charset="0"/>
              </a:rPr>
              <a:t>}</a:t>
            </a:r>
            <a:endParaRPr lang="en-US" sz="1400" dirty="0"/>
          </a:p>
        </p:txBody>
      </p:sp>
    </p:spTree>
    <p:extLst>
      <p:ext uri="{BB962C8B-B14F-4D97-AF65-F5344CB8AC3E}">
        <p14:creationId xmlns:p14="http://schemas.microsoft.com/office/powerpoint/2010/main" val="425421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Data Reuse in Stencil (2D)</a:t>
            </a:r>
          </a:p>
        </p:txBody>
      </p:sp>
      <p:graphicFrame>
        <p:nvGraphicFramePr>
          <p:cNvPr id="141" name="Table 140"/>
          <p:cNvGraphicFramePr>
            <a:graphicFrameLocks noGrp="1"/>
          </p:cNvGraphicFramePr>
          <p:nvPr>
            <p:extLst>
              <p:ext uri="{D42A27DB-BD31-4B8C-83A1-F6EECF244321}">
                <p14:modId xmlns:p14="http://schemas.microsoft.com/office/powerpoint/2010/main" val="796041326"/>
              </p:ext>
            </p:extLst>
          </p:nvPr>
        </p:nvGraphicFramePr>
        <p:xfrm>
          <a:off x="1308128"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0"/>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1"/>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2"/>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3"/>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4"/>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5"/>
                  </a:ext>
                </a:extLst>
              </a:tr>
              <a:tr h="182880">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6"/>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7"/>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dirty="0"/>
                    </a:p>
                  </a:txBody>
                  <a:tcPr marL="43307" marR="43307" marT="21654" marB="21654">
                    <a:solidFill>
                      <a:schemeClr val="accent5">
                        <a:lumMod val="40000"/>
                        <a:lumOff val="60000"/>
                      </a:schemeClr>
                    </a:solid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extLst>
                  <a:ext uri="{0D108BD9-81ED-4DB2-BD59-A6C34878D82A}">
                    <a16:rowId xmlns:a16="http://schemas.microsoft.com/office/drawing/2014/main" val="10008"/>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09"/>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0"/>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1"/>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2"/>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3"/>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4"/>
                  </a:ext>
                </a:extLst>
              </a:tr>
              <a:tr h="182880">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tc>
                <a:extLst>
                  <a:ext uri="{0D108BD9-81ED-4DB2-BD59-A6C34878D82A}">
                    <a16:rowId xmlns:a16="http://schemas.microsoft.com/office/drawing/2014/main" val="10015"/>
                  </a:ext>
                </a:extLst>
              </a:tr>
            </a:tbl>
          </a:graphicData>
        </a:graphic>
      </p:graphicFrame>
      <p:graphicFrame>
        <p:nvGraphicFramePr>
          <p:cNvPr id="88" name="Table 87"/>
          <p:cNvGraphicFramePr>
            <a:graphicFrameLocks noGrp="1"/>
          </p:cNvGraphicFramePr>
          <p:nvPr>
            <p:extLst>
              <p:ext uri="{D42A27DB-BD31-4B8C-83A1-F6EECF244321}">
                <p14:modId xmlns:p14="http://schemas.microsoft.com/office/powerpoint/2010/main" val="3563178961"/>
              </p:ext>
            </p:extLst>
          </p:nvPr>
        </p:nvGraphicFramePr>
        <p:xfrm>
          <a:off x="4918570"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5" name="TextBox 4"/>
          <p:cNvSpPr txBox="1"/>
          <p:nvPr/>
        </p:nvSpPr>
        <p:spPr>
          <a:xfrm>
            <a:off x="5848210" y="4245336"/>
            <a:ext cx="1066800" cy="369332"/>
          </a:xfrm>
          <a:prstGeom prst="rect">
            <a:avLst/>
          </a:prstGeom>
          <a:noFill/>
        </p:spPr>
        <p:txBody>
          <a:bodyPr wrap="square" rtlCol="0">
            <a:spAutoFit/>
          </a:bodyPr>
          <a:lstStyle/>
          <a:p>
            <a:pPr algn="ctr"/>
            <a:r>
              <a:rPr lang="en-US" dirty="0"/>
              <a:t>output</a:t>
            </a:r>
          </a:p>
        </p:txBody>
      </p:sp>
      <p:sp>
        <p:nvSpPr>
          <p:cNvPr id="6" name="TextBox 5"/>
          <p:cNvSpPr txBox="1"/>
          <p:nvPr/>
        </p:nvSpPr>
        <p:spPr>
          <a:xfrm>
            <a:off x="2237768" y="4229975"/>
            <a:ext cx="1066800" cy="800219"/>
          </a:xfrm>
          <a:prstGeom prst="rect">
            <a:avLst/>
          </a:prstGeom>
          <a:noFill/>
        </p:spPr>
        <p:txBody>
          <a:bodyPr wrap="square" rtlCol="0">
            <a:spAutoFit/>
          </a:bodyPr>
          <a:lstStyle/>
          <a:p>
            <a:pPr algn="ctr"/>
            <a:r>
              <a:rPr lang="en-US" dirty="0"/>
              <a:t>input</a:t>
            </a:r>
          </a:p>
          <a:p>
            <a:pPr algn="ctr"/>
            <a:r>
              <a:rPr lang="en-US" sz="1400" dirty="0">
                <a:solidFill>
                  <a:schemeClr val="bg1">
                    <a:lumMod val="50000"/>
                  </a:schemeClr>
                </a:solidFill>
              </a:rPr>
              <a:t>(in global memory)</a:t>
            </a:r>
          </a:p>
        </p:txBody>
      </p:sp>
      <p:sp>
        <p:nvSpPr>
          <p:cNvPr id="7" name="TextBox 6"/>
          <p:cNvSpPr txBox="1"/>
          <p:nvPr/>
        </p:nvSpPr>
        <p:spPr>
          <a:xfrm>
            <a:off x="391886" y="5124921"/>
            <a:ext cx="8360228" cy="400110"/>
          </a:xfrm>
          <a:prstGeom prst="rect">
            <a:avLst/>
          </a:prstGeom>
          <a:noFill/>
        </p:spPr>
        <p:txBody>
          <a:bodyPr wrap="square" rtlCol="0">
            <a:spAutoFit/>
          </a:bodyPr>
          <a:lstStyle/>
          <a:p>
            <a:pPr algn="ctr"/>
            <a:r>
              <a:rPr lang="en-US" sz="2000" b="1" u="sng" dirty="0"/>
              <a:t>Observation:</a:t>
            </a:r>
            <a:r>
              <a:rPr lang="en-US" sz="2000" dirty="0"/>
              <a:t> Threads in the same block load some of the same input elements</a:t>
            </a:r>
          </a:p>
        </p:txBody>
      </p:sp>
    </p:spTree>
    <p:extLst>
      <p:ext uri="{BB962C8B-B14F-4D97-AF65-F5344CB8AC3E}">
        <p14:creationId xmlns:p14="http://schemas.microsoft.com/office/powerpoint/2010/main" val="3426603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par>
                                <p:cTn id="8" presetID="10" presetClass="entr" presetSubtype="0" fill="hold" nodeType="withEffect">
                                  <p:stCondLst>
                                    <p:cond delay="0"/>
                                  </p:stCondLst>
                                  <p:childTnLst>
                                    <p:set>
                                      <p:cBhvr>
                                        <p:cTn id="9" dur="1" fill="hold">
                                          <p:stCondLst>
                                            <p:cond delay="0"/>
                                          </p:stCondLst>
                                        </p:cTn>
                                        <p:tgtEl>
                                          <p:spTgt spid="88"/>
                                        </p:tgtEl>
                                        <p:attrNameLst>
                                          <p:attrName>style.visibility</p:attrName>
                                        </p:attrNameLst>
                                      </p:cBhvr>
                                      <p:to>
                                        <p:strVal val="visible"/>
                                      </p:to>
                                    </p:set>
                                    <p:animEffect transition="in" filter="fade">
                                      <p:cBhvr>
                                        <p:cTn id="10" dur="500"/>
                                        <p:tgtEl>
                                          <p:spTgt spid="8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Shared Memory Tiling (2D)</a:t>
            </a:r>
          </a:p>
        </p:txBody>
      </p:sp>
      <p:graphicFrame>
        <p:nvGraphicFramePr>
          <p:cNvPr id="141" name="Table 140"/>
          <p:cNvGraphicFramePr>
            <a:graphicFrameLocks noGrp="1"/>
          </p:cNvGraphicFramePr>
          <p:nvPr>
            <p:extLst>
              <p:ext uri="{D42A27DB-BD31-4B8C-83A1-F6EECF244321}">
                <p14:modId xmlns:p14="http://schemas.microsoft.com/office/powerpoint/2010/main" val="2232953056"/>
              </p:ext>
            </p:extLst>
          </p:nvPr>
        </p:nvGraphicFramePr>
        <p:xfrm>
          <a:off x="1308128"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5"/>
                  </a:ext>
                </a:extLst>
              </a:tr>
            </a:tbl>
          </a:graphicData>
        </a:graphic>
      </p:graphicFrame>
      <p:graphicFrame>
        <p:nvGraphicFramePr>
          <p:cNvPr id="88" name="Table 87"/>
          <p:cNvGraphicFramePr>
            <a:graphicFrameLocks noGrp="1"/>
          </p:cNvGraphicFramePr>
          <p:nvPr>
            <p:extLst>
              <p:ext uri="{D42A27DB-BD31-4B8C-83A1-F6EECF244321}">
                <p14:modId xmlns:p14="http://schemas.microsoft.com/office/powerpoint/2010/main" val="1423652146"/>
              </p:ext>
            </p:extLst>
          </p:nvPr>
        </p:nvGraphicFramePr>
        <p:xfrm>
          <a:off x="4918570"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5" name="TextBox 4"/>
          <p:cNvSpPr txBox="1"/>
          <p:nvPr/>
        </p:nvSpPr>
        <p:spPr>
          <a:xfrm>
            <a:off x="5848210" y="4245336"/>
            <a:ext cx="1066800" cy="369332"/>
          </a:xfrm>
          <a:prstGeom prst="rect">
            <a:avLst/>
          </a:prstGeom>
          <a:noFill/>
        </p:spPr>
        <p:txBody>
          <a:bodyPr wrap="square" rtlCol="0">
            <a:spAutoFit/>
          </a:bodyPr>
          <a:lstStyle/>
          <a:p>
            <a:pPr algn="ctr"/>
            <a:r>
              <a:rPr lang="en-US" dirty="0"/>
              <a:t>output</a:t>
            </a:r>
          </a:p>
        </p:txBody>
      </p:sp>
      <p:sp>
        <p:nvSpPr>
          <p:cNvPr id="7" name="TextBox 6"/>
          <p:cNvSpPr txBox="1"/>
          <p:nvPr/>
        </p:nvSpPr>
        <p:spPr>
          <a:xfrm>
            <a:off x="391886" y="5124921"/>
            <a:ext cx="8360228" cy="1323439"/>
          </a:xfrm>
          <a:prstGeom prst="rect">
            <a:avLst/>
          </a:prstGeom>
          <a:noFill/>
        </p:spPr>
        <p:txBody>
          <a:bodyPr wrap="square" rtlCol="0">
            <a:spAutoFit/>
          </a:bodyPr>
          <a:lstStyle/>
          <a:p>
            <a:pPr algn="ctr"/>
            <a:r>
              <a:rPr lang="en-US" sz="2000" b="1" u="sng" dirty="0"/>
              <a:t>Observation:</a:t>
            </a:r>
            <a:r>
              <a:rPr lang="en-US" sz="2000" dirty="0"/>
              <a:t> Threads in the same block load some of the same input elements</a:t>
            </a:r>
          </a:p>
          <a:p>
            <a:pPr algn="ctr"/>
            <a:endParaRPr lang="en-US" sz="2000" dirty="0"/>
          </a:p>
          <a:p>
            <a:pPr algn="ctr"/>
            <a:r>
              <a:rPr lang="en-US" sz="2000" b="1" u="sng" dirty="0"/>
              <a:t>Optimization:</a:t>
            </a:r>
            <a:r>
              <a:rPr lang="en-US" sz="2000" dirty="0"/>
              <a:t> Each thread loads one input element to shared memory and other threads access the element from shared memory</a:t>
            </a:r>
          </a:p>
        </p:txBody>
      </p:sp>
      <p:sp>
        <p:nvSpPr>
          <p:cNvPr id="8" name="TextBox 7"/>
          <p:cNvSpPr txBox="1"/>
          <p:nvPr/>
        </p:nvSpPr>
        <p:spPr>
          <a:xfrm>
            <a:off x="1674711" y="2954437"/>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spTree>
    <p:extLst>
      <p:ext uri="{BB962C8B-B14F-4D97-AF65-F5344CB8AC3E}">
        <p14:creationId xmlns:p14="http://schemas.microsoft.com/office/powerpoint/2010/main" val="2234031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Different Tile Dimensions</a:t>
            </a:r>
          </a:p>
        </p:txBody>
      </p:sp>
      <p:graphicFrame>
        <p:nvGraphicFramePr>
          <p:cNvPr id="141" name="Table 140"/>
          <p:cNvGraphicFramePr>
            <a:graphicFrameLocks noGrp="1"/>
          </p:cNvGraphicFramePr>
          <p:nvPr>
            <p:extLst>
              <p:ext uri="{D42A27DB-BD31-4B8C-83A1-F6EECF244321}">
                <p14:modId xmlns:p14="http://schemas.microsoft.com/office/powerpoint/2010/main" val="3267084287"/>
              </p:ext>
            </p:extLst>
          </p:nvPr>
        </p:nvGraphicFramePr>
        <p:xfrm>
          <a:off x="1308128"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5"/>
                  </a:ext>
                </a:extLst>
              </a:tr>
            </a:tbl>
          </a:graphicData>
        </a:graphic>
      </p:graphicFrame>
      <p:graphicFrame>
        <p:nvGraphicFramePr>
          <p:cNvPr id="88" name="Table 87"/>
          <p:cNvGraphicFramePr>
            <a:graphicFrameLocks noGrp="1"/>
          </p:cNvGraphicFramePr>
          <p:nvPr>
            <p:extLst>
              <p:ext uri="{D42A27DB-BD31-4B8C-83A1-F6EECF244321}">
                <p14:modId xmlns:p14="http://schemas.microsoft.com/office/powerpoint/2010/main" val="2336095649"/>
              </p:ext>
            </p:extLst>
          </p:nvPr>
        </p:nvGraphicFramePr>
        <p:xfrm>
          <a:off x="4918570"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
        <p:nvSpPr>
          <p:cNvPr id="8" name="TextBox 7"/>
          <p:cNvSpPr txBox="1"/>
          <p:nvPr/>
        </p:nvSpPr>
        <p:spPr>
          <a:xfrm>
            <a:off x="628650" y="4847922"/>
            <a:ext cx="7886700" cy="1600438"/>
          </a:xfrm>
          <a:prstGeom prst="rect">
            <a:avLst/>
          </a:prstGeom>
          <a:noFill/>
        </p:spPr>
        <p:txBody>
          <a:bodyPr wrap="square" rtlCol="0">
            <a:spAutoFit/>
          </a:bodyPr>
          <a:lstStyle/>
          <a:p>
            <a:pPr algn="ctr"/>
            <a:r>
              <a:rPr lang="en-US" sz="2000" b="1" u="sng" dirty="0"/>
              <a:t>Challenge:</a:t>
            </a:r>
            <a:r>
              <a:rPr lang="en-US" sz="2000" dirty="0"/>
              <a:t> Input and output tiles have different dimensions</a:t>
            </a:r>
          </a:p>
          <a:p>
            <a:pPr algn="ctr"/>
            <a:r>
              <a:rPr lang="en-US" dirty="0">
                <a:solidFill>
                  <a:schemeClr val="bg1">
                    <a:lumMod val="50000"/>
                  </a:schemeClr>
                </a:solidFill>
              </a:rPr>
              <a:t>( output tile dimension = input tile dimension – 2 )</a:t>
            </a:r>
          </a:p>
          <a:p>
            <a:pPr algn="ctr"/>
            <a:endParaRPr lang="en-US" sz="2000" dirty="0"/>
          </a:p>
          <a:p>
            <a:pPr algn="ctr"/>
            <a:r>
              <a:rPr lang="en-US" sz="2000" b="1" u="sng" dirty="0"/>
              <a:t>Solution:</a:t>
            </a:r>
            <a:r>
              <a:rPr lang="en-US" sz="2000" dirty="0"/>
              <a:t> Launch enough threads per block to load the input tile to shared memory, then use a subset of them to compute and store the output tile</a:t>
            </a:r>
            <a:endParaRPr lang="en-US" sz="2000" dirty="0">
              <a:solidFill>
                <a:schemeClr val="bg1">
                  <a:lumMod val="50000"/>
                </a:schemeClr>
              </a:solidFill>
            </a:endParaRPr>
          </a:p>
        </p:txBody>
      </p:sp>
      <p:cxnSp>
        <p:nvCxnSpPr>
          <p:cNvPr id="9" name="Straight Arrow Connector 8"/>
          <p:cNvCxnSpPr/>
          <p:nvPr/>
        </p:nvCxnSpPr>
        <p:spPr>
          <a:xfrm>
            <a:off x="5640424" y="1198204"/>
            <a:ext cx="737667"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5119123" y="892326"/>
            <a:ext cx="1763624" cy="307777"/>
          </a:xfrm>
          <a:prstGeom prst="rect">
            <a:avLst/>
          </a:prstGeom>
          <a:noFill/>
        </p:spPr>
        <p:txBody>
          <a:bodyPr wrap="none" rtlCol="0">
            <a:spAutoFit/>
          </a:bodyPr>
          <a:lstStyle/>
          <a:p>
            <a:pPr algn="ctr"/>
            <a:r>
              <a:rPr lang="en-US" sz="1400" dirty="0"/>
              <a:t>output tile dimension</a:t>
            </a:r>
          </a:p>
        </p:txBody>
      </p:sp>
      <p:cxnSp>
        <p:nvCxnSpPr>
          <p:cNvPr id="11" name="Straight Arrow Connector 10"/>
          <p:cNvCxnSpPr/>
          <p:nvPr/>
        </p:nvCxnSpPr>
        <p:spPr>
          <a:xfrm>
            <a:off x="1848507" y="1774121"/>
            <a:ext cx="109728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588350" y="1466344"/>
            <a:ext cx="1649812" cy="307777"/>
          </a:xfrm>
          <a:prstGeom prst="rect">
            <a:avLst/>
          </a:prstGeom>
          <a:noFill/>
        </p:spPr>
        <p:txBody>
          <a:bodyPr wrap="none" rtlCol="0">
            <a:spAutoFit/>
          </a:bodyPr>
          <a:lstStyle/>
          <a:p>
            <a:pPr algn="ctr"/>
            <a:r>
              <a:rPr lang="en-US" sz="1400" dirty="0"/>
              <a:t>input tile dimension</a:t>
            </a:r>
          </a:p>
        </p:txBody>
      </p:sp>
      <p:sp>
        <p:nvSpPr>
          <p:cNvPr id="13" name="TextBox 12"/>
          <p:cNvSpPr txBox="1"/>
          <p:nvPr/>
        </p:nvSpPr>
        <p:spPr>
          <a:xfrm>
            <a:off x="1674711" y="2954437"/>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sp>
        <p:nvSpPr>
          <p:cNvPr id="16" name="TextBox 15"/>
          <p:cNvSpPr txBox="1"/>
          <p:nvPr/>
        </p:nvSpPr>
        <p:spPr>
          <a:xfrm>
            <a:off x="5848210" y="4245336"/>
            <a:ext cx="1066800" cy="369332"/>
          </a:xfrm>
          <a:prstGeom prst="rect">
            <a:avLst/>
          </a:prstGeom>
          <a:noFill/>
        </p:spPr>
        <p:txBody>
          <a:bodyPr wrap="square" rtlCol="0">
            <a:spAutoFit/>
          </a:bodyPr>
          <a:lstStyle/>
          <a:p>
            <a:pPr algn="ctr"/>
            <a:r>
              <a:rPr lang="en-US" dirty="0"/>
              <a:t>output</a:t>
            </a:r>
          </a:p>
        </p:txBody>
      </p:sp>
    </p:spTree>
    <p:extLst>
      <p:ext uri="{BB962C8B-B14F-4D97-AF65-F5344CB8AC3E}">
        <p14:creationId xmlns:p14="http://schemas.microsoft.com/office/powerpoint/2010/main" val="426407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Effect transition="in" filter="fade">
                                      <p:cBhvr>
                                        <p:cTn id="15"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Different Tile Dimensions</a:t>
            </a:r>
          </a:p>
        </p:txBody>
      </p:sp>
      <p:graphicFrame>
        <p:nvGraphicFramePr>
          <p:cNvPr id="141" name="Table 140"/>
          <p:cNvGraphicFramePr>
            <a:graphicFrameLocks noGrp="1"/>
          </p:cNvGraphicFramePr>
          <p:nvPr>
            <p:extLst>
              <p:ext uri="{D42A27DB-BD31-4B8C-83A1-F6EECF244321}">
                <p14:modId xmlns:p14="http://schemas.microsoft.com/office/powerpoint/2010/main" val="373850206"/>
              </p:ext>
            </p:extLst>
          </p:nvPr>
        </p:nvGraphicFramePr>
        <p:xfrm>
          <a:off x="1308128"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5"/>
                  </a:ext>
                </a:extLst>
              </a:tr>
            </a:tbl>
          </a:graphicData>
        </a:graphic>
      </p:graphicFrame>
      <p:graphicFrame>
        <p:nvGraphicFramePr>
          <p:cNvPr id="88" name="Table 87"/>
          <p:cNvGraphicFramePr>
            <a:graphicFrameLocks noGrp="1"/>
          </p:cNvGraphicFramePr>
          <p:nvPr>
            <p:extLst>
              <p:ext uri="{D42A27DB-BD31-4B8C-83A1-F6EECF244321}">
                <p14:modId xmlns:p14="http://schemas.microsoft.com/office/powerpoint/2010/main" val="350210605"/>
              </p:ext>
            </p:extLst>
          </p:nvPr>
        </p:nvGraphicFramePr>
        <p:xfrm>
          <a:off x="4918570"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560620495"/>
              </p:ext>
            </p:extLst>
          </p:nvPr>
        </p:nvGraphicFramePr>
        <p:xfrm>
          <a:off x="2454093" y="4970056"/>
          <a:ext cx="1097280" cy="10972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tblGrid>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7" name="TextBox 6"/>
          <p:cNvSpPr txBox="1"/>
          <p:nvPr/>
        </p:nvSpPr>
        <p:spPr>
          <a:xfrm>
            <a:off x="2240733" y="6070949"/>
            <a:ext cx="1524000" cy="369332"/>
          </a:xfrm>
          <a:prstGeom prst="rect">
            <a:avLst/>
          </a:prstGeom>
          <a:noFill/>
        </p:spPr>
        <p:txBody>
          <a:bodyPr wrap="square" rtlCol="0">
            <a:spAutoFit/>
          </a:bodyPr>
          <a:lstStyle/>
          <a:p>
            <a:pPr algn="ctr"/>
            <a:r>
              <a:rPr lang="en-US" dirty="0"/>
              <a:t>thread block</a:t>
            </a:r>
          </a:p>
        </p:txBody>
      </p:sp>
      <p:cxnSp>
        <p:nvCxnSpPr>
          <p:cNvPr id="9" name="Straight Arrow Connector 8"/>
          <p:cNvCxnSpPr/>
          <p:nvPr/>
        </p:nvCxnSpPr>
        <p:spPr>
          <a:xfrm>
            <a:off x="5640424" y="1198204"/>
            <a:ext cx="737667"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5119123" y="892326"/>
            <a:ext cx="1763624" cy="307777"/>
          </a:xfrm>
          <a:prstGeom prst="rect">
            <a:avLst/>
          </a:prstGeom>
          <a:noFill/>
        </p:spPr>
        <p:txBody>
          <a:bodyPr wrap="none" rtlCol="0">
            <a:spAutoFit/>
          </a:bodyPr>
          <a:lstStyle/>
          <a:p>
            <a:pPr algn="ctr"/>
            <a:r>
              <a:rPr lang="en-US" sz="1400" dirty="0"/>
              <a:t>output tile dimension</a:t>
            </a:r>
          </a:p>
        </p:txBody>
      </p:sp>
      <p:cxnSp>
        <p:nvCxnSpPr>
          <p:cNvPr id="11" name="Straight Arrow Connector 10"/>
          <p:cNvCxnSpPr/>
          <p:nvPr/>
        </p:nvCxnSpPr>
        <p:spPr>
          <a:xfrm>
            <a:off x="1848507" y="1774121"/>
            <a:ext cx="109728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588350" y="1466344"/>
            <a:ext cx="1649812" cy="307777"/>
          </a:xfrm>
          <a:prstGeom prst="rect">
            <a:avLst/>
          </a:prstGeom>
          <a:noFill/>
        </p:spPr>
        <p:txBody>
          <a:bodyPr wrap="none" rtlCol="0">
            <a:spAutoFit/>
          </a:bodyPr>
          <a:lstStyle/>
          <a:p>
            <a:pPr algn="ctr"/>
            <a:r>
              <a:rPr lang="en-US" sz="1400" dirty="0"/>
              <a:t>input tile dimension</a:t>
            </a:r>
          </a:p>
        </p:txBody>
      </p:sp>
      <p:sp>
        <p:nvSpPr>
          <p:cNvPr id="13" name="TextBox 12"/>
          <p:cNvSpPr txBox="1"/>
          <p:nvPr/>
        </p:nvSpPr>
        <p:spPr>
          <a:xfrm>
            <a:off x="1674711" y="2954437"/>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cxnSp>
        <p:nvCxnSpPr>
          <p:cNvPr id="14" name="Straight Arrow Connector 13"/>
          <p:cNvCxnSpPr/>
          <p:nvPr/>
        </p:nvCxnSpPr>
        <p:spPr>
          <a:xfrm>
            <a:off x="2454093" y="4591767"/>
            <a:ext cx="109728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2177827" y="4283990"/>
            <a:ext cx="1649812" cy="307777"/>
          </a:xfrm>
          <a:prstGeom prst="rect">
            <a:avLst/>
          </a:prstGeom>
          <a:noFill/>
        </p:spPr>
        <p:txBody>
          <a:bodyPr wrap="none" rtlCol="0">
            <a:spAutoFit/>
          </a:bodyPr>
          <a:lstStyle/>
          <a:p>
            <a:pPr algn="ctr"/>
            <a:r>
              <a:rPr lang="en-US" sz="1400" dirty="0"/>
              <a:t>input tile dimension</a:t>
            </a:r>
          </a:p>
        </p:txBody>
      </p:sp>
      <p:sp>
        <p:nvSpPr>
          <p:cNvPr id="18" name="TextBox 17"/>
          <p:cNvSpPr txBox="1"/>
          <p:nvPr/>
        </p:nvSpPr>
        <p:spPr>
          <a:xfrm>
            <a:off x="5848210" y="4245336"/>
            <a:ext cx="1066800" cy="369332"/>
          </a:xfrm>
          <a:prstGeom prst="rect">
            <a:avLst/>
          </a:prstGeom>
          <a:noFill/>
        </p:spPr>
        <p:txBody>
          <a:bodyPr wrap="square" rtlCol="0">
            <a:spAutoFit/>
          </a:bodyPr>
          <a:lstStyle/>
          <a:p>
            <a:pPr algn="ctr"/>
            <a:r>
              <a:rPr lang="en-US" dirty="0"/>
              <a:t>output</a:t>
            </a:r>
          </a:p>
        </p:txBody>
      </p:sp>
    </p:spTree>
    <p:extLst>
      <p:ext uri="{BB962C8B-B14F-4D97-AF65-F5344CB8AC3E}">
        <p14:creationId xmlns:p14="http://schemas.microsoft.com/office/powerpoint/2010/main" val="108129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Different Tile Dimensions</a:t>
            </a:r>
          </a:p>
        </p:txBody>
      </p:sp>
      <p:graphicFrame>
        <p:nvGraphicFramePr>
          <p:cNvPr id="141" name="Table 140"/>
          <p:cNvGraphicFramePr>
            <a:graphicFrameLocks noGrp="1"/>
          </p:cNvGraphicFramePr>
          <p:nvPr>
            <p:extLst>
              <p:ext uri="{D42A27DB-BD31-4B8C-83A1-F6EECF244321}">
                <p14:modId xmlns:p14="http://schemas.microsoft.com/office/powerpoint/2010/main" val="1499833006"/>
              </p:ext>
            </p:extLst>
          </p:nvPr>
        </p:nvGraphicFramePr>
        <p:xfrm>
          <a:off x="1308128"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5"/>
                  </a:ext>
                </a:extLst>
              </a:tr>
            </a:tbl>
          </a:graphicData>
        </a:graphic>
      </p:graphicFrame>
      <p:graphicFrame>
        <p:nvGraphicFramePr>
          <p:cNvPr id="88" name="Table 87"/>
          <p:cNvGraphicFramePr>
            <a:graphicFrameLocks noGrp="1"/>
          </p:cNvGraphicFramePr>
          <p:nvPr>
            <p:extLst>
              <p:ext uri="{D42A27DB-BD31-4B8C-83A1-F6EECF244321}">
                <p14:modId xmlns:p14="http://schemas.microsoft.com/office/powerpoint/2010/main" val="3235206973"/>
              </p:ext>
            </p:extLst>
          </p:nvPr>
        </p:nvGraphicFramePr>
        <p:xfrm>
          <a:off x="4918570"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957024977"/>
              </p:ext>
            </p:extLst>
          </p:nvPr>
        </p:nvGraphicFramePr>
        <p:xfrm>
          <a:off x="2454093" y="4970056"/>
          <a:ext cx="1097280" cy="10972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tblGrid>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2240733" y="6070949"/>
            <a:ext cx="1524000" cy="369332"/>
          </a:xfrm>
          <a:prstGeom prst="rect">
            <a:avLst/>
          </a:prstGeom>
          <a:noFill/>
        </p:spPr>
        <p:txBody>
          <a:bodyPr wrap="square" rtlCol="0">
            <a:spAutoFit/>
          </a:bodyPr>
          <a:lstStyle/>
          <a:p>
            <a:pPr algn="ctr"/>
            <a:r>
              <a:rPr lang="en-US" dirty="0"/>
              <a:t>thread block</a:t>
            </a:r>
          </a:p>
        </p:txBody>
      </p:sp>
      <p:cxnSp>
        <p:nvCxnSpPr>
          <p:cNvPr id="9" name="Straight Arrow Connector 8"/>
          <p:cNvCxnSpPr/>
          <p:nvPr/>
        </p:nvCxnSpPr>
        <p:spPr>
          <a:xfrm>
            <a:off x="5640424" y="1198204"/>
            <a:ext cx="737667"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5119123" y="892326"/>
            <a:ext cx="1763624" cy="307777"/>
          </a:xfrm>
          <a:prstGeom prst="rect">
            <a:avLst/>
          </a:prstGeom>
          <a:noFill/>
        </p:spPr>
        <p:txBody>
          <a:bodyPr wrap="none" rtlCol="0">
            <a:spAutoFit/>
          </a:bodyPr>
          <a:lstStyle/>
          <a:p>
            <a:pPr algn="ctr"/>
            <a:r>
              <a:rPr lang="en-US" sz="1400" dirty="0"/>
              <a:t>output tile dimension</a:t>
            </a:r>
          </a:p>
        </p:txBody>
      </p:sp>
      <p:cxnSp>
        <p:nvCxnSpPr>
          <p:cNvPr id="11" name="Straight Arrow Connector 10"/>
          <p:cNvCxnSpPr/>
          <p:nvPr/>
        </p:nvCxnSpPr>
        <p:spPr>
          <a:xfrm>
            <a:off x="1848507" y="1774121"/>
            <a:ext cx="109728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588350" y="1466344"/>
            <a:ext cx="1649812" cy="307777"/>
          </a:xfrm>
          <a:prstGeom prst="rect">
            <a:avLst/>
          </a:prstGeom>
          <a:noFill/>
        </p:spPr>
        <p:txBody>
          <a:bodyPr wrap="none" rtlCol="0">
            <a:spAutoFit/>
          </a:bodyPr>
          <a:lstStyle/>
          <a:p>
            <a:pPr algn="ctr"/>
            <a:r>
              <a:rPr lang="en-US" sz="1400" dirty="0"/>
              <a:t>input tile dimension</a:t>
            </a:r>
          </a:p>
        </p:txBody>
      </p:sp>
      <p:sp>
        <p:nvSpPr>
          <p:cNvPr id="13" name="TextBox 12"/>
          <p:cNvSpPr txBox="1"/>
          <p:nvPr/>
        </p:nvSpPr>
        <p:spPr>
          <a:xfrm>
            <a:off x="1674711" y="2954437"/>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cxnSp>
        <p:nvCxnSpPr>
          <p:cNvPr id="14" name="Straight Arrow Connector 13"/>
          <p:cNvCxnSpPr/>
          <p:nvPr/>
        </p:nvCxnSpPr>
        <p:spPr>
          <a:xfrm>
            <a:off x="2454093" y="4591767"/>
            <a:ext cx="109728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2177827" y="4283990"/>
            <a:ext cx="1649812" cy="307777"/>
          </a:xfrm>
          <a:prstGeom prst="rect">
            <a:avLst/>
          </a:prstGeom>
          <a:noFill/>
        </p:spPr>
        <p:txBody>
          <a:bodyPr wrap="none" rtlCol="0">
            <a:spAutoFit/>
          </a:bodyPr>
          <a:lstStyle/>
          <a:p>
            <a:pPr algn="ctr"/>
            <a:r>
              <a:rPr lang="en-US" sz="1400" dirty="0"/>
              <a:t>input tile dimension</a:t>
            </a:r>
          </a:p>
        </p:txBody>
      </p:sp>
      <p:sp>
        <p:nvSpPr>
          <p:cNvPr id="18" name="TextBox 17"/>
          <p:cNvSpPr txBox="1"/>
          <p:nvPr/>
        </p:nvSpPr>
        <p:spPr>
          <a:xfrm>
            <a:off x="461154" y="5057031"/>
            <a:ext cx="2131266" cy="923330"/>
          </a:xfrm>
          <a:prstGeom prst="rect">
            <a:avLst/>
          </a:prstGeom>
          <a:noFill/>
        </p:spPr>
        <p:txBody>
          <a:bodyPr wrap="square" rtlCol="0">
            <a:spAutoFit/>
          </a:bodyPr>
          <a:lstStyle/>
          <a:p>
            <a:pPr algn="ctr"/>
            <a:r>
              <a:rPr lang="en-US" b="1" dirty="0">
                <a:solidFill>
                  <a:schemeClr val="accent5"/>
                </a:solidFill>
              </a:rPr>
              <a:t>all threads active when loading the input tile</a:t>
            </a:r>
          </a:p>
        </p:txBody>
      </p:sp>
      <p:sp>
        <p:nvSpPr>
          <p:cNvPr id="19" name="TextBox 18"/>
          <p:cNvSpPr txBox="1"/>
          <p:nvPr/>
        </p:nvSpPr>
        <p:spPr>
          <a:xfrm>
            <a:off x="5848210" y="4245336"/>
            <a:ext cx="1066800" cy="369332"/>
          </a:xfrm>
          <a:prstGeom prst="rect">
            <a:avLst/>
          </a:prstGeom>
          <a:noFill/>
        </p:spPr>
        <p:txBody>
          <a:bodyPr wrap="square" rtlCol="0">
            <a:spAutoFit/>
          </a:bodyPr>
          <a:lstStyle/>
          <a:p>
            <a:pPr algn="ctr"/>
            <a:r>
              <a:rPr lang="en-US" dirty="0"/>
              <a:t>output</a:t>
            </a:r>
          </a:p>
        </p:txBody>
      </p:sp>
    </p:spTree>
    <p:extLst>
      <p:ext uri="{BB962C8B-B14F-4D97-AF65-F5344CB8AC3E}">
        <p14:creationId xmlns:p14="http://schemas.microsoft.com/office/powerpoint/2010/main" val="374510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Different Tile Dimensions</a:t>
            </a:r>
          </a:p>
        </p:txBody>
      </p:sp>
      <p:graphicFrame>
        <p:nvGraphicFramePr>
          <p:cNvPr id="141" name="Table 140"/>
          <p:cNvGraphicFramePr>
            <a:graphicFrameLocks noGrp="1"/>
          </p:cNvGraphicFramePr>
          <p:nvPr>
            <p:extLst>
              <p:ext uri="{D42A27DB-BD31-4B8C-83A1-F6EECF244321}">
                <p14:modId xmlns:p14="http://schemas.microsoft.com/office/powerpoint/2010/main" val="803586756"/>
              </p:ext>
            </p:extLst>
          </p:nvPr>
        </p:nvGraphicFramePr>
        <p:xfrm>
          <a:off x="1308128"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00" dirty="0"/>
                    </a:p>
                  </a:txBody>
                  <a:tcPr marL="43307" marR="43307" marT="21654" marB="2165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15"/>
                  </a:ext>
                </a:extLst>
              </a:tr>
            </a:tbl>
          </a:graphicData>
        </a:graphic>
      </p:graphicFrame>
      <p:graphicFrame>
        <p:nvGraphicFramePr>
          <p:cNvPr id="88" name="Table 87"/>
          <p:cNvGraphicFramePr>
            <a:graphicFrameLocks noGrp="1"/>
          </p:cNvGraphicFramePr>
          <p:nvPr>
            <p:extLst>
              <p:ext uri="{D42A27DB-BD31-4B8C-83A1-F6EECF244321}">
                <p14:modId xmlns:p14="http://schemas.microsoft.com/office/powerpoint/2010/main" val="777423063"/>
              </p:ext>
            </p:extLst>
          </p:nvPr>
        </p:nvGraphicFramePr>
        <p:xfrm>
          <a:off x="4918570" y="1302383"/>
          <a:ext cx="2926080" cy="29260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gridCol w="182880">
                  <a:extLst>
                    <a:ext uri="{9D8B030D-6E8A-4147-A177-3AD203B41FA5}">
                      <a16:colId xmlns:a16="http://schemas.microsoft.com/office/drawing/2014/main" val="20006"/>
                    </a:ext>
                  </a:extLst>
                </a:gridCol>
                <a:gridCol w="182880">
                  <a:extLst>
                    <a:ext uri="{9D8B030D-6E8A-4147-A177-3AD203B41FA5}">
                      <a16:colId xmlns:a16="http://schemas.microsoft.com/office/drawing/2014/main" val="20007"/>
                    </a:ext>
                  </a:extLst>
                </a:gridCol>
                <a:gridCol w="182880">
                  <a:extLst>
                    <a:ext uri="{9D8B030D-6E8A-4147-A177-3AD203B41FA5}">
                      <a16:colId xmlns:a16="http://schemas.microsoft.com/office/drawing/2014/main" val="20008"/>
                    </a:ext>
                  </a:extLst>
                </a:gridCol>
                <a:gridCol w="182880">
                  <a:extLst>
                    <a:ext uri="{9D8B030D-6E8A-4147-A177-3AD203B41FA5}">
                      <a16:colId xmlns:a16="http://schemas.microsoft.com/office/drawing/2014/main" val="20009"/>
                    </a:ext>
                  </a:extLst>
                </a:gridCol>
                <a:gridCol w="182880">
                  <a:extLst>
                    <a:ext uri="{9D8B030D-6E8A-4147-A177-3AD203B41FA5}">
                      <a16:colId xmlns:a16="http://schemas.microsoft.com/office/drawing/2014/main" val="20010"/>
                    </a:ext>
                  </a:extLst>
                </a:gridCol>
                <a:gridCol w="182880">
                  <a:extLst>
                    <a:ext uri="{9D8B030D-6E8A-4147-A177-3AD203B41FA5}">
                      <a16:colId xmlns:a16="http://schemas.microsoft.com/office/drawing/2014/main" val="20011"/>
                    </a:ext>
                  </a:extLst>
                </a:gridCol>
                <a:gridCol w="182880">
                  <a:extLst>
                    <a:ext uri="{9D8B030D-6E8A-4147-A177-3AD203B41FA5}">
                      <a16:colId xmlns:a16="http://schemas.microsoft.com/office/drawing/2014/main" val="20012"/>
                    </a:ext>
                  </a:extLst>
                </a:gridCol>
                <a:gridCol w="182880">
                  <a:extLst>
                    <a:ext uri="{9D8B030D-6E8A-4147-A177-3AD203B41FA5}">
                      <a16:colId xmlns:a16="http://schemas.microsoft.com/office/drawing/2014/main" val="20013"/>
                    </a:ext>
                  </a:extLst>
                </a:gridCol>
                <a:gridCol w="182880">
                  <a:extLst>
                    <a:ext uri="{9D8B030D-6E8A-4147-A177-3AD203B41FA5}">
                      <a16:colId xmlns:a16="http://schemas.microsoft.com/office/drawing/2014/main" val="20014"/>
                    </a:ext>
                  </a:extLst>
                </a:gridCol>
                <a:gridCol w="182880">
                  <a:extLst>
                    <a:ext uri="{9D8B030D-6E8A-4147-A177-3AD203B41FA5}">
                      <a16:colId xmlns:a16="http://schemas.microsoft.com/office/drawing/2014/main" val="20015"/>
                    </a:ext>
                  </a:extLst>
                </a:gridCol>
              </a:tblGrid>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dirty="0"/>
                    </a:p>
                  </a:txBody>
                  <a:tcPr marL="43307" marR="43307" marT="21654" marB="21654">
                    <a:solidFill>
                      <a:schemeClr val="accent6"/>
                    </a:solid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solidFill>
                      <a:schemeClr val="accent6"/>
                    </a:solidFill>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a:p>
                  </a:txBody>
                  <a:tcPr marL="43307" marR="43307" marT="21654" marB="21654"/>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accent6"/>
                    </a:solidFill>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8"/>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9"/>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T w="38100" cap="flat" cmpd="sng" algn="ctr">
                      <a:solidFill>
                        <a:schemeClr val="tx1"/>
                      </a:solidFill>
                      <a:prstDash val="solid"/>
                      <a:round/>
                      <a:headEnd type="none" w="med" len="med"/>
                      <a:tailEnd type="none" w="med" len="med"/>
                    </a:lnT>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12"/>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3"/>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tcPr>
                </a:tc>
                <a:tc>
                  <a:txBody>
                    <a:bodyPr/>
                    <a:lstStyle/>
                    <a:p>
                      <a:endParaRPr lang="en-US" sz="100" dirty="0"/>
                    </a:p>
                  </a:txBody>
                  <a:tcPr marL="43307" marR="43307" marT="21654" marB="21654"/>
                </a:tc>
                <a:tc>
                  <a:txBody>
                    <a:bodyPr/>
                    <a:lstStyle/>
                    <a:p>
                      <a:endParaRPr lang="en-US" sz="100" dirty="0"/>
                    </a:p>
                  </a:txBody>
                  <a:tcPr marL="43307" marR="43307" marT="21654" marB="21654"/>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4"/>
                  </a:ext>
                </a:extLst>
              </a:tr>
              <a:tr h="182880">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B w="38100" cap="flat" cmpd="sng" algn="ctr">
                      <a:solidFill>
                        <a:schemeClr val="tx1"/>
                      </a:solidFill>
                      <a:prstDash val="solid"/>
                      <a:round/>
                      <a:headEnd type="none" w="med" len="med"/>
                      <a:tailEnd type="none" w="med" len="med"/>
                    </a:lnB>
                  </a:tcPr>
                </a:tc>
                <a:tc>
                  <a:txBody>
                    <a:bodyPr/>
                    <a:lstStyle/>
                    <a:p>
                      <a:endParaRPr lang="en-US" sz="100" dirty="0"/>
                    </a:p>
                  </a:txBody>
                  <a:tcPr marL="43307" marR="43307" marT="21654" marB="21654">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816732543"/>
              </p:ext>
            </p:extLst>
          </p:nvPr>
        </p:nvGraphicFramePr>
        <p:xfrm>
          <a:off x="2454093" y="4970056"/>
          <a:ext cx="1097280" cy="1097280"/>
        </p:xfrm>
        <a:graphic>
          <a:graphicData uri="http://schemas.openxmlformats.org/drawingml/2006/table">
            <a:tbl>
              <a:tblPr firstRow="1" bandRow="1">
                <a:tableStyleId>{5940675A-B579-460E-94D1-54222C63F5DA}</a:tableStyleId>
              </a:tblPr>
              <a:tblGrid>
                <a:gridCol w="182880">
                  <a:extLst>
                    <a:ext uri="{9D8B030D-6E8A-4147-A177-3AD203B41FA5}">
                      <a16:colId xmlns:a16="http://schemas.microsoft.com/office/drawing/2014/main" val="20000"/>
                    </a:ext>
                  </a:extLst>
                </a:gridCol>
                <a:gridCol w="182880">
                  <a:extLst>
                    <a:ext uri="{9D8B030D-6E8A-4147-A177-3AD203B41FA5}">
                      <a16:colId xmlns:a16="http://schemas.microsoft.com/office/drawing/2014/main" val="20001"/>
                    </a:ext>
                  </a:extLst>
                </a:gridCol>
                <a:gridCol w="182880">
                  <a:extLst>
                    <a:ext uri="{9D8B030D-6E8A-4147-A177-3AD203B41FA5}">
                      <a16:colId xmlns:a16="http://schemas.microsoft.com/office/drawing/2014/main" val="20002"/>
                    </a:ext>
                  </a:extLst>
                </a:gridCol>
                <a:gridCol w="182880">
                  <a:extLst>
                    <a:ext uri="{9D8B030D-6E8A-4147-A177-3AD203B41FA5}">
                      <a16:colId xmlns:a16="http://schemas.microsoft.com/office/drawing/2014/main" val="20003"/>
                    </a:ext>
                  </a:extLst>
                </a:gridCol>
                <a:gridCol w="182880">
                  <a:extLst>
                    <a:ext uri="{9D8B030D-6E8A-4147-A177-3AD203B41FA5}">
                      <a16:colId xmlns:a16="http://schemas.microsoft.com/office/drawing/2014/main" val="20004"/>
                    </a:ext>
                  </a:extLst>
                </a:gridCol>
                <a:gridCol w="182880">
                  <a:extLst>
                    <a:ext uri="{9D8B030D-6E8A-4147-A177-3AD203B41FA5}">
                      <a16:colId xmlns:a16="http://schemas.microsoft.com/office/drawing/2014/main" val="20005"/>
                    </a:ext>
                  </a:extLst>
                </a:gridCol>
              </a:tblGrid>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182880">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dirty="0"/>
                    </a:p>
                  </a:txBody>
                  <a:tcPr marL="43307" marR="43307" marT="21654" marB="21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7" name="TextBox 6"/>
          <p:cNvSpPr txBox="1"/>
          <p:nvPr/>
        </p:nvSpPr>
        <p:spPr>
          <a:xfrm>
            <a:off x="2240733" y="6070949"/>
            <a:ext cx="1524000" cy="369332"/>
          </a:xfrm>
          <a:prstGeom prst="rect">
            <a:avLst/>
          </a:prstGeom>
          <a:noFill/>
        </p:spPr>
        <p:txBody>
          <a:bodyPr wrap="square" rtlCol="0">
            <a:spAutoFit/>
          </a:bodyPr>
          <a:lstStyle/>
          <a:p>
            <a:pPr algn="ctr"/>
            <a:r>
              <a:rPr lang="en-US" dirty="0"/>
              <a:t>thread block</a:t>
            </a:r>
          </a:p>
        </p:txBody>
      </p:sp>
      <p:cxnSp>
        <p:nvCxnSpPr>
          <p:cNvPr id="9" name="Straight Arrow Connector 8"/>
          <p:cNvCxnSpPr/>
          <p:nvPr/>
        </p:nvCxnSpPr>
        <p:spPr>
          <a:xfrm>
            <a:off x="5640424" y="1198204"/>
            <a:ext cx="737667"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5119123" y="892326"/>
            <a:ext cx="1763624" cy="307777"/>
          </a:xfrm>
          <a:prstGeom prst="rect">
            <a:avLst/>
          </a:prstGeom>
          <a:noFill/>
        </p:spPr>
        <p:txBody>
          <a:bodyPr wrap="none" rtlCol="0">
            <a:spAutoFit/>
          </a:bodyPr>
          <a:lstStyle/>
          <a:p>
            <a:pPr algn="ctr"/>
            <a:r>
              <a:rPr lang="en-US" sz="1400" dirty="0"/>
              <a:t>output tile dimension</a:t>
            </a:r>
          </a:p>
        </p:txBody>
      </p:sp>
      <p:cxnSp>
        <p:nvCxnSpPr>
          <p:cNvPr id="11" name="Straight Arrow Connector 10"/>
          <p:cNvCxnSpPr/>
          <p:nvPr/>
        </p:nvCxnSpPr>
        <p:spPr>
          <a:xfrm>
            <a:off x="1848507" y="1774121"/>
            <a:ext cx="109728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2" name="TextBox 11"/>
          <p:cNvSpPr txBox="1"/>
          <p:nvPr/>
        </p:nvSpPr>
        <p:spPr>
          <a:xfrm>
            <a:off x="1588350" y="1466344"/>
            <a:ext cx="1649812" cy="307777"/>
          </a:xfrm>
          <a:prstGeom prst="rect">
            <a:avLst/>
          </a:prstGeom>
          <a:noFill/>
        </p:spPr>
        <p:txBody>
          <a:bodyPr wrap="none" rtlCol="0">
            <a:spAutoFit/>
          </a:bodyPr>
          <a:lstStyle/>
          <a:p>
            <a:pPr algn="ctr"/>
            <a:r>
              <a:rPr lang="en-US" sz="1400" dirty="0"/>
              <a:t>input tile dimension</a:t>
            </a:r>
          </a:p>
        </p:txBody>
      </p:sp>
      <p:sp>
        <p:nvSpPr>
          <p:cNvPr id="13" name="TextBox 12"/>
          <p:cNvSpPr txBox="1"/>
          <p:nvPr/>
        </p:nvSpPr>
        <p:spPr>
          <a:xfrm>
            <a:off x="1674711" y="2954437"/>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cxnSp>
        <p:nvCxnSpPr>
          <p:cNvPr id="14" name="Straight Arrow Connector 13"/>
          <p:cNvCxnSpPr/>
          <p:nvPr/>
        </p:nvCxnSpPr>
        <p:spPr>
          <a:xfrm>
            <a:off x="2454093" y="4591767"/>
            <a:ext cx="1097280"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2177827" y="4283990"/>
            <a:ext cx="1649812" cy="307777"/>
          </a:xfrm>
          <a:prstGeom prst="rect">
            <a:avLst/>
          </a:prstGeom>
          <a:noFill/>
        </p:spPr>
        <p:txBody>
          <a:bodyPr wrap="none" rtlCol="0">
            <a:spAutoFit/>
          </a:bodyPr>
          <a:lstStyle/>
          <a:p>
            <a:pPr algn="ctr"/>
            <a:r>
              <a:rPr lang="en-US" sz="1400" dirty="0"/>
              <a:t>input tile dimension</a:t>
            </a:r>
          </a:p>
        </p:txBody>
      </p:sp>
      <p:cxnSp>
        <p:nvCxnSpPr>
          <p:cNvPr id="16" name="Straight Arrow Connector 15"/>
          <p:cNvCxnSpPr/>
          <p:nvPr/>
        </p:nvCxnSpPr>
        <p:spPr>
          <a:xfrm>
            <a:off x="2633900" y="4899631"/>
            <a:ext cx="737667"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7" name="TextBox 16"/>
          <p:cNvSpPr txBox="1"/>
          <p:nvPr/>
        </p:nvSpPr>
        <p:spPr>
          <a:xfrm>
            <a:off x="2120921" y="4593753"/>
            <a:ext cx="1763624" cy="307777"/>
          </a:xfrm>
          <a:prstGeom prst="rect">
            <a:avLst/>
          </a:prstGeom>
          <a:noFill/>
        </p:spPr>
        <p:txBody>
          <a:bodyPr wrap="none" rtlCol="0">
            <a:spAutoFit/>
          </a:bodyPr>
          <a:lstStyle/>
          <a:p>
            <a:pPr algn="ctr"/>
            <a:r>
              <a:rPr lang="en-US" sz="1400" dirty="0"/>
              <a:t>output tile dimension</a:t>
            </a:r>
          </a:p>
        </p:txBody>
      </p:sp>
      <p:sp>
        <p:nvSpPr>
          <p:cNvPr id="18" name="TextBox 17"/>
          <p:cNvSpPr txBox="1"/>
          <p:nvPr/>
        </p:nvSpPr>
        <p:spPr>
          <a:xfrm>
            <a:off x="149300" y="4891217"/>
            <a:ext cx="2335946" cy="1200329"/>
          </a:xfrm>
          <a:prstGeom prst="rect">
            <a:avLst/>
          </a:prstGeom>
          <a:noFill/>
        </p:spPr>
        <p:txBody>
          <a:bodyPr wrap="square" rtlCol="0">
            <a:spAutoFit/>
          </a:bodyPr>
          <a:lstStyle/>
          <a:p>
            <a:pPr algn="ctr"/>
            <a:r>
              <a:rPr lang="en-US" b="1" dirty="0">
                <a:solidFill>
                  <a:schemeClr val="accent6"/>
                </a:solidFill>
              </a:rPr>
              <a:t>only internal threads active when  computing and storing the output tile</a:t>
            </a:r>
          </a:p>
        </p:txBody>
      </p:sp>
      <p:sp>
        <p:nvSpPr>
          <p:cNvPr id="19" name="TextBox 18"/>
          <p:cNvSpPr txBox="1"/>
          <p:nvPr/>
        </p:nvSpPr>
        <p:spPr>
          <a:xfrm>
            <a:off x="5848210" y="4245336"/>
            <a:ext cx="1066800" cy="369332"/>
          </a:xfrm>
          <a:prstGeom prst="rect">
            <a:avLst/>
          </a:prstGeom>
          <a:noFill/>
        </p:spPr>
        <p:txBody>
          <a:bodyPr wrap="square" rtlCol="0">
            <a:spAutoFit/>
          </a:bodyPr>
          <a:lstStyle/>
          <a:p>
            <a:pPr algn="ctr"/>
            <a:r>
              <a:rPr lang="en-US" dirty="0"/>
              <a:t>output</a:t>
            </a:r>
          </a:p>
        </p:txBody>
      </p:sp>
    </p:spTree>
    <p:extLst>
      <p:ext uri="{BB962C8B-B14F-4D97-AF65-F5344CB8AC3E}">
        <p14:creationId xmlns:p14="http://schemas.microsoft.com/office/powerpoint/2010/main" val="1374247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0"/>
          </p:nvPr>
        </p:nvSpPr>
        <p:spPr/>
        <p:txBody>
          <a:bodyPr/>
          <a:lstStyle/>
          <a:p>
            <a:r>
              <a:rPr lang="en-US" dirty="0"/>
              <a:t>Data Reuse in Stencil (3D)</a:t>
            </a:r>
          </a:p>
        </p:txBody>
      </p:sp>
      <p:grpSp>
        <p:nvGrpSpPr>
          <p:cNvPr id="3" name="Group 2"/>
          <p:cNvGrpSpPr/>
          <p:nvPr/>
        </p:nvGrpSpPr>
        <p:grpSpPr>
          <a:xfrm>
            <a:off x="792609" y="1690689"/>
            <a:ext cx="3533056" cy="3562249"/>
            <a:chOff x="808374" y="2222653"/>
            <a:chExt cx="3533056" cy="3562249"/>
          </a:xfrm>
        </p:grpSpPr>
        <p:sp>
          <p:nvSpPr>
            <p:cNvPr id="6" name="Cube 5"/>
            <p:cNvSpPr/>
            <p:nvPr/>
          </p:nvSpPr>
          <p:spPr>
            <a:xfrm>
              <a:off x="1748239" y="45862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Cube 6"/>
            <p:cNvSpPr/>
            <p:nvPr/>
          </p:nvSpPr>
          <p:spPr>
            <a:xfrm>
              <a:off x="2066417" y="45862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Cube 7"/>
            <p:cNvSpPr/>
            <p:nvPr/>
          </p:nvSpPr>
          <p:spPr>
            <a:xfrm>
              <a:off x="2384596" y="45862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Cube 8"/>
            <p:cNvSpPr/>
            <p:nvPr/>
          </p:nvSpPr>
          <p:spPr>
            <a:xfrm>
              <a:off x="2702774" y="45862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Cube 9"/>
            <p:cNvSpPr/>
            <p:nvPr/>
          </p:nvSpPr>
          <p:spPr>
            <a:xfrm>
              <a:off x="3020952" y="45862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Cube 10"/>
            <p:cNvSpPr/>
            <p:nvPr/>
          </p:nvSpPr>
          <p:spPr>
            <a:xfrm>
              <a:off x="3339131" y="45862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Cube 11"/>
            <p:cNvSpPr/>
            <p:nvPr/>
          </p:nvSpPr>
          <p:spPr>
            <a:xfrm>
              <a:off x="3657309" y="45862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Cube 12"/>
            <p:cNvSpPr/>
            <p:nvPr/>
          </p:nvSpPr>
          <p:spPr>
            <a:xfrm>
              <a:off x="3975487" y="45862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Cube 15"/>
            <p:cNvSpPr/>
            <p:nvPr/>
          </p:nvSpPr>
          <p:spPr>
            <a:xfrm>
              <a:off x="1748239" y="42485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Cube 16"/>
            <p:cNvSpPr/>
            <p:nvPr/>
          </p:nvSpPr>
          <p:spPr>
            <a:xfrm>
              <a:off x="2066417" y="42485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Cube 17"/>
            <p:cNvSpPr/>
            <p:nvPr/>
          </p:nvSpPr>
          <p:spPr>
            <a:xfrm>
              <a:off x="2384596" y="42485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Cube 18"/>
            <p:cNvSpPr/>
            <p:nvPr/>
          </p:nvSpPr>
          <p:spPr>
            <a:xfrm>
              <a:off x="2702774" y="42485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Cube 19"/>
            <p:cNvSpPr/>
            <p:nvPr/>
          </p:nvSpPr>
          <p:spPr>
            <a:xfrm>
              <a:off x="3020952" y="42485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Cube 20"/>
            <p:cNvSpPr/>
            <p:nvPr/>
          </p:nvSpPr>
          <p:spPr>
            <a:xfrm>
              <a:off x="3339131" y="42485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Cube 21"/>
            <p:cNvSpPr/>
            <p:nvPr/>
          </p:nvSpPr>
          <p:spPr>
            <a:xfrm>
              <a:off x="3657309" y="42485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Cube 22"/>
            <p:cNvSpPr/>
            <p:nvPr/>
          </p:nvSpPr>
          <p:spPr>
            <a:xfrm>
              <a:off x="3975487" y="42485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Cube 24"/>
            <p:cNvSpPr/>
            <p:nvPr/>
          </p:nvSpPr>
          <p:spPr>
            <a:xfrm>
              <a:off x="1748239" y="39109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Cube 25"/>
            <p:cNvSpPr/>
            <p:nvPr/>
          </p:nvSpPr>
          <p:spPr>
            <a:xfrm>
              <a:off x="2066417" y="39109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Cube 26"/>
            <p:cNvSpPr/>
            <p:nvPr/>
          </p:nvSpPr>
          <p:spPr>
            <a:xfrm>
              <a:off x="2384596" y="39109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 name="Cube 27"/>
            <p:cNvSpPr/>
            <p:nvPr/>
          </p:nvSpPr>
          <p:spPr>
            <a:xfrm>
              <a:off x="2702774" y="39109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Cube 28"/>
            <p:cNvSpPr/>
            <p:nvPr/>
          </p:nvSpPr>
          <p:spPr>
            <a:xfrm>
              <a:off x="3020952" y="39109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Cube 29"/>
            <p:cNvSpPr/>
            <p:nvPr/>
          </p:nvSpPr>
          <p:spPr>
            <a:xfrm>
              <a:off x="3339131" y="39109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Cube 30"/>
            <p:cNvSpPr/>
            <p:nvPr/>
          </p:nvSpPr>
          <p:spPr>
            <a:xfrm>
              <a:off x="3657309" y="39109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Cube 31"/>
            <p:cNvSpPr/>
            <p:nvPr/>
          </p:nvSpPr>
          <p:spPr>
            <a:xfrm>
              <a:off x="3975487" y="39109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Cube 33"/>
            <p:cNvSpPr/>
            <p:nvPr/>
          </p:nvSpPr>
          <p:spPr>
            <a:xfrm>
              <a:off x="1748239" y="35732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Cube 34"/>
            <p:cNvSpPr/>
            <p:nvPr/>
          </p:nvSpPr>
          <p:spPr>
            <a:xfrm>
              <a:off x="2066417" y="35732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Cube 35"/>
            <p:cNvSpPr/>
            <p:nvPr/>
          </p:nvSpPr>
          <p:spPr>
            <a:xfrm>
              <a:off x="2384596" y="35732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Cube 36"/>
            <p:cNvSpPr/>
            <p:nvPr/>
          </p:nvSpPr>
          <p:spPr>
            <a:xfrm>
              <a:off x="2702774" y="35732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Cube 37"/>
            <p:cNvSpPr/>
            <p:nvPr/>
          </p:nvSpPr>
          <p:spPr>
            <a:xfrm>
              <a:off x="3020952" y="35732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Cube 38"/>
            <p:cNvSpPr/>
            <p:nvPr/>
          </p:nvSpPr>
          <p:spPr>
            <a:xfrm>
              <a:off x="3339131" y="35732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 name="Cube 39"/>
            <p:cNvSpPr/>
            <p:nvPr/>
          </p:nvSpPr>
          <p:spPr>
            <a:xfrm>
              <a:off x="3657309" y="35732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 name="Cube 40"/>
            <p:cNvSpPr/>
            <p:nvPr/>
          </p:nvSpPr>
          <p:spPr>
            <a:xfrm>
              <a:off x="3975487" y="35732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Cube 42"/>
            <p:cNvSpPr/>
            <p:nvPr/>
          </p:nvSpPr>
          <p:spPr>
            <a:xfrm>
              <a:off x="1748239" y="32356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Cube 43"/>
            <p:cNvSpPr/>
            <p:nvPr/>
          </p:nvSpPr>
          <p:spPr>
            <a:xfrm>
              <a:off x="2066417" y="32356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Cube 44"/>
            <p:cNvSpPr/>
            <p:nvPr/>
          </p:nvSpPr>
          <p:spPr>
            <a:xfrm>
              <a:off x="2384596" y="32356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Cube 45"/>
            <p:cNvSpPr/>
            <p:nvPr/>
          </p:nvSpPr>
          <p:spPr>
            <a:xfrm>
              <a:off x="2702774" y="32356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Cube 46"/>
            <p:cNvSpPr/>
            <p:nvPr/>
          </p:nvSpPr>
          <p:spPr>
            <a:xfrm>
              <a:off x="3020952" y="32356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 name="Cube 47"/>
            <p:cNvSpPr/>
            <p:nvPr/>
          </p:nvSpPr>
          <p:spPr>
            <a:xfrm>
              <a:off x="3339131" y="32356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Cube 48"/>
            <p:cNvSpPr/>
            <p:nvPr/>
          </p:nvSpPr>
          <p:spPr>
            <a:xfrm>
              <a:off x="3657309" y="32356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Cube 49"/>
            <p:cNvSpPr/>
            <p:nvPr/>
          </p:nvSpPr>
          <p:spPr>
            <a:xfrm>
              <a:off x="3975487" y="32356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 name="Cube 51"/>
            <p:cNvSpPr/>
            <p:nvPr/>
          </p:nvSpPr>
          <p:spPr>
            <a:xfrm>
              <a:off x="1748239" y="2897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 name="Cube 52"/>
            <p:cNvSpPr/>
            <p:nvPr/>
          </p:nvSpPr>
          <p:spPr>
            <a:xfrm>
              <a:off x="2066417" y="2897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Cube 53"/>
            <p:cNvSpPr/>
            <p:nvPr/>
          </p:nvSpPr>
          <p:spPr>
            <a:xfrm>
              <a:off x="2384596" y="2897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 name="Cube 54"/>
            <p:cNvSpPr/>
            <p:nvPr/>
          </p:nvSpPr>
          <p:spPr>
            <a:xfrm>
              <a:off x="2702774" y="2897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 name="Cube 55"/>
            <p:cNvSpPr/>
            <p:nvPr/>
          </p:nvSpPr>
          <p:spPr>
            <a:xfrm>
              <a:off x="3020952" y="2897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 name="Cube 56"/>
            <p:cNvSpPr/>
            <p:nvPr/>
          </p:nvSpPr>
          <p:spPr>
            <a:xfrm>
              <a:off x="3339131" y="2897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 name="Cube 57"/>
            <p:cNvSpPr/>
            <p:nvPr/>
          </p:nvSpPr>
          <p:spPr>
            <a:xfrm>
              <a:off x="3657309" y="2897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 name="Cube 58"/>
            <p:cNvSpPr/>
            <p:nvPr/>
          </p:nvSpPr>
          <p:spPr>
            <a:xfrm>
              <a:off x="3975487" y="2897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 name="Cube 60"/>
            <p:cNvSpPr/>
            <p:nvPr/>
          </p:nvSpPr>
          <p:spPr>
            <a:xfrm>
              <a:off x="1748239" y="2560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 name="Cube 61"/>
            <p:cNvSpPr/>
            <p:nvPr/>
          </p:nvSpPr>
          <p:spPr>
            <a:xfrm>
              <a:off x="2066417" y="2560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 name="Cube 62"/>
            <p:cNvSpPr/>
            <p:nvPr/>
          </p:nvSpPr>
          <p:spPr>
            <a:xfrm>
              <a:off x="2384596" y="2560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 name="Cube 63"/>
            <p:cNvSpPr/>
            <p:nvPr/>
          </p:nvSpPr>
          <p:spPr>
            <a:xfrm>
              <a:off x="2702774" y="2560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 name="Cube 64"/>
            <p:cNvSpPr/>
            <p:nvPr/>
          </p:nvSpPr>
          <p:spPr>
            <a:xfrm>
              <a:off x="3020952" y="2560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 name="Cube 65"/>
            <p:cNvSpPr/>
            <p:nvPr/>
          </p:nvSpPr>
          <p:spPr>
            <a:xfrm>
              <a:off x="3339131" y="2560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 name="Cube 66"/>
            <p:cNvSpPr/>
            <p:nvPr/>
          </p:nvSpPr>
          <p:spPr>
            <a:xfrm>
              <a:off x="3657309" y="2560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 name="Cube 67"/>
            <p:cNvSpPr/>
            <p:nvPr/>
          </p:nvSpPr>
          <p:spPr>
            <a:xfrm>
              <a:off x="3975487" y="2560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 name="Cube 69"/>
            <p:cNvSpPr/>
            <p:nvPr/>
          </p:nvSpPr>
          <p:spPr>
            <a:xfrm>
              <a:off x="1748239" y="2222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 name="Cube 70"/>
            <p:cNvSpPr/>
            <p:nvPr/>
          </p:nvSpPr>
          <p:spPr>
            <a:xfrm>
              <a:off x="2066417" y="2222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Cube 71"/>
            <p:cNvSpPr/>
            <p:nvPr/>
          </p:nvSpPr>
          <p:spPr>
            <a:xfrm>
              <a:off x="2384596" y="2222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 name="Cube 72"/>
            <p:cNvSpPr/>
            <p:nvPr/>
          </p:nvSpPr>
          <p:spPr>
            <a:xfrm>
              <a:off x="2702774" y="2222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 name="Cube 73"/>
            <p:cNvSpPr/>
            <p:nvPr/>
          </p:nvSpPr>
          <p:spPr>
            <a:xfrm>
              <a:off x="3020952" y="2222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 name="Cube 74"/>
            <p:cNvSpPr/>
            <p:nvPr/>
          </p:nvSpPr>
          <p:spPr>
            <a:xfrm>
              <a:off x="3339131" y="2222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 name="Cube 75"/>
            <p:cNvSpPr/>
            <p:nvPr/>
          </p:nvSpPr>
          <p:spPr>
            <a:xfrm>
              <a:off x="3657309" y="2222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 name="Cube 76"/>
            <p:cNvSpPr/>
            <p:nvPr/>
          </p:nvSpPr>
          <p:spPr>
            <a:xfrm>
              <a:off x="3975487" y="2222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 name="Cube 143"/>
            <p:cNvSpPr/>
            <p:nvPr/>
          </p:nvSpPr>
          <p:spPr>
            <a:xfrm>
              <a:off x="1613970" y="47051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 name="Cube 144"/>
            <p:cNvSpPr/>
            <p:nvPr/>
          </p:nvSpPr>
          <p:spPr>
            <a:xfrm>
              <a:off x="1932148" y="47051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 name="Cube 145"/>
            <p:cNvSpPr/>
            <p:nvPr/>
          </p:nvSpPr>
          <p:spPr>
            <a:xfrm>
              <a:off x="2250327" y="47051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 name="Cube 146"/>
            <p:cNvSpPr/>
            <p:nvPr/>
          </p:nvSpPr>
          <p:spPr>
            <a:xfrm>
              <a:off x="2568505" y="47051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 name="Cube 147"/>
            <p:cNvSpPr/>
            <p:nvPr/>
          </p:nvSpPr>
          <p:spPr>
            <a:xfrm>
              <a:off x="2886683" y="47051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 name="Cube 148"/>
            <p:cNvSpPr/>
            <p:nvPr/>
          </p:nvSpPr>
          <p:spPr>
            <a:xfrm>
              <a:off x="3204862" y="47051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 name="Cube 149"/>
            <p:cNvSpPr/>
            <p:nvPr/>
          </p:nvSpPr>
          <p:spPr>
            <a:xfrm>
              <a:off x="3523040" y="47051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 name="Cube 150"/>
            <p:cNvSpPr/>
            <p:nvPr/>
          </p:nvSpPr>
          <p:spPr>
            <a:xfrm>
              <a:off x="3841218" y="47051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 name="Cube 135"/>
            <p:cNvSpPr/>
            <p:nvPr/>
          </p:nvSpPr>
          <p:spPr>
            <a:xfrm>
              <a:off x="1613970" y="43675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 name="Cube 136"/>
            <p:cNvSpPr/>
            <p:nvPr/>
          </p:nvSpPr>
          <p:spPr>
            <a:xfrm>
              <a:off x="1932148" y="43675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 name="Cube 137"/>
            <p:cNvSpPr/>
            <p:nvPr/>
          </p:nvSpPr>
          <p:spPr>
            <a:xfrm>
              <a:off x="2250327" y="43675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 name="Cube 138"/>
            <p:cNvSpPr/>
            <p:nvPr/>
          </p:nvSpPr>
          <p:spPr>
            <a:xfrm>
              <a:off x="2568505" y="43675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 name="Cube 139"/>
            <p:cNvSpPr/>
            <p:nvPr/>
          </p:nvSpPr>
          <p:spPr>
            <a:xfrm>
              <a:off x="2886683" y="43675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 name="Cube 140"/>
            <p:cNvSpPr/>
            <p:nvPr/>
          </p:nvSpPr>
          <p:spPr>
            <a:xfrm>
              <a:off x="3204862" y="43675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 name="Cube 141"/>
            <p:cNvSpPr/>
            <p:nvPr/>
          </p:nvSpPr>
          <p:spPr>
            <a:xfrm>
              <a:off x="3523040" y="43675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 name="Cube 142"/>
            <p:cNvSpPr/>
            <p:nvPr/>
          </p:nvSpPr>
          <p:spPr>
            <a:xfrm>
              <a:off x="3841218" y="43675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 name="Cube 127"/>
            <p:cNvSpPr/>
            <p:nvPr/>
          </p:nvSpPr>
          <p:spPr>
            <a:xfrm>
              <a:off x="1613970" y="40298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 name="Cube 128"/>
            <p:cNvSpPr/>
            <p:nvPr/>
          </p:nvSpPr>
          <p:spPr>
            <a:xfrm>
              <a:off x="1932148" y="40298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 name="Cube 129"/>
            <p:cNvSpPr/>
            <p:nvPr/>
          </p:nvSpPr>
          <p:spPr>
            <a:xfrm>
              <a:off x="2250327" y="40298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 name="Cube 130"/>
            <p:cNvSpPr/>
            <p:nvPr/>
          </p:nvSpPr>
          <p:spPr>
            <a:xfrm>
              <a:off x="2568505" y="40298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 name="Cube 131"/>
            <p:cNvSpPr/>
            <p:nvPr/>
          </p:nvSpPr>
          <p:spPr>
            <a:xfrm>
              <a:off x="2886683" y="40298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 name="Cube 132"/>
            <p:cNvSpPr/>
            <p:nvPr/>
          </p:nvSpPr>
          <p:spPr>
            <a:xfrm>
              <a:off x="3204862" y="40298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 name="Cube 133"/>
            <p:cNvSpPr/>
            <p:nvPr/>
          </p:nvSpPr>
          <p:spPr>
            <a:xfrm>
              <a:off x="3523040" y="40298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 name="Cube 134"/>
            <p:cNvSpPr/>
            <p:nvPr/>
          </p:nvSpPr>
          <p:spPr>
            <a:xfrm>
              <a:off x="3841218" y="40298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 name="Cube 119"/>
            <p:cNvSpPr/>
            <p:nvPr/>
          </p:nvSpPr>
          <p:spPr>
            <a:xfrm>
              <a:off x="1613970" y="36922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 name="Cube 120"/>
            <p:cNvSpPr/>
            <p:nvPr/>
          </p:nvSpPr>
          <p:spPr>
            <a:xfrm>
              <a:off x="1932148" y="36922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 name="Cube 121"/>
            <p:cNvSpPr/>
            <p:nvPr/>
          </p:nvSpPr>
          <p:spPr>
            <a:xfrm>
              <a:off x="2250327" y="36922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 name="Cube 122"/>
            <p:cNvSpPr/>
            <p:nvPr/>
          </p:nvSpPr>
          <p:spPr>
            <a:xfrm>
              <a:off x="2568505" y="36922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 name="Cube 123"/>
            <p:cNvSpPr/>
            <p:nvPr/>
          </p:nvSpPr>
          <p:spPr>
            <a:xfrm>
              <a:off x="2886683" y="36922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 name="Cube 124"/>
            <p:cNvSpPr/>
            <p:nvPr/>
          </p:nvSpPr>
          <p:spPr>
            <a:xfrm>
              <a:off x="3204862" y="36922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 name="Cube 125"/>
            <p:cNvSpPr/>
            <p:nvPr/>
          </p:nvSpPr>
          <p:spPr>
            <a:xfrm>
              <a:off x="3523040" y="36922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 name="Cube 126"/>
            <p:cNvSpPr/>
            <p:nvPr/>
          </p:nvSpPr>
          <p:spPr>
            <a:xfrm>
              <a:off x="3841218" y="36922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 name="Cube 111"/>
            <p:cNvSpPr/>
            <p:nvPr/>
          </p:nvSpPr>
          <p:spPr>
            <a:xfrm>
              <a:off x="1613970" y="33545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 name="Cube 112"/>
            <p:cNvSpPr/>
            <p:nvPr/>
          </p:nvSpPr>
          <p:spPr>
            <a:xfrm>
              <a:off x="1932148" y="33545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 name="Cube 113"/>
            <p:cNvSpPr/>
            <p:nvPr/>
          </p:nvSpPr>
          <p:spPr>
            <a:xfrm>
              <a:off x="2250327" y="33545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 name="Cube 114"/>
            <p:cNvSpPr/>
            <p:nvPr/>
          </p:nvSpPr>
          <p:spPr>
            <a:xfrm>
              <a:off x="2568505" y="33545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 name="Cube 115"/>
            <p:cNvSpPr/>
            <p:nvPr/>
          </p:nvSpPr>
          <p:spPr>
            <a:xfrm>
              <a:off x="2886683" y="33545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 name="Cube 116"/>
            <p:cNvSpPr/>
            <p:nvPr/>
          </p:nvSpPr>
          <p:spPr>
            <a:xfrm>
              <a:off x="3204862" y="33545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 name="Cube 117"/>
            <p:cNvSpPr/>
            <p:nvPr/>
          </p:nvSpPr>
          <p:spPr>
            <a:xfrm>
              <a:off x="3523040" y="33545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 name="Cube 118"/>
            <p:cNvSpPr/>
            <p:nvPr/>
          </p:nvSpPr>
          <p:spPr>
            <a:xfrm>
              <a:off x="3841218" y="33545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 name="Cube 103"/>
            <p:cNvSpPr/>
            <p:nvPr/>
          </p:nvSpPr>
          <p:spPr>
            <a:xfrm>
              <a:off x="1613970" y="30169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 name="Cube 104"/>
            <p:cNvSpPr/>
            <p:nvPr/>
          </p:nvSpPr>
          <p:spPr>
            <a:xfrm>
              <a:off x="1932148" y="30169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 name="Cube 105"/>
            <p:cNvSpPr/>
            <p:nvPr/>
          </p:nvSpPr>
          <p:spPr>
            <a:xfrm>
              <a:off x="2250327" y="30169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 name="Cube 106"/>
            <p:cNvSpPr/>
            <p:nvPr/>
          </p:nvSpPr>
          <p:spPr>
            <a:xfrm>
              <a:off x="2568505" y="30169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 name="Cube 107"/>
            <p:cNvSpPr/>
            <p:nvPr/>
          </p:nvSpPr>
          <p:spPr>
            <a:xfrm>
              <a:off x="2886683" y="30169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 name="Cube 108"/>
            <p:cNvSpPr/>
            <p:nvPr/>
          </p:nvSpPr>
          <p:spPr>
            <a:xfrm>
              <a:off x="3204862" y="30169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 name="Cube 109"/>
            <p:cNvSpPr/>
            <p:nvPr/>
          </p:nvSpPr>
          <p:spPr>
            <a:xfrm>
              <a:off x="3523040" y="30169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 name="Cube 110"/>
            <p:cNvSpPr/>
            <p:nvPr/>
          </p:nvSpPr>
          <p:spPr>
            <a:xfrm>
              <a:off x="3841218" y="30169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 name="Cube 95"/>
            <p:cNvSpPr/>
            <p:nvPr/>
          </p:nvSpPr>
          <p:spPr>
            <a:xfrm>
              <a:off x="1613970" y="26792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 name="Cube 96"/>
            <p:cNvSpPr/>
            <p:nvPr/>
          </p:nvSpPr>
          <p:spPr>
            <a:xfrm>
              <a:off x="1932148" y="26792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 name="Cube 97"/>
            <p:cNvSpPr/>
            <p:nvPr/>
          </p:nvSpPr>
          <p:spPr>
            <a:xfrm>
              <a:off x="2250327" y="26792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 name="Cube 98"/>
            <p:cNvSpPr/>
            <p:nvPr/>
          </p:nvSpPr>
          <p:spPr>
            <a:xfrm>
              <a:off x="2568505" y="26792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 name="Cube 99"/>
            <p:cNvSpPr/>
            <p:nvPr/>
          </p:nvSpPr>
          <p:spPr>
            <a:xfrm>
              <a:off x="2886683" y="26792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 name="Cube 100"/>
            <p:cNvSpPr/>
            <p:nvPr/>
          </p:nvSpPr>
          <p:spPr>
            <a:xfrm>
              <a:off x="3204862" y="26792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 name="Cube 101"/>
            <p:cNvSpPr/>
            <p:nvPr/>
          </p:nvSpPr>
          <p:spPr>
            <a:xfrm>
              <a:off x="3523040" y="26792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 name="Cube 102"/>
            <p:cNvSpPr/>
            <p:nvPr/>
          </p:nvSpPr>
          <p:spPr>
            <a:xfrm>
              <a:off x="3841218" y="26792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 name="Cube 87"/>
            <p:cNvSpPr/>
            <p:nvPr/>
          </p:nvSpPr>
          <p:spPr>
            <a:xfrm>
              <a:off x="1613970" y="23416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 name="Cube 88"/>
            <p:cNvSpPr/>
            <p:nvPr/>
          </p:nvSpPr>
          <p:spPr>
            <a:xfrm>
              <a:off x="1932148" y="23416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 name="Cube 89"/>
            <p:cNvSpPr/>
            <p:nvPr/>
          </p:nvSpPr>
          <p:spPr>
            <a:xfrm>
              <a:off x="2250327" y="23416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 name="Cube 90"/>
            <p:cNvSpPr/>
            <p:nvPr/>
          </p:nvSpPr>
          <p:spPr>
            <a:xfrm>
              <a:off x="2568505" y="23416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 name="Cube 91"/>
            <p:cNvSpPr/>
            <p:nvPr/>
          </p:nvSpPr>
          <p:spPr>
            <a:xfrm>
              <a:off x="2886683" y="23416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 name="Cube 92"/>
            <p:cNvSpPr/>
            <p:nvPr/>
          </p:nvSpPr>
          <p:spPr>
            <a:xfrm>
              <a:off x="3204862" y="23416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 name="Cube 93"/>
            <p:cNvSpPr/>
            <p:nvPr/>
          </p:nvSpPr>
          <p:spPr>
            <a:xfrm>
              <a:off x="3523040" y="23416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 name="Cube 94"/>
            <p:cNvSpPr/>
            <p:nvPr/>
          </p:nvSpPr>
          <p:spPr>
            <a:xfrm>
              <a:off x="3841218" y="23416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1" name="Cube 800"/>
            <p:cNvSpPr/>
            <p:nvPr/>
          </p:nvSpPr>
          <p:spPr>
            <a:xfrm>
              <a:off x="1479704" y="48241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2" name="Cube 801"/>
            <p:cNvSpPr/>
            <p:nvPr/>
          </p:nvSpPr>
          <p:spPr>
            <a:xfrm>
              <a:off x="1797882" y="48241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3" name="Cube 802"/>
            <p:cNvSpPr/>
            <p:nvPr/>
          </p:nvSpPr>
          <p:spPr>
            <a:xfrm>
              <a:off x="2116061" y="48241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4" name="Cube 803"/>
            <p:cNvSpPr/>
            <p:nvPr/>
          </p:nvSpPr>
          <p:spPr>
            <a:xfrm>
              <a:off x="2434239" y="48241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5" name="Cube 804"/>
            <p:cNvSpPr/>
            <p:nvPr/>
          </p:nvSpPr>
          <p:spPr>
            <a:xfrm>
              <a:off x="2752417" y="48241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6" name="Cube 805"/>
            <p:cNvSpPr/>
            <p:nvPr/>
          </p:nvSpPr>
          <p:spPr>
            <a:xfrm>
              <a:off x="3070596" y="48241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7" name="Cube 806"/>
            <p:cNvSpPr/>
            <p:nvPr/>
          </p:nvSpPr>
          <p:spPr>
            <a:xfrm>
              <a:off x="3388774" y="48241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8" name="Cube 807"/>
            <p:cNvSpPr/>
            <p:nvPr/>
          </p:nvSpPr>
          <p:spPr>
            <a:xfrm>
              <a:off x="3706952" y="48241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3" name="Cube 792"/>
            <p:cNvSpPr/>
            <p:nvPr/>
          </p:nvSpPr>
          <p:spPr>
            <a:xfrm>
              <a:off x="1479704" y="44864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4" name="Cube 793"/>
            <p:cNvSpPr/>
            <p:nvPr/>
          </p:nvSpPr>
          <p:spPr>
            <a:xfrm>
              <a:off x="1797882" y="44864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5" name="Cube 794"/>
            <p:cNvSpPr/>
            <p:nvPr/>
          </p:nvSpPr>
          <p:spPr>
            <a:xfrm>
              <a:off x="2116061" y="44864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6" name="Cube 795"/>
            <p:cNvSpPr/>
            <p:nvPr/>
          </p:nvSpPr>
          <p:spPr>
            <a:xfrm>
              <a:off x="2434239" y="44864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7" name="Cube 796"/>
            <p:cNvSpPr/>
            <p:nvPr/>
          </p:nvSpPr>
          <p:spPr>
            <a:xfrm>
              <a:off x="2752417" y="44864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8" name="Cube 797"/>
            <p:cNvSpPr/>
            <p:nvPr/>
          </p:nvSpPr>
          <p:spPr>
            <a:xfrm>
              <a:off x="3070596" y="44864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9" name="Cube 798"/>
            <p:cNvSpPr/>
            <p:nvPr/>
          </p:nvSpPr>
          <p:spPr>
            <a:xfrm>
              <a:off x="3388774" y="44864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0" name="Cube 799"/>
            <p:cNvSpPr/>
            <p:nvPr/>
          </p:nvSpPr>
          <p:spPr>
            <a:xfrm>
              <a:off x="3706952" y="44864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5" name="Cube 784"/>
            <p:cNvSpPr/>
            <p:nvPr/>
          </p:nvSpPr>
          <p:spPr>
            <a:xfrm>
              <a:off x="1479704" y="41488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6" name="Cube 785"/>
            <p:cNvSpPr/>
            <p:nvPr/>
          </p:nvSpPr>
          <p:spPr>
            <a:xfrm>
              <a:off x="1797882" y="41488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7" name="Cube 786"/>
            <p:cNvSpPr/>
            <p:nvPr/>
          </p:nvSpPr>
          <p:spPr>
            <a:xfrm>
              <a:off x="2116061" y="41488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8" name="Cube 787"/>
            <p:cNvSpPr/>
            <p:nvPr/>
          </p:nvSpPr>
          <p:spPr>
            <a:xfrm>
              <a:off x="2434239" y="41488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9" name="Cube 788"/>
            <p:cNvSpPr/>
            <p:nvPr/>
          </p:nvSpPr>
          <p:spPr>
            <a:xfrm>
              <a:off x="2752417" y="41488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0" name="Cube 789"/>
            <p:cNvSpPr/>
            <p:nvPr/>
          </p:nvSpPr>
          <p:spPr>
            <a:xfrm>
              <a:off x="3070596" y="41488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1" name="Cube 790"/>
            <p:cNvSpPr/>
            <p:nvPr/>
          </p:nvSpPr>
          <p:spPr>
            <a:xfrm>
              <a:off x="3388774" y="41488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2" name="Cube 791"/>
            <p:cNvSpPr/>
            <p:nvPr/>
          </p:nvSpPr>
          <p:spPr>
            <a:xfrm>
              <a:off x="3706952" y="41488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7" name="Cube 776"/>
            <p:cNvSpPr/>
            <p:nvPr/>
          </p:nvSpPr>
          <p:spPr>
            <a:xfrm>
              <a:off x="1479704" y="38111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8" name="Cube 777"/>
            <p:cNvSpPr/>
            <p:nvPr/>
          </p:nvSpPr>
          <p:spPr>
            <a:xfrm>
              <a:off x="1797882" y="38111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9" name="Cube 778"/>
            <p:cNvSpPr/>
            <p:nvPr/>
          </p:nvSpPr>
          <p:spPr>
            <a:xfrm>
              <a:off x="2116061" y="38111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0" name="Cube 779"/>
            <p:cNvSpPr/>
            <p:nvPr/>
          </p:nvSpPr>
          <p:spPr>
            <a:xfrm>
              <a:off x="2434239" y="38111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1" name="Cube 780"/>
            <p:cNvSpPr/>
            <p:nvPr/>
          </p:nvSpPr>
          <p:spPr>
            <a:xfrm>
              <a:off x="2752417" y="38111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2" name="Cube 781"/>
            <p:cNvSpPr/>
            <p:nvPr/>
          </p:nvSpPr>
          <p:spPr>
            <a:xfrm>
              <a:off x="3070596" y="38111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3" name="Cube 782"/>
            <p:cNvSpPr/>
            <p:nvPr/>
          </p:nvSpPr>
          <p:spPr>
            <a:xfrm>
              <a:off x="3388774" y="38111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4" name="Cube 783"/>
            <p:cNvSpPr/>
            <p:nvPr/>
          </p:nvSpPr>
          <p:spPr>
            <a:xfrm>
              <a:off x="3706952" y="38111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9" name="Cube 768"/>
            <p:cNvSpPr/>
            <p:nvPr/>
          </p:nvSpPr>
          <p:spPr>
            <a:xfrm>
              <a:off x="1479704" y="34735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0" name="Cube 769"/>
            <p:cNvSpPr/>
            <p:nvPr/>
          </p:nvSpPr>
          <p:spPr>
            <a:xfrm>
              <a:off x="1797882" y="34735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1" name="Cube 770"/>
            <p:cNvSpPr/>
            <p:nvPr/>
          </p:nvSpPr>
          <p:spPr>
            <a:xfrm>
              <a:off x="2116061" y="34735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2" name="Cube 771"/>
            <p:cNvSpPr/>
            <p:nvPr/>
          </p:nvSpPr>
          <p:spPr>
            <a:xfrm>
              <a:off x="2434239" y="34735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3" name="Cube 772"/>
            <p:cNvSpPr/>
            <p:nvPr/>
          </p:nvSpPr>
          <p:spPr>
            <a:xfrm>
              <a:off x="2752417" y="34735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4" name="Cube 773"/>
            <p:cNvSpPr/>
            <p:nvPr/>
          </p:nvSpPr>
          <p:spPr>
            <a:xfrm>
              <a:off x="3070596" y="34735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5" name="Cube 774"/>
            <p:cNvSpPr/>
            <p:nvPr/>
          </p:nvSpPr>
          <p:spPr>
            <a:xfrm>
              <a:off x="3388774" y="34735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6" name="Cube 775"/>
            <p:cNvSpPr/>
            <p:nvPr/>
          </p:nvSpPr>
          <p:spPr>
            <a:xfrm>
              <a:off x="3706952" y="34735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1" name="Cube 760"/>
            <p:cNvSpPr/>
            <p:nvPr/>
          </p:nvSpPr>
          <p:spPr>
            <a:xfrm>
              <a:off x="1479704" y="31358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2" name="Cube 761"/>
            <p:cNvSpPr/>
            <p:nvPr/>
          </p:nvSpPr>
          <p:spPr>
            <a:xfrm>
              <a:off x="1797882" y="31358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3" name="Cube 762"/>
            <p:cNvSpPr/>
            <p:nvPr/>
          </p:nvSpPr>
          <p:spPr>
            <a:xfrm>
              <a:off x="2116061" y="31358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4" name="Cube 763"/>
            <p:cNvSpPr/>
            <p:nvPr/>
          </p:nvSpPr>
          <p:spPr>
            <a:xfrm>
              <a:off x="2434239" y="31358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5" name="Cube 764"/>
            <p:cNvSpPr/>
            <p:nvPr/>
          </p:nvSpPr>
          <p:spPr>
            <a:xfrm>
              <a:off x="2752417" y="31358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6" name="Cube 765"/>
            <p:cNvSpPr/>
            <p:nvPr/>
          </p:nvSpPr>
          <p:spPr>
            <a:xfrm>
              <a:off x="3070596" y="31358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7" name="Cube 766"/>
            <p:cNvSpPr/>
            <p:nvPr/>
          </p:nvSpPr>
          <p:spPr>
            <a:xfrm>
              <a:off x="3388774" y="31358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8" name="Cube 767"/>
            <p:cNvSpPr/>
            <p:nvPr/>
          </p:nvSpPr>
          <p:spPr>
            <a:xfrm>
              <a:off x="3706952" y="31358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3" name="Cube 752"/>
            <p:cNvSpPr/>
            <p:nvPr/>
          </p:nvSpPr>
          <p:spPr>
            <a:xfrm>
              <a:off x="1479704" y="27982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4" name="Cube 753"/>
            <p:cNvSpPr/>
            <p:nvPr/>
          </p:nvSpPr>
          <p:spPr>
            <a:xfrm>
              <a:off x="1797882" y="27982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5" name="Cube 754"/>
            <p:cNvSpPr/>
            <p:nvPr/>
          </p:nvSpPr>
          <p:spPr>
            <a:xfrm>
              <a:off x="2116061" y="27982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6" name="Cube 755"/>
            <p:cNvSpPr/>
            <p:nvPr/>
          </p:nvSpPr>
          <p:spPr>
            <a:xfrm>
              <a:off x="2434239" y="27982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7" name="Cube 756"/>
            <p:cNvSpPr/>
            <p:nvPr/>
          </p:nvSpPr>
          <p:spPr>
            <a:xfrm>
              <a:off x="2752417" y="27982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8" name="Cube 757"/>
            <p:cNvSpPr/>
            <p:nvPr/>
          </p:nvSpPr>
          <p:spPr>
            <a:xfrm>
              <a:off x="3070596" y="27982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9" name="Cube 758"/>
            <p:cNvSpPr/>
            <p:nvPr/>
          </p:nvSpPr>
          <p:spPr>
            <a:xfrm>
              <a:off x="3388774" y="27982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0" name="Cube 759"/>
            <p:cNvSpPr/>
            <p:nvPr/>
          </p:nvSpPr>
          <p:spPr>
            <a:xfrm>
              <a:off x="3706952" y="27982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5" name="Cube 744"/>
            <p:cNvSpPr/>
            <p:nvPr/>
          </p:nvSpPr>
          <p:spPr>
            <a:xfrm>
              <a:off x="1479704" y="24605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6" name="Cube 745"/>
            <p:cNvSpPr/>
            <p:nvPr/>
          </p:nvSpPr>
          <p:spPr>
            <a:xfrm>
              <a:off x="1797882" y="24605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7" name="Cube 746"/>
            <p:cNvSpPr/>
            <p:nvPr/>
          </p:nvSpPr>
          <p:spPr>
            <a:xfrm>
              <a:off x="2116061" y="24605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8" name="Cube 747"/>
            <p:cNvSpPr/>
            <p:nvPr/>
          </p:nvSpPr>
          <p:spPr>
            <a:xfrm>
              <a:off x="2434239" y="24605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9" name="Cube 748"/>
            <p:cNvSpPr/>
            <p:nvPr/>
          </p:nvSpPr>
          <p:spPr>
            <a:xfrm>
              <a:off x="2752417" y="24605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0" name="Cube 749"/>
            <p:cNvSpPr/>
            <p:nvPr/>
          </p:nvSpPr>
          <p:spPr>
            <a:xfrm>
              <a:off x="3070596" y="24605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1" name="Cube 750"/>
            <p:cNvSpPr/>
            <p:nvPr/>
          </p:nvSpPr>
          <p:spPr>
            <a:xfrm>
              <a:off x="3388774" y="24605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2" name="Cube 751"/>
            <p:cNvSpPr/>
            <p:nvPr/>
          </p:nvSpPr>
          <p:spPr>
            <a:xfrm>
              <a:off x="3706952" y="24605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4" name="Cube 873"/>
            <p:cNvSpPr/>
            <p:nvPr/>
          </p:nvSpPr>
          <p:spPr>
            <a:xfrm>
              <a:off x="1345438" y="49431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5" name="Cube 874"/>
            <p:cNvSpPr/>
            <p:nvPr/>
          </p:nvSpPr>
          <p:spPr>
            <a:xfrm>
              <a:off x="1663616" y="49431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6" name="Cube 875"/>
            <p:cNvSpPr/>
            <p:nvPr/>
          </p:nvSpPr>
          <p:spPr>
            <a:xfrm>
              <a:off x="1981795" y="49431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7" name="Cube 876"/>
            <p:cNvSpPr/>
            <p:nvPr/>
          </p:nvSpPr>
          <p:spPr>
            <a:xfrm>
              <a:off x="2299973" y="49431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8" name="Cube 877"/>
            <p:cNvSpPr/>
            <p:nvPr/>
          </p:nvSpPr>
          <p:spPr>
            <a:xfrm>
              <a:off x="2618151" y="49431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9" name="Cube 878"/>
            <p:cNvSpPr/>
            <p:nvPr/>
          </p:nvSpPr>
          <p:spPr>
            <a:xfrm>
              <a:off x="2936330" y="49431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0" name="Cube 879"/>
            <p:cNvSpPr/>
            <p:nvPr/>
          </p:nvSpPr>
          <p:spPr>
            <a:xfrm>
              <a:off x="3254508" y="49431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1" name="Cube 880"/>
            <p:cNvSpPr/>
            <p:nvPr/>
          </p:nvSpPr>
          <p:spPr>
            <a:xfrm>
              <a:off x="3572686" y="49431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6" name="Cube 865"/>
            <p:cNvSpPr/>
            <p:nvPr/>
          </p:nvSpPr>
          <p:spPr>
            <a:xfrm>
              <a:off x="1345438" y="46054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7" name="Cube 866"/>
            <p:cNvSpPr/>
            <p:nvPr/>
          </p:nvSpPr>
          <p:spPr>
            <a:xfrm>
              <a:off x="1663616" y="46054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8" name="Cube 867"/>
            <p:cNvSpPr/>
            <p:nvPr/>
          </p:nvSpPr>
          <p:spPr>
            <a:xfrm>
              <a:off x="1981795" y="46054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9" name="Cube 868"/>
            <p:cNvSpPr/>
            <p:nvPr/>
          </p:nvSpPr>
          <p:spPr>
            <a:xfrm>
              <a:off x="2299973" y="46054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0" name="Cube 869"/>
            <p:cNvSpPr/>
            <p:nvPr/>
          </p:nvSpPr>
          <p:spPr>
            <a:xfrm>
              <a:off x="2618151" y="46054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1" name="Cube 870"/>
            <p:cNvSpPr/>
            <p:nvPr/>
          </p:nvSpPr>
          <p:spPr>
            <a:xfrm>
              <a:off x="2936330" y="46054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2" name="Cube 871"/>
            <p:cNvSpPr/>
            <p:nvPr/>
          </p:nvSpPr>
          <p:spPr>
            <a:xfrm>
              <a:off x="3254508" y="46054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3" name="Cube 872"/>
            <p:cNvSpPr/>
            <p:nvPr/>
          </p:nvSpPr>
          <p:spPr>
            <a:xfrm>
              <a:off x="3572686" y="46054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8" name="Cube 857"/>
            <p:cNvSpPr/>
            <p:nvPr/>
          </p:nvSpPr>
          <p:spPr>
            <a:xfrm>
              <a:off x="1345438" y="42678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9" name="Cube 858"/>
            <p:cNvSpPr/>
            <p:nvPr/>
          </p:nvSpPr>
          <p:spPr>
            <a:xfrm>
              <a:off x="1663616" y="42678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0" name="Cube 859"/>
            <p:cNvSpPr/>
            <p:nvPr/>
          </p:nvSpPr>
          <p:spPr>
            <a:xfrm>
              <a:off x="1981795" y="42678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1" name="Cube 860"/>
            <p:cNvSpPr/>
            <p:nvPr/>
          </p:nvSpPr>
          <p:spPr>
            <a:xfrm>
              <a:off x="2299973" y="42678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2" name="Cube 861"/>
            <p:cNvSpPr/>
            <p:nvPr/>
          </p:nvSpPr>
          <p:spPr>
            <a:xfrm>
              <a:off x="2618151" y="42678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3" name="Cube 862"/>
            <p:cNvSpPr/>
            <p:nvPr/>
          </p:nvSpPr>
          <p:spPr>
            <a:xfrm>
              <a:off x="2936330" y="42678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4" name="Cube 863"/>
            <p:cNvSpPr/>
            <p:nvPr/>
          </p:nvSpPr>
          <p:spPr>
            <a:xfrm>
              <a:off x="3254508" y="42678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65" name="Cube 864"/>
            <p:cNvSpPr/>
            <p:nvPr/>
          </p:nvSpPr>
          <p:spPr>
            <a:xfrm>
              <a:off x="3572686" y="42678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0" name="Cube 849"/>
            <p:cNvSpPr/>
            <p:nvPr/>
          </p:nvSpPr>
          <p:spPr>
            <a:xfrm>
              <a:off x="1345438" y="39301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1" name="Cube 850"/>
            <p:cNvSpPr/>
            <p:nvPr/>
          </p:nvSpPr>
          <p:spPr>
            <a:xfrm>
              <a:off x="1663616" y="39301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2" name="Cube 851"/>
            <p:cNvSpPr/>
            <p:nvPr/>
          </p:nvSpPr>
          <p:spPr>
            <a:xfrm>
              <a:off x="1981795" y="39301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3" name="Cube 852"/>
            <p:cNvSpPr/>
            <p:nvPr/>
          </p:nvSpPr>
          <p:spPr>
            <a:xfrm>
              <a:off x="2299973" y="39301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4" name="Cube 853"/>
            <p:cNvSpPr/>
            <p:nvPr/>
          </p:nvSpPr>
          <p:spPr>
            <a:xfrm>
              <a:off x="2618151" y="39301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5" name="Cube 854"/>
            <p:cNvSpPr/>
            <p:nvPr/>
          </p:nvSpPr>
          <p:spPr>
            <a:xfrm>
              <a:off x="2936330" y="39301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6" name="Cube 855"/>
            <p:cNvSpPr/>
            <p:nvPr/>
          </p:nvSpPr>
          <p:spPr>
            <a:xfrm>
              <a:off x="3254508" y="39301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7" name="Cube 856"/>
            <p:cNvSpPr/>
            <p:nvPr/>
          </p:nvSpPr>
          <p:spPr>
            <a:xfrm>
              <a:off x="3572686" y="39301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2" name="Cube 841"/>
            <p:cNvSpPr/>
            <p:nvPr/>
          </p:nvSpPr>
          <p:spPr>
            <a:xfrm>
              <a:off x="1345438" y="35924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3" name="Cube 842"/>
            <p:cNvSpPr/>
            <p:nvPr/>
          </p:nvSpPr>
          <p:spPr>
            <a:xfrm>
              <a:off x="1663616" y="35924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4" name="Cube 843"/>
            <p:cNvSpPr/>
            <p:nvPr/>
          </p:nvSpPr>
          <p:spPr>
            <a:xfrm>
              <a:off x="1981795" y="35924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5" name="Cube 844"/>
            <p:cNvSpPr/>
            <p:nvPr/>
          </p:nvSpPr>
          <p:spPr>
            <a:xfrm>
              <a:off x="2299973" y="35924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6" name="Cube 845"/>
            <p:cNvSpPr/>
            <p:nvPr/>
          </p:nvSpPr>
          <p:spPr>
            <a:xfrm>
              <a:off x="2618151" y="35924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7" name="Cube 846"/>
            <p:cNvSpPr/>
            <p:nvPr/>
          </p:nvSpPr>
          <p:spPr>
            <a:xfrm>
              <a:off x="2936330" y="35924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8" name="Cube 847"/>
            <p:cNvSpPr/>
            <p:nvPr/>
          </p:nvSpPr>
          <p:spPr>
            <a:xfrm>
              <a:off x="3254508" y="35924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9" name="Cube 848"/>
            <p:cNvSpPr/>
            <p:nvPr/>
          </p:nvSpPr>
          <p:spPr>
            <a:xfrm>
              <a:off x="3572686" y="35924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4" name="Cube 833"/>
            <p:cNvSpPr/>
            <p:nvPr/>
          </p:nvSpPr>
          <p:spPr>
            <a:xfrm>
              <a:off x="1345438" y="32548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5" name="Cube 834"/>
            <p:cNvSpPr/>
            <p:nvPr/>
          </p:nvSpPr>
          <p:spPr>
            <a:xfrm>
              <a:off x="1663616" y="32548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6" name="Cube 835"/>
            <p:cNvSpPr/>
            <p:nvPr/>
          </p:nvSpPr>
          <p:spPr>
            <a:xfrm>
              <a:off x="1981795" y="32548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7" name="Cube 836"/>
            <p:cNvSpPr/>
            <p:nvPr/>
          </p:nvSpPr>
          <p:spPr>
            <a:xfrm>
              <a:off x="2299973" y="32548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8" name="Cube 837"/>
            <p:cNvSpPr/>
            <p:nvPr/>
          </p:nvSpPr>
          <p:spPr>
            <a:xfrm>
              <a:off x="2618151" y="32548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9" name="Cube 838"/>
            <p:cNvSpPr/>
            <p:nvPr/>
          </p:nvSpPr>
          <p:spPr>
            <a:xfrm>
              <a:off x="2936330" y="32548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0" name="Cube 839"/>
            <p:cNvSpPr/>
            <p:nvPr/>
          </p:nvSpPr>
          <p:spPr>
            <a:xfrm>
              <a:off x="3254508" y="32548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1" name="Cube 840"/>
            <p:cNvSpPr/>
            <p:nvPr/>
          </p:nvSpPr>
          <p:spPr>
            <a:xfrm>
              <a:off x="3572686" y="32548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6" name="Cube 825"/>
            <p:cNvSpPr/>
            <p:nvPr/>
          </p:nvSpPr>
          <p:spPr>
            <a:xfrm>
              <a:off x="1345438" y="29171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7" name="Cube 826"/>
            <p:cNvSpPr/>
            <p:nvPr/>
          </p:nvSpPr>
          <p:spPr>
            <a:xfrm>
              <a:off x="1663616" y="29171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8" name="Cube 827"/>
            <p:cNvSpPr/>
            <p:nvPr/>
          </p:nvSpPr>
          <p:spPr>
            <a:xfrm>
              <a:off x="1981795" y="29171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9" name="Cube 828"/>
            <p:cNvSpPr/>
            <p:nvPr/>
          </p:nvSpPr>
          <p:spPr>
            <a:xfrm>
              <a:off x="2299973" y="29171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0" name="Cube 829"/>
            <p:cNvSpPr/>
            <p:nvPr/>
          </p:nvSpPr>
          <p:spPr>
            <a:xfrm>
              <a:off x="2618151" y="29171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1" name="Cube 830"/>
            <p:cNvSpPr/>
            <p:nvPr/>
          </p:nvSpPr>
          <p:spPr>
            <a:xfrm>
              <a:off x="2936330" y="29171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2" name="Cube 831"/>
            <p:cNvSpPr/>
            <p:nvPr/>
          </p:nvSpPr>
          <p:spPr>
            <a:xfrm>
              <a:off x="3254508" y="29171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33" name="Cube 832"/>
            <p:cNvSpPr/>
            <p:nvPr/>
          </p:nvSpPr>
          <p:spPr>
            <a:xfrm>
              <a:off x="3572686" y="29171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8" name="Cube 817"/>
            <p:cNvSpPr/>
            <p:nvPr/>
          </p:nvSpPr>
          <p:spPr>
            <a:xfrm>
              <a:off x="1345438" y="25795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19" name="Cube 818"/>
            <p:cNvSpPr/>
            <p:nvPr/>
          </p:nvSpPr>
          <p:spPr>
            <a:xfrm>
              <a:off x="1663616" y="25795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0" name="Cube 819"/>
            <p:cNvSpPr/>
            <p:nvPr/>
          </p:nvSpPr>
          <p:spPr>
            <a:xfrm>
              <a:off x="1981795" y="25795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1" name="Cube 820"/>
            <p:cNvSpPr/>
            <p:nvPr/>
          </p:nvSpPr>
          <p:spPr>
            <a:xfrm>
              <a:off x="2299973" y="25795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2" name="Cube 821"/>
            <p:cNvSpPr/>
            <p:nvPr/>
          </p:nvSpPr>
          <p:spPr>
            <a:xfrm>
              <a:off x="2618151" y="25795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3" name="Cube 822"/>
            <p:cNvSpPr/>
            <p:nvPr/>
          </p:nvSpPr>
          <p:spPr>
            <a:xfrm>
              <a:off x="2936330" y="25795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4" name="Cube 823"/>
            <p:cNvSpPr/>
            <p:nvPr/>
          </p:nvSpPr>
          <p:spPr>
            <a:xfrm>
              <a:off x="3254508" y="25795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25" name="Cube 824"/>
            <p:cNvSpPr/>
            <p:nvPr/>
          </p:nvSpPr>
          <p:spPr>
            <a:xfrm>
              <a:off x="3572686" y="25795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7" name="Cube 946"/>
            <p:cNvSpPr/>
            <p:nvPr/>
          </p:nvSpPr>
          <p:spPr>
            <a:xfrm>
              <a:off x="1211172" y="50620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8" name="Cube 947"/>
            <p:cNvSpPr/>
            <p:nvPr/>
          </p:nvSpPr>
          <p:spPr>
            <a:xfrm>
              <a:off x="1529350" y="50620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9" name="Cube 948"/>
            <p:cNvSpPr/>
            <p:nvPr/>
          </p:nvSpPr>
          <p:spPr>
            <a:xfrm>
              <a:off x="1847529" y="50620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0" name="Cube 949"/>
            <p:cNvSpPr/>
            <p:nvPr/>
          </p:nvSpPr>
          <p:spPr>
            <a:xfrm>
              <a:off x="2165707" y="50620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1" name="Cube 950"/>
            <p:cNvSpPr/>
            <p:nvPr/>
          </p:nvSpPr>
          <p:spPr>
            <a:xfrm>
              <a:off x="2483885" y="50620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2" name="Cube 951"/>
            <p:cNvSpPr/>
            <p:nvPr/>
          </p:nvSpPr>
          <p:spPr>
            <a:xfrm>
              <a:off x="2802064" y="50620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3" name="Cube 952"/>
            <p:cNvSpPr/>
            <p:nvPr/>
          </p:nvSpPr>
          <p:spPr>
            <a:xfrm>
              <a:off x="3120242" y="50620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54" name="Cube 953"/>
            <p:cNvSpPr/>
            <p:nvPr/>
          </p:nvSpPr>
          <p:spPr>
            <a:xfrm>
              <a:off x="3438420" y="50620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9" name="Cube 938"/>
            <p:cNvSpPr/>
            <p:nvPr/>
          </p:nvSpPr>
          <p:spPr>
            <a:xfrm>
              <a:off x="1211172" y="47244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0" name="Cube 939"/>
            <p:cNvSpPr/>
            <p:nvPr/>
          </p:nvSpPr>
          <p:spPr>
            <a:xfrm>
              <a:off x="1529350" y="47244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1" name="Cube 940"/>
            <p:cNvSpPr/>
            <p:nvPr/>
          </p:nvSpPr>
          <p:spPr>
            <a:xfrm>
              <a:off x="1847529" y="47244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2" name="Cube 941"/>
            <p:cNvSpPr/>
            <p:nvPr/>
          </p:nvSpPr>
          <p:spPr>
            <a:xfrm>
              <a:off x="2165707" y="47244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3" name="Cube 942"/>
            <p:cNvSpPr/>
            <p:nvPr/>
          </p:nvSpPr>
          <p:spPr>
            <a:xfrm>
              <a:off x="2483885" y="47244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4" name="Cube 943"/>
            <p:cNvSpPr/>
            <p:nvPr/>
          </p:nvSpPr>
          <p:spPr>
            <a:xfrm>
              <a:off x="2802064" y="47244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5" name="Cube 944"/>
            <p:cNvSpPr/>
            <p:nvPr/>
          </p:nvSpPr>
          <p:spPr>
            <a:xfrm>
              <a:off x="3120242" y="47244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46" name="Cube 945"/>
            <p:cNvSpPr/>
            <p:nvPr/>
          </p:nvSpPr>
          <p:spPr>
            <a:xfrm>
              <a:off x="3438420" y="47244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1" name="Cube 930"/>
            <p:cNvSpPr/>
            <p:nvPr/>
          </p:nvSpPr>
          <p:spPr>
            <a:xfrm>
              <a:off x="1211172" y="43867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2" name="Cube 931"/>
            <p:cNvSpPr/>
            <p:nvPr/>
          </p:nvSpPr>
          <p:spPr>
            <a:xfrm>
              <a:off x="1529350" y="43867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3" name="Cube 932"/>
            <p:cNvSpPr/>
            <p:nvPr/>
          </p:nvSpPr>
          <p:spPr>
            <a:xfrm>
              <a:off x="1847529" y="43867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4" name="Cube 933"/>
            <p:cNvSpPr/>
            <p:nvPr/>
          </p:nvSpPr>
          <p:spPr>
            <a:xfrm>
              <a:off x="2165707" y="43867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5" name="Cube 934"/>
            <p:cNvSpPr/>
            <p:nvPr/>
          </p:nvSpPr>
          <p:spPr>
            <a:xfrm>
              <a:off x="2483885" y="43867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6" name="Cube 935"/>
            <p:cNvSpPr/>
            <p:nvPr/>
          </p:nvSpPr>
          <p:spPr>
            <a:xfrm>
              <a:off x="2802064" y="43867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7" name="Cube 936"/>
            <p:cNvSpPr/>
            <p:nvPr/>
          </p:nvSpPr>
          <p:spPr>
            <a:xfrm>
              <a:off x="3120242" y="43867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8" name="Cube 937"/>
            <p:cNvSpPr/>
            <p:nvPr/>
          </p:nvSpPr>
          <p:spPr>
            <a:xfrm>
              <a:off x="3438420" y="43867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3" name="Cube 922"/>
            <p:cNvSpPr/>
            <p:nvPr/>
          </p:nvSpPr>
          <p:spPr>
            <a:xfrm>
              <a:off x="1211172" y="40491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4" name="Cube 923"/>
            <p:cNvSpPr/>
            <p:nvPr/>
          </p:nvSpPr>
          <p:spPr>
            <a:xfrm>
              <a:off x="1529350" y="40491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5" name="Cube 924"/>
            <p:cNvSpPr/>
            <p:nvPr/>
          </p:nvSpPr>
          <p:spPr>
            <a:xfrm>
              <a:off x="1847529" y="40491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6" name="Cube 925"/>
            <p:cNvSpPr/>
            <p:nvPr/>
          </p:nvSpPr>
          <p:spPr>
            <a:xfrm>
              <a:off x="2165707" y="40491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7" name="Cube 926"/>
            <p:cNvSpPr/>
            <p:nvPr/>
          </p:nvSpPr>
          <p:spPr>
            <a:xfrm>
              <a:off x="2483885" y="40491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8" name="Cube 927"/>
            <p:cNvSpPr/>
            <p:nvPr/>
          </p:nvSpPr>
          <p:spPr>
            <a:xfrm>
              <a:off x="2802064" y="40491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9" name="Cube 928"/>
            <p:cNvSpPr/>
            <p:nvPr/>
          </p:nvSpPr>
          <p:spPr>
            <a:xfrm>
              <a:off x="3120242" y="40491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30" name="Cube 929"/>
            <p:cNvSpPr/>
            <p:nvPr/>
          </p:nvSpPr>
          <p:spPr>
            <a:xfrm>
              <a:off x="3438420" y="40491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5" name="Cube 914"/>
            <p:cNvSpPr/>
            <p:nvPr/>
          </p:nvSpPr>
          <p:spPr>
            <a:xfrm>
              <a:off x="1211172" y="37114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6" name="Cube 915"/>
            <p:cNvSpPr/>
            <p:nvPr/>
          </p:nvSpPr>
          <p:spPr>
            <a:xfrm>
              <a:off x="1529350" y="37114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7" name="Cube 916"/>
            <p:cNvSpPr/>
            <p:nvPr/>
          </p:nvSpPr>
          <p:spPr>
            <a:xfrm>
              <a:off x="1847529" y="37114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8" name="Cube 917"/>
            <p:cNvSpPr/>
            <p:nvPr/>
          </p:nvSpPr>
          <p:spPr>
            <a:xfrm>
              <a:off x="2165707" y="37114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9" name="Cube 918"/>
            <p:cNvSpPr/>
            <p:nvPr/>
          </p:nvSpPr>
          <p:spPr>
            <a:xfrm>
              <a:off x="2483885" y="37114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0" name="Cube 919"/>
            <p:cNvSpPr/>
            <p:nvPr/>
          </p:nvSpPr>
          <p:spPr>
            <a:xfrm>
              <a:off x="2802064" y="37114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1" name="Cube 920"/>
            <p:cNvSpPr/>
            <p:nvPr/>
          </p:nvSpPr>
          <p:spPr>
            <a:xfrm>
              <a:off x="3120242" y="37114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22" name="Cube 921"/>
            <p:cNvSpPr/>
            <p:nvPr/>
          </p:nvSpPr>
          <p:spPr>
            <a:xfrm>
              <a:off x="3438420" y="37114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7" name="Cube 906"/>
            <p:cNvSpPr/>
            <p:nvPr/>
          </p:nvSpPr>
          <p:spPr>
            <a:xfrm>
              <a:off x="1211172" y="33738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8" name="Cube 907"/>
            <p:cNvSpPr/>
            <p:nvPr/>
          </p:nvSpPr>
          <p:spPr>
            <a:xfrm>
              <a:off x="1529350" y="33738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9" name="Cube 908"/>
            <p:cNvSpPr/>
            <p:nvPr/>
          </p:nvSpPr>
          <p:spPr>
            <a:xfrm>
              <a:off x="1847529" y="33738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0" name="Cube 909"/>
            <p:cNvSpPr/>
            <p:nvPr/>
          </p:nvSpPr>
          <p:spPr>
            <a:xfrm>
              <a:off x="2165707" y="33738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1" name="Cube 910"/>
            <p:cNvSpPr/>
            <p:nvPr/>
          </p:nvSpPr>
          <p:spPr>
            <a:xfrm>
              <a:off x="2483885" y="33738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2" name="Cube 911"/>
            <p:cNvSpPr/>
            <p:nvPr/>
          </p:nvSpPr>
          <p:spPr>
            <a:xfrm>
              <a:off x="2802064" y="33738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3" name="Cube 912"/>
            <p:cNvSpPr/>
            <p:nvPr/>
          </p:nvSpPr>
          <p:spPr>
            <a:xfrm>
              <a:off x="3120242" y="33738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14" name="Cube 913"/>
            <p:cNvSpPr/>
            <p:nvPr/>
          </p:nvSpPr>
          <p:spPr>
            <a:xfrm>
              <a:off x="3438420" y="33738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9" name="Cube 898"/>
            <p:cNvSpPr/>
            <p:nvPr/>
          </p:nvSpPr>
          <p:spPr>
            <a:xfrm>
              <a:off x="1211172" y="30361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0" name="Cube 899"/>
            <p:cNvSpPr/>
            <p:nvPr/>
          </p:nvSpPr>
          <p:spPr>
            <a:xfrm>
              <a:off x="1529350" y="30361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1" name="Cube 900"/>
            <p:cNvSpPr/>
            <p:nvPr/>
          </p:nvSpPr>
          <p:spPr>
            <a:xfrm>
              <a:off x="1847529" y="30361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2" name="Cube 901"/>
            <p:cNvSpPr/>
            <p:nvPr/>
          </p:nvSpPr>
          <p:spPr>
            <a:xfrm>
              <a:off x="2165707" y="30361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3" name="Cube 902"/>
            <p:cNvSpPr/>
            <p:nvPr/>
          </p:nvSpPr>
          <p:spPr>
            <a:xfrm>
              <a:off x="2483885" y="30361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4" name="Cube 903"/>
            <p:cNvSpPr/>
            <p:nvPr/>
          </p:nvSpPr>
          <p:spPr>
            <a:xfrm>
              <a:off x="2802064" y="30361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5" name="Cube 904"/>
            <p:cNvSpPr/>
            <p:nvPr/>
          </p:nvSpPr>
          <p:spPr>
            <a:xfrm>
              <a:off x="3120242" y="30361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06" name="Cube 905"/>
            <p:cNvSpPr/>
            <p:nvPr/>
          </p:nvSpPr>
          <p:spPr>
            <a:xfrm>
              <a:off x="3438420" y="30361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1" name="Cube 890"/>
            <p:cNvSpPr/>
            <p:nvPr/>
          </p:nvSpPr>
          <p:spPr>
            <a:xfrm>
              <a:off x="1211172" y="26985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2" name="Cube 891"/>
            <p:cNvSpPr/>
            <p:nvPr/>
          </p:nvSpPr>
          <p:spPr>
            <a:xfrm>
              <a:off x="1529350" y="26985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3" name="Cube 892"/>
            <p:cNvSpPr/>
            <p:nvPr/>
          </p:nvSpPr>
          <p:spPr>
            <a:xfrm>
              <a:off x="1847529" y="26985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4" name="Cube 893"/>
            <p:cNvSpPr/>
            <p:nvPr/>
          </p:nvSpPr>
          <p:spPr>
            <a:xfrm>
              <a:off x="2165707" y="26985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5" name="Cube 894"/>
            <p:cNvSpPr/>
            <p:nvPr/>
          </p:nvSpPr>
          <p:spPr>
            <a:xfrm>
              <a:off x="2483885" y="26985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6" name="Cube 895"/>
            <p:cNvSpPr/>
            <p:nvPr/>
          </p:nvSpPr>
          <p:spPr>
            <a:xfrm>
              <a:off x="2802064" y="26985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7" name="Cube 896"/>
            <p:cNvSpPr/>
            <p:nvPr/>
          </p:nvSpPr>
          <p:spPr>
            <a:xfrm>
              <a:off x="3120242" y="26985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8" name="Cube 897"/>
            <p:cNvSpPr/>
            <p:nvPr/>
          </p:nvSpPr>
          <p:spPr>
            <a:xfrm>
              <a:off x="3438420" y="26985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0" name="Cube 1019"/>
            <p:cNvSpPr/>
            <p:nvPr/>
          </p:nvSpPr>
          <p:spPr>
            <a:xfrm>
              <a:off x="1076906" y="51810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1" name="Cube 1020"/>
            <p:cNvSpPr/>
            <p:nvPr/>
          </p:nvSpPr>
          <p:spPr>
            <a:xfrm>
              <a:off x="1395084" y="51810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2" name="Cube 1021"/>
            <p:cNvSpPr/>
            <p:nvPr/>
          </p:nvSpPr>
          <p:spPr>
            <a:xfrm>
              <a:off x="1713263" y="51810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3" name="Cube 1022"/>
            <p:cNvSpPr/>
            <p:nvPr/>
          </p:nvSpPr>
          <p:spPr>
            <a:xfrm>
              <a:off x="2031441" y="51810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4" name="Cube 1023"/>
            <p:cNvSpPr/>
            <p:nvPr/>
          </p:nvSpPr>
          <p:spPr>
            <a:xfrm>
              <a:off x="2349619" y="51810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5" name="Cube 1024"/>
            <p:cNvSpPr/>
            <p:nvPr/>
          </p:nvSpPr>
          <p:spPr>
            <a:xfrm>
              <a:off x="2667798" y="51810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6" name="Cube 1025"/>
            <p:cNvSpPr/>
            <p:nvPr/>
          </p:nvSpPr>
          <p:spPr>
            <a:xfrm>
              <a:off x="2985976" y="51810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27" name="Cube 1026"/>
            <p:cNvSpPr/>
            <p:nvPr/>
          </p:nvSpPr>
          <p:spPr>
            <a:xfrm>
              <a:off x="3304154" y="51810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2" name="Cube 1011"/>
            <p:cNvSpPr/>
            <p:nvPr/>
          </p:nvSpPr>
          <p:spPr>
            <a:xfrm>
              <a:off x="1076906" y="48433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3" name="Cube 1012"/>
            <p:cNvSpPr/>
            <p:nvPr/>
          </p:nvSpPr>
          <p:spPr>
            <a:xfrm>
              <a:off x="1395084" y="48433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4" name="Cube 1013"/>
            <p:cNvSpPr/>
            <p:nvPr/>
          </p:nvSpPr>
          <p:spPr>
            <a:xfrm>
              <a:off x="1713263" y="48433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5" name="Cube 1014"/>
            <p:cNvSpPr/>
            <p:nvPr/>
          </p:nvSpPr>
          <p:spPr>
            <a:xfrm>
              <a:off x="2031441" y="48433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6" name="Cube 1015"/>
            <p:cNvSpPr/>
            <p:nvPr/>
          </p:nvSpPr>
          <p:spPr>
            <a:xfrm>
              <a:off x="2349619" y="48433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7" name="Cube 1016"/>
            <p:cNvSpPr/>
            <p:nvPr/>
          </p:nvSpPr>
          <p:spPr>
            <a:xfrm>
              <a:off x="2667798" y="48433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8" name="Cube 1017"/>
            <p:cNvSpPr/>
            <p:nvPr/>
          </p:nvSpPr>
          <p:spPr>
            <a:xfrm>
              <a:off x="2985976" y="48433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9" name="Cube 1018"/>
            <p:cNvSpPr/>
            <p:nvPr/>
          </p:nvSpPr>
          <p:spPr>
            <a:xfrm>
              <a:off x="3304154" y="48433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4" name="Cube 1003"/>
            <p:cNvSpPr/>
            <p:nvPr/>
          </p:nvSpPr>
          <p:spPr>
            <a:xfrm>
              <a:off x="1076906" y="45057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5" name="Cube 1004"/>
            <p:cNvSpPr/>
            <p:nvPr/>
          </p:nvSpPr>
          <p:spPr>
            <a:xfrm>
              <a:off x="1395084" y="45057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6" name="Cube 1005"/>
            <p:cNvSpPr/>
            <p:nvPr/>
          </p:nvSpPr>
          <p:spPr>
            <a:xfrm>
              <a:off x="1713263" y="45057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7" name="Cube 1006"/>
            <p:cNvSpPr/>
            <p:nvPr/>
          </p:nvSpPr>
          <p:spPr>
            <a:xfrm>
              <a:off x="2031441" y="45057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8" name="Cube 1007"/>
            <p:cNvSpPr/>
            <p:nvPr/>
          </p:nvSpPr>
          <p:spPr>
            <a:xfrm>
              <a:off x="2349619" y="45057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9" name="Cube 1008"/>
            <p:cNvSpPr/>
            <p:nvPr/>
          </p:nvSpPr>
          <p:spPr>
            <a:xfrm>
              <a:off x="2667798" y="45057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0" name="Cube 1009"/>
            <p:cNvSpPr/>
            <p:nvPr/>
          </p:nvSpPr>
          <p:spPr>
            <a:xfrm>
              <a:off x="2985976" y="45057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11" name="Cube 1010"/>
            <p:cNvSpPr/>
            <p:nvPr/>
          </p:nvSpPr>
          <p:spPr>
            <a:xfrm>
              <a:off x="3304154" y="45057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6" name="Cube 995"/>
            <p:cNvSpPr/>
            <p:nvPr/>
          </p:nvSpPr>
          <p:spPr>
            <a:xfrm>
              <a:off x="1076906" y="41680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7" name="Cube 996"/>
            <p:cNvSpPr/>
            <p:nvPr/>
          </p:nvSpPr>
          <p:spPr>
            <a:xfrm>
              <a:off x="1395084" y="41680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8" name="Cube 997"/>
            <p:cNvSpPr/>
            <p:nvPr/>
          </p:nvSpPr>
          <p:spPr>
            <a:xfrm>
              <a:off x="1713263" y="41680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9" name="Cube 998"/>
            <p:cNvSpPr/>
            <p:nvPr/>
          </p:nvSpPr>
          <p:spPr>
            <a:xfrm>
              <a:off x="2031441" y="41680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0" name="Cube 999"/>
            <p:cNvSpPr/>
            <p:nvPr/>
          </p:nvSpPr>
          <p:spPr>
            <a:xfrm>
              <a:off x="2349619" y="41680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1" name="Cube 1000"/>
            <p:cNvSpPr/>
            <p:nvPr/>
          </p:nvSpPr>
          <p:spPr>
            <a:xfrm>
              <a:off x="2667798" y="41680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2" name="Cube 1001"/>
            <p:cNvSpPr/>
            <p:nvPr/>
          </p:nvSpPr>
          <p:spPr>
            <a:xfrm>
              <a:off x="2985976" y="41680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03" name="Cube 1002"/>
            <p:cNvSpPr/>
            <p:nvPr/>
          </p:nvSpPr>
          <p:spPr>
            <a:xfrm>
              <a:off x="3304154" y="41680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8" name="Cube 987"/>
            <p:cNvSpPr/>
            <p:nvPr/>
          </p:nvSpPr>
          <p:spPr>
            <a:xfrm>
              <a:off x="1076906" y="38304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9" name="Cube 988"/>
            <p:cNvSpPr/>
            <p:nvPr/>
          </p:nvSpPr>
          <p:spPr>
            <a:xfrm>
              <a:off x="1395084" y="38304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0" name="Cube 989"/>
            <p:cNvSpPr/>
            <p:nvPr/>
          </p:nvSpPr>
          <p:spPr>
            <a:xfrm>
              <a:off x="1713263" y="38304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1" name="Cube 990"/>
            <p:cNvSpPr/>
            <p:nvPr/>
          </p:nvSpPr>
          <p:spPr>
            <a:xfrm>
              <a:off x="2031441" y="38304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2" name="Cube 991"/>
            <p:cNvSpPr/>
            <p:nvPr/>
          </p:nvSpPr>
          <p:spPr>
            <a:xfrm>
              <a:off x="2349619" y="38304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3" name="Cube 992"/>
            <p:cNvSpPr/>
            <p:nvPr/>
          </p:nvSpPr>
          <p:spPr>
            <a:xfrm>
              <a:off x="2667798" y="38304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4" name="Cube 993"/>
            <p:cNvSpPr/>
            <p:nvPr/>
          </p:nvSpPr>
          <p:spPr>
            <a:xfrm>
              <a:off x="2985976" y="38304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95" name="Cube 994"/>
            <p:cNvSpPr/>
            <p:nvPr/>
          </p:nvSpPr>
          <p:spPr>
            <a:xfrm>
              <a:off x="3304154" y="38304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0" name="Cube 979"/>
            <p:cNvSpPr/>
            <p:nvPr/>
          </p:nvSpPr>
          <p:spPr>
            <a:xfrm>
              <a:off x="1076906" y="34927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1" name="Cube 980"/>
            <p:cNvSpPr/>
            <p:nvPr/>
          </p:nvSpPr>
          <p:spPr>
            <a:xfrm>
              <a:off x="1395084" y="34927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2" name="Cube 981"/>
            <p:cNvSpPr/>
            <p:nvPr/>
          </p:nvSpPr>
          <p:spPr>
            <a:xfrm>
              <a:off x="1713263" y="34927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3" name="Cube 982"/>
            <p:cNvSpPr/>
            <p:nvPr/>
          </p:nvSpPr>
          <p:spPr>
            <a:xfrm>
              <a:off x="2031441" y="34927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4" name="Cube 983"/>
            <p:cNvSpPr/>
            <p:nvPr/>
          </p:nvSpPr>
          <p:spPr>
            <a:xfrm>
              <a:off x="2349619" y="34927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5" name="Cube 984"/>
            <p:cNvSpPr/>
            <p:nvPr/>
          </p:nvSpPr>
          <p:spPr>
            <a:xfrm>
              <a:off x="2667798" y="34927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6" name="Cube 985"/>
            <p:cNvSpPr/>
            <p:nvPr/>
          </p:nvSpPr>
          <p:spPr>
            <a:xfrm>
              <a:off x="2985976" y="34927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7" name="Cube 986"/>
            <p:cNvSpPr/>
            <p:nvPr/>
          </p:nvSpPr>
          <p:spPr>
            <a:xfrm>
              <a:off x="3304154" y="34927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2" name="Cube 971"/>
            <p:cNvSpPr/>
            <p:nvPr/>
          </p:nvSpPr>
          <p:spPr>
            <a:xfrm>
              <a:off x="1076906" y="31551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3" name="Cube 972"/>
            <p:cNvSpPr/>
            <p:nvPr/>
          </p:nvSpPr>
          <p:spPr>
            <a:xfrm>
              <a:off x="1395084" y="31551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4" name="Cube 973"/>
            <p:cNvSpPr/>
            <p:nvPr/>
          </p:nvSpPr>
          <p:spPr>
            <a:xfrm>
              <a:off x="1713263" y="31551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5" name="Cube 974"/>
            <p:cNvSpPr/>
            <p:nvPr/>
          </p:nvSpPr>
          <p:spPr>
            <a:xfrm>
              <a:off x="2031441" y="31551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6" name="Cube 975"/>
            <p:cNvSpPr/>
            <p:nvPr/>
          </p:nvSpPr>
          <p:spPr>
            <a:xfrm>
              <a:off x="2349619" y="31551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7" name="Cube 976"/>
            <p:cNvSpPr/>
            <p:nvPr/>
          </p:nvSpPr>
          <p:spPr>
            <a:xfrm>
              <a:off x="2667798" y="31551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8" name="Cube 977"/>
            <p:cNvSpPr/>
            <p:nvPr/>
          </p:nvSpPr>
          <p:spPr>
            <a:xfrm>
              <a:off x="2985976" y="31551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9" name="Cube 978"/>
            <p:cNvSpPr/>
            <p:nvPr/>
          </p:nvSpPr>
          <p:spPr>
            <a:xfrm>
              <a:off x="3304154" y="31551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4" name="Cube 963"/>
            <p:cNvSpPr/>
            <p:nvPr/>
          </p:nvSpPr>
          <p:spPr>
            <a:xfrm>
              <a:off x="1076906" y="28174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5" name="Cube 964"/>
            <p:cNvSpPr/>
            <p:nvPr/>
          </p:nvSpPr>
          <p:spPr>
            <a:xfrm>
              <a:off x="1395084" y="28174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6" name="Cube 965"/>
            <p:cNvSpPr/>
            <p:nvPr/>
          </p:nvSpPr>
          <p:spPr>
            <a:xfrm>
              <a:off x="1713263" y="28174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7" name="Cube 966"/>
            <p:cNvSpPr/>
            <p:nvPr/>
          </p:nvSpPr>
          <p:spPr>
            <a:xfrm>
              <a:off x="2031441" y="28174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8" name="Cube 967"/>
            <p:cNvSpPr/>
            <p:nvPr/>
          </p:nvSpPr>
          <p:spPr>
            <a:xfrm>
              <a:off x="2349619" y="28174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69" name="Cube 968"/>
            <p:cNvSpPr/>
            <p:nvPr/>
          </p:nvSpPr>
          <p:spPr>
            <a:xfrm>
              <a:off x="2667798" y="28174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0" name="Cube 969"/>
            <p:cNvSpPr/>
            <p:nvPr/>
          </p:nvSpPr>
          <p:spPr>
            <a:xfrm>
              <a:off x="2985976" y="28174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71" name="Cube 970"/>
            <p:cNvSpPr/>
            <p:nvPr/>
          </p:nvSpPr>
          <p:spPr>
            <a:xfrm>
              <a:off x="3304154" y="28174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3" name="Cube 1092"/>
            <p:cNvSpPr/>
            <p:nvPr/>
          </p:nvSpPr>
          <p:spPr>
            <a:xfrm>
              <a:off x="942640" y="52999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4" name="Cube 1093"/>
            <p:cNvSpPr/>
            <p:nvPr/>
          </p:nvSpPr>
          <p:spPr>
            <a:xfrm>
              <a:off x="1260818" y="52999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5" name="Cube 1094"/>
            <p:cNvSpPr/>
            <p:nvPr/>
          </p:nvSpPr>
          <p:spPr>
            <a:xfrm>
              <a:off x="1578997" y="52999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6" name="Cube 1095"/>
            <p:cNvSpPr/>
            <p:nvPr/>
          </p:nvSpPr>
          <p:spPr>
            <a:xfrm>
              <a:off x="1897175" y="52999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7" name="Cube 1096"/>
            <p:cNvSpPr/>
            <p:nvPr/>
          </p:nvSpPr>
          <p:spPr>
            <a:xfrm>
              <a:off x="2215353" y="52999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8" name="Cube 1097"/>
            <p:cNvSpPr/>
            <p:nvPr/>
          </p:nvSpPr>
          <p:spPr>
            <a:xfrm>
              <a:off x="2533532" y="52999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9" name="Cube 1098"/>
            <p:cNvSpPr/>
            <p:nvPr/>
          </p:nvSpPr>
          <p:spPr>
            <a:xfrm>
              <a:off x="2851710" y="52999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0" name="Cube 1099"/>
            <p:cNvSpPr/>
            <p:nvPr/>
          </p:nvSpPr>
          <p:spPr>
            <a:xfrm>
              <a:off x="3169888" y="52999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5" name="Cube 1084"/>
            <p:cNvSpPr/>
            <p:nvPr/>
          </p:nvSpPr>
          <p:spPr>
            <a:xfrm>
              <a:off x="942640" y="49623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6" name="Cube 1085"/>
            <p:cNvSpPr/>
            <p:nvPr/>
          </p:nvSpPr>
          <p:spPr>
            <a:xfrm>
              <a:off x="1260818" y="49623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7" name="Cube 1086"/>
            <p:cNvSpPr/>
            <p:nvPr/>
          </p:nvSpPr>
          <p:spPr>
            <a:xfrm>
              <a:off x="1578997" y="49623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8" name="Cube 1087"/>
            <p:cNvSpPr/>
            <p:nvPr/>
          </p:nvSpPr>
          <p:spPr>
            <a:xfrm>
              <a:off x="1897175" y="49623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9" name="Cube 1088"/>
            <p:cNvSpPr/>
            <p:nvPr/>
          </p:nvSpPr>
          <p:spPr>
            <a:xfrm>
              <a:off x="2215353" y="49623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0" name="Cube 1089"/>
            <p:cNvSpPr/>
            <p:nvPr/>
          </p:nvSpPr>
          <p:spPr>
            <a:xfrm>
              <a:off x="2533532" y="49623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1" name="Cube 1090"/>
            <p:cNvSpPr/>
            <p:nvPr/>
          </p:nvSpPr>
          <p:spPr>
            <a:xfrm>
              <a:off x="2851710" y="49623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2" name="Cube 1091"/>
            <p:cNvSpPr/>
            <p:nvPr/>
          </p:nvSpPr>
          <p:spPr>
            <a:xfrm>
              <a:off x="3169888" y="49623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7" name="Cube 1076"/>
            <p:cNvSpPr/>
            <p:nvPr/>
          </p:nvSpPr>
          <p:spPr>
            <a:xfrm>
              <a:off x="942640" y="46246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8" name="Cube 1077"/>
            <p:cNvSpPr/>
            <p:nvPr/>
          </p:nvSpPr>
          <p:spPr>
            <a:xfrm>
              <a:off x="1260818" y="46246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9" name="Cube 1078"/>
            <p:cNvSpPr/>
            <p:nvPr/>
          </p:nvSpPr>
          <p:spPr>
            <a:xfrm>
              <a:off x="1578997" y="46246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0" name="Cube 1079"/>
            <p:cNvSpPr/>
            <p:nvPr/>
          </p:nvSpPr>
          <p:spPr>
            <a:xfrm>
              <a:off x="1897175" y="46246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1" name="Cube 1080"/>
            <p:cNvSpPr/>
            <p:nvPr/>
          </p:nvSpPr>
          <p:spPr>
            <a:xfrm>
              <a:off x="2215353" y="46246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2" name="Cube 1081"/>
            <p:cNvSpPr/>
            <p:nvPr/>
          </p:nvSpPr>
          <p:spPr>
            <a:xfrm>
              <a:off x="2533532" y="46246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3" name="Cube 1082"/>
            <p:cNvSpPr/>
            <p:nvPr/>
          </p:nvSpPr>
          <p:spPr>
            <a:xfrm>
              <a:off x="2851710" y="46246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4" name="Cube 1083"/>
            <p:cNvSpPr/>
            <p:nvPr/>
          </p:nvSpPr>
          <p:spPr>
            <a:xfrm>
              <a:off x="3169888" y="46246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9" name="Cube 1068"/>
            <p:cNvSpPr/>
            <p:nvPr/>
          </p:nvSpPr>
          <p:spPr>
            <a:xfrm>
              <a:off x="942640" y="42870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0" name="Cube 1069"/>
            <p:cNvSpPr/>
            <p:nvPr/>
          </p:nvSpPr>
          <p:spPr>
            <a:xfrm>
              <a:off x="1260818" y="42870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1" name="Cube 1070"/>
            <p:cNvSpPr/>
            <p:nvPr/>
          </p:nvSpPr>
          <p:spPr>
            <a:xfrm>
              <a:off x="1578997" y="42870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2" name="Cube 1071"/>
            <p:cNvSpPr/>
            <p:nvPr/>
          </p:nvSpPr>
          <p:spPr>
            <a:xfrm>
              <a:off x="1897175" y="42870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3" name="Cube 1072"/>
            <p:cNvSpPr/>
            <p:nvPr/>
          </p:nvSpPr>
          <p:spPr>
            <a:xfrm>
              <a:off x="2215353" y="42870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4" name="Cube 1073"/>
            <p:cNvSpPr/>
            <p:nvPr/>
          </p:nvSpPr>
          <p:spPr>
            <a:xfrm>
              <a:off x="2533532" y="42870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5" name="Cube 1074"/>
            <p:cNvSpPr/>
            <p:nvPr/>
          </p:nvSpPr>
          <p:spPr>
            <a:xfrm>
              <a:off x="2851710" y="42870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6" name="Cube 1075"/>
            <p:cNvSpPr/>
            <p:nvPr/>
          </p:nvSpPr>
          <p:spPr>
            <a:xfrm>
              <a:off x="3169888" y="42870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1" name="Cube 1060"/>
            <p:cNvSpPr/>
            <p:nvPr/>
          </p:nvSpPr>
          <p:spPr>
            <a:xfrm>
              <a:off x="942640" y="39493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2" name="Cube 1061"/>
            <p:cNvSpPr/>
            <p:nvPr/>
          </p:nvSpPr>
          <p:spPr>
            <a:xfrm>
              <a:off x="1260818" y="39493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3" name="Cube 1062"/>
            <p:cNvSpPr/>
            <p:nvPr/>
          </p:nvSpPr>
          <p:spPr>
            <a:xfrm>
              <a:off x="1578997" y="39493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4" name="Cube 1063"/>
            <p:cNvSpPr/>
            <p:nvPr/>
          </p:nvSpPr>
          <p:spPr>
            <a:xfrm>
              <a:off x="1897175" y="39493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5" name="Cube 1064"/>
            <p:cNvSpPr/>
            <p:nvPr/>
          </p:nvSpPr>
          <p:spPr>
            <a:xfrm>
              <a:off x="2215353" y="39493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6" name="Cube 1065"/>
            <p:cNvSpPr/>
            <p:nvPr/>
          </p:nvSpPr>
          <p:spPr>
            <a:xfrm>
              <a:off x="2533532" y="39493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7" name="Cube 1066"/>
            <p:cNvSpPr/>
            <p:nvPr/>
          </p:nvSpPr>
          <p:spPr>
            <a:xfrm>
              <a:off x="2851710" y="39493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8" name="Cube 1067"/>
            <p:cNvSpPr/>
            <p:nvPr/>
          </p:nvSpPr>
          <p:spPr>
            <a:xfrm>
              <a:off x="3169888" y="39493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3" name="Cube 1052"/>
            <p:cNvSpPr/>
            <p:nvPr/>
          </p:nvSpPr>
          <p:spPr>
            <a:xfrm>
              <a:off x="942640" y="36117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4" name="Cube 1053"/>
            <p:cNvSpPr/>
            <p:nvPr/>
          </p:nvSpPr>
          <p:spPr>
            <a:xfrm>
              <a:off x="1260818" y="36117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5" name="Cube 1054"/>
            <p:cNvSpPr/>
            <p:nvPr/>
          </p:nvSpPr>
          <p:spPr>
            <a:xfrm>
              <a:off x="1578997" y="36117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6" name="Cube 1055"/>
            <p:cNvSpPr/>
            <p:nvPr/>
          </p:nvSpPr>
          <p:spPr>
            <a:xfrm>
              <a:off x="1897175" y="36117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7" name="Cube 1056"/>
            <p:cNvSpPr/>
            <p:nvPr/>
          </p:nvSpPr>
          <p:spPr>
            <a:xfrm>
              <a:off x="2215353" y="36117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8" name="Cube 1057"/>
            <p:cNvSpPr/>
            <p:nvPr/>
          </p:nvSpPr>
          <p:spPr>
            <a:xfrm>
              <a:off x="2533532" y="36117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9" name="Cube 1058"/>
            <p:cNvSpPr/>
            <p:nvPr/>
          </p:nvSpPr>
          <p:spPr>
            <a:xfrm>
              <a:off x="2851710" y="36117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0" name="Cube 1059"/>
            <p:cNvSpPr/>
            <p:nvPr/>
          </p:nvSpPr>
          <p:spPr>
            <a:xfrm>
              <a:off x="3169888" y="36117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5" name="Cube 1044"/>
            <p:cNvSpPr/>
            <p:nvPr/>
          </p:nvSpPr>
          <p:spPr>
            <a:xfrm>
              <a:off x="942640" y="32740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6" name="Cube 1045"/>
            <p:cNvSpPr/>
            <p:nvPr/>
          </p:nvSpPr>
          <p:spPr>
            <a:xfrm>
              <a:off x="1260818" y="32740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7" name="Cube 1046"/>
            <p:cNvSpPr/>
            <p:nvPr/>
          </p:nvSpPr>
          <p:spPr>
            <a:xfrm>
              <a:off x="1578997" y="32740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8" name="Cube 1047"/>
            <p:cNvSpPr/>
            <p:nvPr/>
          </p:nvSpPr>
          <p:spPr>
            <a:xfrm>
              <a:off x="1897175" y="32740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9" name="Cube 1048"/>
            <p:cNvSpPr/>
            <p:nvPr/>
          </p:nvSpPr>
          <p:spPr>
            <a:xfrm>
              <a:off x="2215353" y="32740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0" name="Cube 1049"/>
            <p:cNvSpPr/>
            <p:nvPr/>
          </p:nvSpPr>
          <p:spPr>
            <a:xfrm>
              <a:off x="2533532" y="32740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1" name="Cube 1050"/>
            <p:cNvSpPr/>
            <p:nvPr/>
          </p:nvSpPr>
          <p:spPr>
            <a:xfrm>
              <a:off x="2851710" y="32740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2" name="Cube 1051"/>
            <p:cNvSpPr/>
            <p:nvPr/>
          </p:nvSpPr>
          <p:spPr>
            <a:xfrm>
              <a:off x="3169888" y="32740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7" name="Cube 1036"/>
            <p:cNvSpPr/>
            <p:nvPr/>
          </p:nvSpPr>
          <p:spPr>
            <a:xfrm>
              <a:off x="942640" y="2936425"/>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8" name="Cube 1037"/>
            <p:cNvSpPr/>
            <p:nvPr/>
          </p:nvSpPr>
          <p:spPr>
            <a:xfrm>
              <a:off x="1260818" y="2936425"/>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9" name="Cube 1038"/>
            <p:cNvSpPr/>
            <p:nvPr/>
          </p:nvSpPr>
          <p:spPr>
            <a:xfrm>
              <a:off x="1578997" y="29364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0" name="Cube 1039"/>
            <p:cNvSpPr/>
            <p:nvPr/>
          </p:nvSpPr>
          <p:spPr>
            <a:xfrm>
              <a:off x="1897175" y="29364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1" name="Cube 1040"/>
            <p:cNvSpPr/>
            <p:nvPr/>
          </p:nvSpPr>
          <p:spPr>
            <a:xfrm>
              <a:off x="2215353" y="29364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2" name="Cube 1041"/>
            <p:cNvSpPr/>
            <p:nvPr/>
          </p:nvSpPr>
          <p:spPr>
            <a:xfrm>
              <a:off x="2533532" y="29364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3" name="Cube 1042"/>
            <p:cNvSpPr/>
            <p:nvPr/>
          </p:nvSpPr>
          <p:spPr>
            <a:xfrm>
              <a:off x="2851710" y="29364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4" name="Cube 1043"/>
            <p:cNvSpPr/>
            <p:nvPr/>
          </p:nvSpPr>
          <p:spPr>
            <a:xfrm>
              <a:off x="3169888" y="29364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6" name="Cube 1165"/>
            <p:cNvSpPr/>
            <p:nvPr/>
          </p:nvSpPr>
          <p:spPr>
            <a:xfrm>
              <a:off x="808374" y="5418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7" name="Cube 1166"/>
            <p:cNvSpPr/>
            <p:nvPr/>
          </p:nvSpPr>
          <p:spPr>
            <a:xfrm>
              <a:off x="1126552" y="5418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8" name="Cube 1167"/>
            <p:cNvSpPr/>
            <p:nvPr/>
          </p:nvSpPr>
          <p:spPr>
            <a:xfrm>
              <a:off x="1444731" y="5418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9" name="Cube 1168"/>
            <p:cNvSpPr/>
            <p:nvPr/>
          </p:nvSpPr>
          <p:spPr>
            <a:xfrm>
              <a:off x="1762909" y="5418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0" name="Cube 1169"/>
            <p:cNvSpPr/>
            <p:nvPr/>
          </p:nvSpPr>
          <p:spPr>
            <a:xfrm>
              <a:off x="2081087" y="5418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1" name="Cube 1170"/>
            <p:cNvSpPr/>
            <p:nvPr/>
          </p:nvSpPr>
          <p:spPr>
            <a:xfrm>
              <a:off x="2399266" y="5418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2" name="Cube 1171"/>
            <p:cNvSpPr/>
            <p:nvPr/>
          </p:nvSpPr>
          <p:spPr>
            <a:xfrm>
              <a:off x="2717444" y="5418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3" name="Cube 1172"/>
            <p:cNvSpPr/>
            <p:nvPr/>
          </p:nvSpPr>
          <p:spPr>
            <a:xfrm>
              <a:off x="3035622" y="54189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8" name="Cube 1157"/>
            <p:cNvSpPr/>
            <p:nvPr/>
          </p:nvSpPr>
          <p:spPr>
            <a:xfrm>
              <a:off x="808374" y="5081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9" name="Cube 1158"/>
            <p:cNvSpPr/>
            <p:nvPr/>
          </p:nvSpPr>
          <p:spPr>
            <a:xfrm>
              <a:off x="1126552" y="5081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0" name="Cube 1159"/>
            <p:cNvSpPr/>
            <p:nvPr/>
          </p:nvSpPr>
          <p:spPr>
            <a:xfrm>
              <a:off x="1444731" y="5081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1" name="Cube 1160"/>
            <p:cNvSpPr/>
            <p:nvPr/>
          </p:nvSpPr>
          <p:spPr>
            <a:xfrm>
              <a:off x="1762909" y="5081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2" name="Cube 1161"/>
            <p:cNvSpPr/>
            <p:nvPr/>
          </p:nvSpPr>
          <p:spPr>
            <a:xfrm>
              <a:off x="2081087" y="5081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3" name="Cube 1162"/>
            <p:cNvSpPr/>
            <p:nvPr/>
          </p:nvSpPr>
          <p:spPr>
            <a:xfrm>
              <a:off x="2399266" y="5081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4" name="Cube 1163"/>
            <p:cNvSpPr/>
            <p:nvPr/>
          </p:nvSpPr>
          <p:spPr>
            <a:xfrm>
              <a:off x="2717444" y="5081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5" name="Cube 1164"/>
            <p:cNvSpPr/>
            <p:nvPr/>
          </p:nvSpPr>
          <p:spPr>
            <a:xfrm>
              <a:off x="3035622" y="50813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0" name="Cube 1149"/>
            <p:cNvSpPr/>
            <p:nvPr/>
          </p:nvSpPr>
          <p:spPr>
            <a:xfrm>
              <a:off x="808374" y="4743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1" name="Cube 1150"/>
            <p:cNvSpPr/>
            <p:nvPr/>
          </p:nvSpPr>
          <p:spPr>
            <a:xfrm>
              <a:off x="1126552" y="4743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2" name="Cube 1151"/>
            <p:cNvSpPr/>
            <p:nvPr/>
          </p:nvSpPr>
          <p:spPr>
            <a:xfrm>
              <a:off x="1444731" y="4743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3" name="Cube 1152"/>
            <p:cNvSpPr/>
            <p:nvPr/>
          </p:nvSpPr>
          <p:spPr>
            <a:xfrm>
              <a:off x="1762909" y="4743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4" name="Cube 1153"/>
            <p:cNvSpPr/>
            <p:nvPr/>
          </p:nvSpPr>
          <p:spPr>
            <a:xfrm>
              <a:off x="2081087" y="4743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5" name="Cube 1154"/>
            <p:cNvSpPr/>
            <p:nvPr/>
          </p:nvSpPr>
          <p:spPr>
            <a:xfrm>
              <a:off x="2399266" y="4743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6" name="Cube 1155"/>
            <p:cNvSpPr/>
            <p:nvPr/>
          </p:nvSpPr>
          <p:spPr>
            <a:xfrm>
              <a:off x="2717444" y="4743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7" name="Cube 1156"/>
            <p:cNvSpPr/>
            <p:nvPr/>
          </p:nvSpPr>
          <p:spPr>
            <a:xfrm>
              <a:off x="3035622" y="47436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2" name="Cube 1141"/>
            <p:cNvSpPr/>
            <p:nvPr/>
          </p:nvSpPr>
          <p:spPr>
            <a:xfrm>
              <a:off x="808374" y="440600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3" name="Cube 1142"/>
            <p:cNvSpPr/>
            <p:nvPr/>
          </p:nvSpPr>
          <p:spPr>
            <a:xfrm>
              <a:off x="1126552" y="440600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4" name="Cube 1143"/>
            <p:cNvSpPr/>
            <p:nvPr/>
          </p:nvSpPr>
          <p:spPr>
            <a:xfrm>
              <a:off x="1444731" y="440600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5" name="Cube 1144"/>
            <p:cNvSpPr/>
            <p:nvPr/>
          </p:nvSpPr>
          <p:spPr>
            <a:xfrm>
              <a:off x="1762909" y="440600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6" name="Cube 1145"/>
            <p:cNvSpPr/>
            <p:nvPr/>
          </p:nvSpPr>
          <p:spPr>
            <a:xfrm>
              <a:off x="2081087" y="440600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7" name="Cube 1146"/>
            <p:cNvSpPr/>
            <p:nvPr/>
          </p:nvSpPr>
          <p:spPr>
            <a:xfrm>
              <a:off x="2399266" y="440600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8" name="Cube 1147"/>
            <p:cNvSpPr/>
            <p:nvPr/>
          </p:nvSpPr>
          <p:spPr>
            <a:xfrm>
              <a:off x="2717444" y="440600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9" name="Cube 1148"/>
            <p:cNvSpPr/>
            <p:nvPr/>
          </p:nvSpPr>
          <p:spPr>
            <a:xfrm>
              <a:off x="3035622" y="440600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4" name="Cube 1133"/>
            <p:cNvSpPr/>
            <p:nvPr/>
          </p:nvSpPr>
          <p:spPr>
            <a:xfrm>
              <a:off x="808374" y="406834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5" name="Cube 1134"/>
            <p:cNvSpPr/>
            <p:nvPr/>
          </p:nvSpPr>
          <p:spPr>
            <a:xfrm>
              <a:off x="1126552" y="406834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6" name="Cube 1135"/>
            <p:cNvSpPr/>
            <p:nvPr/>
          </p:nvSpPr>
          <p:spPr>
            <a:xfrm>
              <a:off x="1444731" y="406834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7" name="Cube 1136"/>
            <p:cNvSpPr/>
            <p:nvPr/>
          </p:nvSpPr>
          <p:spPr>
            <a:xfrm>
              <a:off x="1762909" y="406834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8" name="Cube 1137"/>
            <p:cNvSpPr/>
            <p:nvPr/>
          </p:nvSpPr>
          <p:spPr>
            <a:xfrm>
              <a:off x="2081087" y="406834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9" name="Cube 1138"/>
            <p:cNvSpPr/>
            <p:nvPr/>
          </p:nvSpPr>
          <p:spPr>
            <a:xfrm>
              <a:off x="2399266" y="406834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0" name="Cube 1139"/>
            <p:cNvSpPr/>
            <p:nvPr/>
          </p:nvSpPr>
          <p:spPr>
            <a:xfrm>
              <a:off x="2717444" y="406834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1" name="Cube 1140"/>
            <p:cNvSpPr/>
            <p:nvPr/>
          </p:nvSpPr>
          <p:spPr>
            <a:xfrm>
              <a:off x="3035622" y="406834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6" name="Cube 1125"/>
            <p:cNvSpPr/>
            <p:nvPr/>
          </p:nvSpPr>
          <p:spPr>
            <a:xfrm>
              <a:off x="808374" y="373069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7" name="Cube 1126"/>
            <p:cNvSpPr/>
            <p:nvPr/>
          </p:nvSpPr>
          <p:spPr>
            <a:xfrm>
              <a:off x="1126552" y="373069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8" name="Cube 1127"/>
            <p:cNvSpPr/>
            <p:nvPr/>
          </p:nvSpPr>
          <p:spPr>
            <a:xfrm>
              <a:off x="1444731" y="373069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9" name="Cube 1128"/>
            <p:cNvSpPr/>
            <p:nvPr/>
          </p:nvSpPr>
          <p:spPr>
            <a:xfrm>
              <a:off x="1762909" y="373069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Cube 1129"/>
            <p:cNvSpPr/>
            <p:nvPr/>
          </p:nvSpPr>
          <p:spPr>
            <a:xfrm>
              <a:off x="2081087" y="373069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1" name="Cube 1130"/>
            <p:cNvSpPr/>
            <p:nvPr/>
          </p:nvSpPr>
          <p:spPr>
            <a:xfrm>
              <a:off x="2399266" y="373069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2" name="Cube 1131"/>
            <p:cNvSpPr/>
            <p:nvPr/>
          </p:nvSpPr>
          <p:spPr>
            <a:xfrm>
              <a:off x="2717444" y="373069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3" name="Cube 1132"/>
            <p:cNvSpPr/>
            <p:nvPr/>
          </p:nvSpPr>
          <p:spPr>
            <a:xfrm>
              <a:off x="3035622" y="373069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8" name="Cube 1117"/>
            <p:cNvSpPr/>
            <p:nvPr/>
          </p:nvSpPr>
          <p:spPr>
            <a:xfrm>
              <a:off x="808374" y="339304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9" name="Cube 1118"/>
            <p:cNvSpPr/>
            <p:nvPr/>
          </p:nvSpPr>
          <p:spPr>
            <a:xfrm>
              <a:off x="1126552" y="339304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0" name="Cube 1119"/>
            <p:cNvSpPr/>
            <p:nvPr/>
          </p:nvSpPr>
          <p:spPr>
            <a:xfrm>
              <a:off x="1444731" y="339304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1" name="Cube 1120"/>
            <p:cNvSpPr/>
            <p:nvPr/>
          </p:nvSpPr>
          <p:spPr>
            <a:xfrm>
              <a:off x="1762909" y="339304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2" name="Cube 1121"/>
            <p:cNvSpPr/>
            <p:nvPr/>
          </p:nvSpPr>
          <p:spPr>
            <a:xfrm>
              <a:off x="2081087" y="339304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3" name="Cube 1122"/>
            <p:cNvSpPr/>
            <p:nvPr/>
          </p:nvSpPr>
          <p:spPr>
            <a:xfrm>
              <a:off x="2399266" y="339304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4" name="Cube 1123"/>
            <p:cNvSpPr/>
            <p:nvPr/>
          </p:nvSpPr>
          <p:spPr>
            <a:xfrm>
              <a:off x="2717444" y="339304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5" name="Cube 1124"/>
            <p:cNvSpPr/>
            <p:nvPr/>
          </p:nvSpPr>
          <p:spPr>
            <a:xfrm>
              <a:off x="3035622" y="339304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0" name="Cube 1109"/>
            <p:cNvSpPr/>
            <p:nvPr/>
          </p:nvSpPr>
          <p:spPr>
            <a:xfrm>
              <a:off x="808374" y="3055388"/>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1" name="Cube 1110"/>
            <p:cNvSpPr/>
            <p:nvPr/>
          </p:nvSpPr>
          <p:spPr>
            <a:xfrm>
              <a:off x="1126552" y="3055388"/>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2" name="Cube 1111"/>
            <p:cNvSpPr/>
            <p:nvPr/>
          </p:nvSpPr>
          <p:spPr>
            <a:xfrm>
              <a:off x="1444731" y="305538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3" name="Cube 1112"/>
            <p:cNvSpPr/>
            <p:nvPr/>
          </p:nvSpPr>
          <p:spPr>
            <a:xfrm>
              <a:off x="1762909" y="305538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4" name="Cube 1113"/>
            <p:cNvSpPr/>
            <p:nvPr/>
          </p:nvSpPr>
          <p:spPr>
            <a:xfrm>
              <a:off x="2081087" y="305538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5" name="Cube 1114"/>
            <p:cNvSpPr/>
            <p:nvPr/>
          </p:nvSpPr>
          <p:spPr>
            <a:xfrm>
              <a:off x="2399266" y="305538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6" name="Cube 1115"/>
            <p:cNvSpPr/>
            <p:nvPr/>
          </p:nvSpPr>
          <p:spPr>
            <a:xfrm>
              <a:off x="2717444" y="305538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7" name="Cube 1116"/>
            <p:cNvSpPr/>
            <p:nvPr/>
          </p:nvSpPr>
          <p:spPr>
            <a:xfrm>
              <a:off x="3035622" y="305538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 name="Group 1"/>
          <p:cNvGrpSpPr/>
          <p:nvPr/>
        </p:nvGrpSpPr>
        <p:grpSpPr>
          <a:xfrm>
            <a:off x="4797050" y="1690689"/>
            <a:ext cx="3533056" cy="3562249"/>
            <a:chOff x="5404022" y="1930991"/>
            <a:chExt cx="3533056" cy="3562249"/>
          </a:xfrm>
        </p:grpSpPr>
        <p:sp>
          <p:nvSpPr>
            <p:cNvPr id="1753" name="Cube 1752"/>
            <p:cNvSpPr/>
            <p:nvPr/>
          </p:nvSpPr>
          <p:spPr>
            <a:xfrm>
              <a:off x="6343887"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4" name="Cube 1753"/>
            <p:cNvSpPr/>
            <p:nvPr/>
          </p:nvSpPr>
          <p:spPr>
            <a:xfrm>
              <a:off x="6662065"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5" name="Cube 1754"/>
            <p:cNvSpPr/>
            <p:nvPr/>
          </p:nvSpPr>
          <p:spPr>
            <a:xfrm>
              <a:off x="6980244"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6" name="Cube 1755"/>
            <p:cNvSpPr/>
            <p:nvPr/>
          </p:nvSpPr>
          <p:spPr>
            <a:xfrm>
              <a:off x="7298422"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7" name="Cube 1756"/>
            <p:cNvSpPr/>
            <p:nvPr/>
          </p:nvSpPr>
          <p:spPr>
            <a:xfrm>
              <a:off x="7616600"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8" name="Cube 1757"/>
            <p:cNvSpPr/>
            <p:nvPr/>
          </p:nvSpPr>
          <p:spPr>
            <a:xfrm>
              <a:off x="7934779"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9" name="Cube 1758"/>
            <p:cNvSpPr/>
            <p:nvPr/>
          </p:nvSpPr>
          <p:spPr>
            <a:xfrm>
              <a:off x="8252957"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60" name="Cube 1759"/>
            <p:cNvSpPr/>
            <p:nvPr/>
          </p:nvSpPr>
          <p:spPr>
            <a:xfrm>
              <a:off x="8571135"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5" name="Cube 1744"/>
            <p:cNvSpPr/>
            <p:nvPr/>
          </p:nvSpPr>
          <p:spPr>
            <a:xfrm>
              <a:off x="6343887"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6" name="Cube 1745"/>
            <p:cNvSpPr/>
            <p:nvPr/>
          </p:nvSpPr>
          <p:spPr>
            <a:xfrm>
              <a:off x="6662065"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7" name="Cube 1746"/>
            <p:cNvSpPr/>
            <p:nvPr/>
          </p:nvSpPr>
          <p:spPr>
            <a:xfrm>
              <a:off x="6980244"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8" name="Cube 1747"/>
            <p:cNvSpPr/>
            <p:nvPr/>
          </p:nvSpPr>
          <p:spPr>
            <a:xfrm>
              <a:off x="7298422"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9" name="Cube 1748"/>
            <p:cNvSpPr/>
            <p:nvPr/>
          </p:nvSpPr>
          <p:spPr>
            <a:xfrm>
              <a:off x="7616600"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0" name="Cube 1749"/>
            <p:cNvSpPr/>
            <p:nvPr/>
          </p:nvSpPr>
          <p:spPr>
            <a:xfrm>
              <a:off x="7934779"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1" name="Cube 1750"/>
            <p:cNvSpPr/>
            <p:nvPr/>
          </p:nvSpPr>
          <p:spPr>
            <a:xfrm>
              <a:off x="8252957"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2" name="Cube 1751"/>
            <p:cNvSpPr/>
            <p:nvPr/>
          </p:nvSpPr>
          <p:spPr>
            <a:xfrm>
              <a:off x="8571135"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7" name="Cube 1736"/>
            <p:cNvSpPr/>
            <p:nvPr/>
          </p:nvSpPr>
          <p:spPr>
            <a:xfrm>
              <a:off x="6343887"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8" name="Cube 1737"/>
            <p:cNvSpPr/>
            <p:nvPr/>
          </p:nvSpPr>
          <p:spPr>
            <a:xfrm>
              <a:off x="6662065"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9" name="Cube 1738"/>
            <p:cNvSpPr/>
            <p:nvPr/>
          </p:nvSpPr>
          <p:spPr>
            <a:xfrm>
              <a:off x="6980244"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0" name="Cube 1739"/>
            <p:cNvSpPr/>
            <p:nvPr/>
          </p:nvSpPr>
          <p:spPr>
            <a:xfrm>
              <a:off x="7298422"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1" name="Cube 1740"/>
            <p:cNvSpPr/>
            <p:nvPr/>
          </p:nvSpPr>
          <p:spPr>
            <a:xfrm>
              <a:off x="7616600"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2" name="Cube 1741"/>
            <p:cNvSpPr/>
            <p:nvPr/>
          </p:nvSpPr>
          <p:spPr>
            <a:xfrm>
              <a:off x="7934779"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3" name="Cube 1742"/>
            <p:cNvSpPr/>
            <p:nvPr/>
          </p:nvSpPr>
          <p:spPr>
            <a:xfrm>
              <a:off x="8252957"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4" name="Cube 1743"/>
            <p:cNvSpPr/>
            <p:nvPr/>
          </p:nvSpPr>
          <p:spPr>
            <a:xfrm>
              <a:off x="8571135"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9" name="Cube 1728"/>
            <p:cNvSpPr/>
            <p:nvPr/>
          </p:nvSpPr>
          <p:spPr>
            <a:xfrm>
              <a:off x="6343887"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0" name="Cube 1729"/>
            <p:cNvSpPr/>
            <p:nvPr/>
          </p:nvSpPr>
          <p:spPr>
            <a:xfrm>
              <a:off x="6662065"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1" name="Cube 1730"/>
            <p:cNvSpPr/>
            <p:nvPr/>
          </p:nvSpPr>
          <p:spPr>
            <a:xfrm>
              <a:off x="6980244"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2" name="Cube 1731"/>
            <p:cNvSpPr/>
            <p:nvPr/>
          </p:nvSpPr>
          <p:spPr>
            <a:xfrm>
              <a:off x="7298422"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3" name="Cube 1732"/>
            <p:cNvSpPr/>
            <p:nvPr/>
          </p:nvSpPr>
          <p:spPr>
            <a:xfrm>
              <a:off x="7616600"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4" name="Cube 1733"/>
            <p:cNvSpPr/>
            <p:nvPr/>
          </p:nvSpPr>
          <p:spPr>
            <a:xfrm>
              <a:off x="7934779"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5" name="Cube 1734"/>
            <p:cNvSpPr/>
            <p:nvPr/>
          </p:nvSpPr>
          <p:spPr>
            <a:xfrm>
              <a:off x="8252957"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6" name="Cube 1735"/>
            <p:cNvSpPr/>
            <p:nvPr/>
          </p:nvSpPr>
          <p:spPr>
            <a:xfrm>
              <a:off x="8571135"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1" name="Cube 1720"/>
            <p:cNvSpPr/>
            <p:nvPr/>
          </p:nvSpPr>
          <p:spPr>
            <a:xfrm>
              <a:off x="6343887"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2" name="Cube 1721"/>
            <p:cNvSpPr/>
            <p:nvPr/>
          </p:nvSpPr>
          <p:spPr>
            <a:xfrm>
              <a:off x="6662065"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3" name="Cube 1722"/>
            <p:cNvSpPr/>
            <p:nvPr/>
          </p:nvSpPr>
          <p:spPr>
            <a:xfrm>
              <a:off x="6980244"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4" name="Cube 1723"/>
            <p:cNvSpPr/>
            <p:nvPr/>
          </p:nvSpPr>
          <p:spPr>
            <a:xfrm>
              <a:off x="7298422"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5" name="Cube 1724"/>
            <p:cNvSpPr/>
            <p:nvPr/>
          </p:nvSpPr>
          <p:spPr>
            <a:xfrm>
              <a:off x="7616600"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6" name="Cube 1725"/>
            <p:cNvSpPr/>
            <p:nvPr/>
          </p:nvSpPr>
          <p:spPr>
            <a:xfrm>
              <a:off x="7934779"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7" name="Cube 1726"/>
            <p:cNvSpPr/>
            <p:nvPr/>
          </p:nvSpPr>
          <p:spPr>
            <a:xfrm>
              <a:off x="8252957"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8" name="Cube 1727"/>
            <p:cNvSpPr/>
            <p:nvPr/>
          </p:nvSpPr>
          <p:spPr>
            <a:xfrm>
              <a:off x="8571135"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3" name="Cube 1712"/>
            <p:cNvSpPr/>
            <p:nvPr/>
          </p:nvSpPr>
          <p:spPr>
            <a:xfrm>
              <a:off x="6343887"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4" name="Cube 1713"/>
            <p:cNvSpPr/>
            <p:nvPr/>
          </p:nvSpPr>
          <p:spPr>
            <a:xfrm>
              <a:off x="6662065"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5" name="Cube 1714"/>
            <p:cNvSpPr/>
            <p:nvPr/>
          </p:nvSpPr>
          <p:spPr>
            <a:xfrm>
              <a:off x="6980244"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6" name="Cube 1715"/>
            <p:cNvSpPr/>
            <p:nvPr/>
          </p:nvSpPr>
          <p:spPr>
            <a:xfrm>
              <a:off x="7298422"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7" name="Cube 1716"/>
            <p:cNvSpPr/>
            <p:nvPr/>
          </p:nvSpPr>
          <p:spPr>
            <a:xfrm>
              <a:off x="7616600"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8" name="Cube 1717"/>
            <p:cNvSpPr/>
            <p:nvPr/>
          </p:nvSpPr>
          <p:spPr>
            <a:xfrm>
              <a:off x="7934779"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9" name="Cube 1718"/>
            <p:cNvSpPr/>
            <p:nvPr/>
          </p:nvSpPr>
          <p:spPr>
            <a:xfrm>
              <a:off x="8252957"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0" name="Cube 1719"/>
            <p:cNvSpPr/>
            <p:nvPr/>
          </p:nvSpPr>
          <p:spPr>
            <a:xfrm>
              <a:off x="8571135"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5" name="Cube 1704"/>
            <p:cNvSpPr/>
            <p:nvPr/>
          </p:nvSpPr>
          <p:spPr>
            <a:xfrm>
              <a:off x="6343887"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6" name="Cube 1705"/>
            <p:cNvSpPr/>
            <p:nvPr/>
          </p:nvSpPr>
          <p:spPr>
            <a:xfrm>
              <a:off x="6662065"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7" name="Cube 1706"/>
            <p:cNvSpPr/>
            <p:nvPr/>
          </p:nvSpPr>
          <p:spPr>
            <a:xfrm>
              <a:off x="6980244"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8" name="Cube 1707"/>
            <p:cNvSpPr/>
            <p:nvPr/>
          </p:nvSpPr>
          <p:spPr>
            <a:xfrm>
              <a:off x="7298422"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9" name="Cube 1708"/>
            <p:cNvSpPr/>
            <p:nvPr/>
          </p:nvSpPr>
          <p:spPr>
            <a:xfrm>
              <a:off x="7616600"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0" name="Cube 1709"/>
            <p:cNvSpPr/>
            <p:nvPr/>
          </p:nvSpPr>
          <p:spPr>
            <a:xfrm>
              <a:off x="7934779"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1" name="Cube 1710"/>
            <p:cNvSpPr/>
            <p:nvPr/>
          </p:nvSpPr>
          <p:spPr>
            <a:xfrm>
              <a:off x="8252957"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2" name="Cube 1711"/>
            <p:cNvSpPr/>
            <p:nvPr/>
          </p:nvSpPr>
          <p:spPr>
            <a:xfrm>
              <a:off x="8571135"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97" name="Cube 1696"/>
            <p:cNvSpPr/>
            <p:nvPr/>
          </p:nvSpPr>
          <p:spPr>
            <a:xfrm>
              <a:off x="6343887"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98" name="Cube 1697"/>
            <p:cNvSpPr/>
            <p:nvPr/>
          </p:nvSpPr>
          <p:spPr>
            <a:xfrm>
              <a:off x="6662065"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99" name="Cube 1698"/>
            <p:cNvSpPr/>
            <p:nvPr/>
          </p:nvSpPr>
          <p:spPr>
            <a:xfrm>
              <a:off x="6980244"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0" name="Cube 1699"/>
            <p:cNvSpPr/>
            <p:nvPr/>
          </p:nvSpPr>
          <p:spPr>
            <a:xfrm>
              <a:off x="7298422"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1" name="Cube 1700"/>
            <p:cNvSpPr/>
            <p:nvPr/>
          </p:nvSpPr>
          <p:spPr>
            <a:xfrm>
              <a:off x="7616600"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2" name="Cube 1701"/>
            <p:cNvSpPr/>
            <p:nvPr/>
          </p:nvSpPr>
          <p:spPr>
            <a:xfrm>
              <a:off x="7934779"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3" name="Cube 1702"/>
            <p:cNvSpPr/>
            <p:nvPr/>
          </p:nvSpPr>
          <p:spPr>
            <a:xfrm>
              <a:off x="8252957"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4" name="Cube 1703"/>
            <p:cNvSpPr/>
            <p:nvPr/>
          </p:nvSpPr>
          <p:spPr>
            <a:xfrm>
              <a:off x="8571135"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1" name="Cube 1680"/>
            <p:cNvSpPr/>
            <p:nvPr/>
          </p:nvSpPr>
          <p:spPr>
            <a:xfrm>
              <a:off x="6209618"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2" name="Cube 1681"/>
            <p:cNvSpPr/>
            <p:nvPr/>
          </p:nvSpPr>
          <p:spPr>
            <a:xfrm>
              <a:off x="6527796"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3" name="Cube 1682"/>
            <p:cNvSpPr/>
            <p:nvPr/>
          </p:nvSpPr>
          <p:spPr>
            <a:xfrm>
              <a:off x="6845975"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4" name="Cube 1683"/>
            <p:cNvSpPr/>
            <p:nvPr/>
          </p:nvSpPr>
          <p:spPr>
            <a:xfrm>
              <a:off x="7164153"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5" name="Cube 1684"/>
            <p:cNvSpPr/>
            <p:nvPr/>
          </p:nvSpPr>
          <p:spPr>
            <a:xfrm>
              <a:off x="7482331"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6" name="Cube 1685"/>
            <p:cNvSpPr/>
            <p:nvPr/>
          </p:nvSpPr>
          <p:spPr>
            <a:xfrm>
              <a:off x="7800510"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7" name="Cube 1686"/>
            <p:cNvSpPr/>
            <p:nvPr/>
          </p:nvSpPr>
          <p:spPr>
            <a:xfrm>
              <a:off x="8118688"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8" name="Cube 1687"/>
            <p:cNvSpPr/>
            <p:nvPr/>
          </p:nvSpPr>
          <p:spPr>
            <a:xfrm>
              <a:off x="8436866"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3" name="Cube 1672"/>
            <p:cNvSpPr/>
            <p:nvPr/>
          </p:nvSpPr>
          <p:spPr>
            <a:xfrm>
              <a:off x="6209618"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4" name="Cube 1673"/>
            <p:cNvSpPr/>
            <p:nvPr/>
          </p:nvSpPr>
          <p:spPr>
            <a:xfrm>
              <a:off x="6527796"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5" name="Cube 1674"/>
            <p:cNvSpPr/>
            <p:nvPr/>
          </p:nvSpPr>
          <p:spPr>
            <a:xfrm>
              <a:off x="6845975"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6" name="Cube 1675"/>
            <p:cNvSpPr/>
            <p:nvPr/>
          </p:nvSpPr>
          <p:spPr>
            <a:xfrm>
              <a:off x="7164153"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7" name="Cube 1676"/>
            <p:cNvSpPr/>
            <p:nvPr/>
          </p:nvSpPr>
          <p:spPr>
            <a:xfrm>
              <a:off x="7482331"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8" name="Cube 1677"/>
            <p:cNvSpPr/>
            <p:nvPr/>
          </p:nvSpPr>
          <p:spPr>
            <a:xfrm>
              <a:off x="7800510"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9" name="Cube 1678"/>
            <p:cNvSpPr/>
            <p:nvPr/>
          </p:nvSpPr>
          <p:spPr>
            <a:xfrm>
              <a:off x="8118688"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0" name="Cube 1679"/>
            <p:cNvSpPr/>
            <p:nvPr/>
          </p:nvSpPr>
          <p:spPr>
            <a:xfrm>
              <a:off x="8436866"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5" name="Cube 1664"/>
            <p:cNvSpPr/>
            <p:nvPr/>
          </p:nvSpPr>
          <p:spPr>
            <a:xfrm>
              <a:off x="6209618"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6" name="Cube 1665"/>
            <p:cNvSpPr/>
            <p:nvPr/>
          </p:nvSpPr>
          <p:spPr>
            <a:xfrm>
              <a:off x="6527796"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7" name="Cube 1666"/>
            <p:cNvSpPr/>
            <p:nvPr/>
          </p:nvSpPr>
          <p:spPr>
            <a:xfrm>
              <a:off x="6845975"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8" name="Cube 1667"/>
            <p:cNvSpPr/>
            <p:nvPr/>
          </p:nvSpPr>
          <p:spPr>
            <a:xfrm>
              <a:off x="7164153"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9" name="Cube 1668"/>
            <p:cNvSpPr/>
            <p:nvPr/>
          </p:nvSpPr>
          <p:spPr>
            <a:xfrm>
              <a:off x="7482331"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0" name="Cube 1669"/>
            <p:cNvSpPr/>
            <p:nvPr/>
          </p:nvSpPr>
          <p:spPr>
            <a:xfrm>
              <a:off x="7800510"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1" name="Cube 1670"/>
            <p:cNvSpPr/>
            <p:nvPr/>
          </p:nvSpPr>
          <p:spPr>
            <a:xfrm>
              <a:off x="8118688"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2" name="Cube 1671"/>
            <p:cNvSpPr/>
            <p:nvPr/>
          </p:nvSpPr>
          <p:spPr>
            <a:xfrm>
              <a:off x="8436866"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7" name="Cube 1656"/>
            <p:cNvSpPr/>
            <p:nvPr/>
          </p:nvSpPr>
          <p:spPr>
            <a:xfrm>
              <a:off x="6209618"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8" name="Cube 1657"/>
            <p:cNvSpPr/>
            <p:nvPr/>
          </p:nvSpPr>
          <p:spPr>
            <a:xfrm>
              <a:off x="6527796"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9" name="Cube 1658"/>
            <p:cNvSpPr/>
            <p:nvPr/>
          </p:nvSpPr>
          <p:spPr>
            <a:xfrm>
              <a:off x="6845975"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0" name="Cube 1659"/>
            <p:cNvSpPr/>
            <p:nvPr/>
          </p:nvSpPr>
          <p:spPr>
            <a:xfrm>
              <a:off x="7164153"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1" name="Cube 1660"/>
            <p:cNvSpPr/>
            <p:nvPr/>
          </p:nvSpPr>
          <p:spPr>
            <a:xfrm>
              <a:off x="7482331"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2" name="Cube 1661"/>
            <p:cNvSpPr/>
            <p:nvPr/>
          </p:nvSpPr>
          <p:spPr>
            <a:xfrm>
              <a:off x="7800510"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3" name="Cube 1662"/>
            <p:cNvSpPr/>
            <p:nvPr/>
          </p:nvSpPr>
          <p:spPr>
            <a:xfrm>
              <a:off x="8118688"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4" name="Cube 1663"/>
            <p:cNvSpPr/>
            <p:nvPr/>
          </p:nvSpPr>
          <p:spPr>
            <a:xfrm>
              <a:off x="8436866"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9" name="Cube 1648"/>
            <p:cNvSpPr/>
            <p:nvPr/>
          </p:nvSpPr>
          <p:spPr>
            <a:xfrm>
              <a:off x="6209618"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0" name="Cube 1649"/>
            <p:cNvSpPr/>
            <p:nvPr/>
          </p:nvSpPr>
          <p:spPr>
            <a:xfrm>
              <a:off x="6527796"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1" name="Cube 1650"/>
            <p:cNvSpPr/>
            <p:nvPr/>
          </p:nvSpPr>
          <p:spPr>
            <a:xfrm>
              <a:off x="6845975"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2" name="Cube 1651"/>
            <p:cNvSpPr/>
            <p:nvPr/>
          </p:nvSpPr>
          <p:spPr>
            <a:xfrm>
              <a:off x="7164153"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3" name="Cube 1652"/>
            <p:cNvSpPr/>
            <p:nvPr/>
          </p:nvSpPr>
          <p:spPr>
            <a:xfrm>
              <a:off x="7482331"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4" name="Cube 1653"/>
            <p:cNvSpPr/>
            <p:nvPr/>
          </p:nvSpPr>
          <p:spPr>
            <a:xfrm>
              <a:off x="7800510"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5" name="Cube 1654"/>
            <p:cNvSpPr/>
            <p:nvPr/>
          </p:nvSpPr>
          <p:spPr>
            <a:xfrm>
              <a:off x="8118688"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6" name="Cube 1655"/>
            <p:cNvSpPr/>
            <p:nvPr/>
          </p:nvSpPr>
          <p:spPr>
            <a:xfrm>
              <a:off x="8436866"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1" name="Cube 1640"/>
            <p:cNvSpPr/>
            <p:nvPr/>
          </p:nvSpPr>
          <p:spPr>
            <a:xfrm>
              <a:off x="6209618"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2" name="Cube 1641"/>
            <p:cNvSpPr/>
            <p:nvPr/>
          </p:nvSpPr>
          <p:spPr>
            <a:xfrm>
              <a:off x="6527796"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3" name="Cube 1642"/>
            <p:cNvSpPr/>
            <p:nvPr/>
          </p:nvSpPr>
          <p:spPr>
            <a:xfrm>
              <a:off x="6845975"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4" name="Cube 1643"/>
            <p:cNvSpPr/>
            <p:nvPr/>
          </p:nvSpPr>
          <p:spPr>
            <a:xfrm>
              <a:off x="7164153"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5" name="Cube 1644"/>
            <p:cNvSpPr/>
            <p:nvPr/>
          </p:nvSpPr>
          <p:spPr>
            <a:xfrm>
              <a:off x="7482331"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6" name="Cube 1645"/>
            <p:cNvSpPr/>
            <p:nvPr/>
          </p:nvSpPr>
          <p:spPr>
            <a:xfrm>
              <a:off x="7800510"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7" name="Cube 1646"/>
            <p:cNvSpPr/>
            <p:nvPr/>
          </p:nvSpPr>
          <p:spPr>
            <a:xfrm>
              <a:off x="8118688"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8" name="Cube 1647"/>
            <p:cNvSpPr/>
            <p:nvPr/>
          </p:nvSpPr>
          <p:spPr>
            <a:xfrm>
              <a:off x="8436866"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3" name="Cube 1632"/>
            <p:cNvSpPr/>
            <p:nvPr/>
          </p:nvSpPr>
          <p:spPr>
            <a:xfrm>
              <a:off x="6209618"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4" name="Cube 1633"/>
            <p:cNvSpPr/>
            <p:nvPr/>
          </p:nvSpPr>
          <p:spPr>
            <a:xfrm>
              <a:off x="6527796"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5" name="Cube 1634"/>
            <p:cNvSpPr/>
            <p:nvPr/>
          </p:nvSpPr>
          <p:spPr>
            <a:xfrm>
              <a:off x="6845975"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6" name="Cube 1635"/>
            <p:cNvSpPr/>
            <p:nvPr/>
          </p:nvSpPr>
          <p:spPr>
            <a:xfrm>
              <a:off x="7164153"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7" name="Cube 1636"/>
            <p:cNvSpPr/>
            <p:nvPr/>
          </p:nvSpPr>
          <p:spPr>
            <a:xfrm>
              <a:off x="7482331"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8" name="Cube 1637"/>
            <p:cNvSpPr/>
            <p:nvPr/>
          </p:nvSpPr>
          <p:spPr>
            <a:xfrm>
              <a:off x="7800510"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9" name="Cube 1638"/>
            <p:cNvSpPr/>
            <p:nvPr/>
          </p:nvSpPr>
          <p:spPr>
            <a:xfrm>
              <a:off x="8118688"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0" name="Cube 1639"/>
            <p:cNvSpPr/>
            <p:nvPr/>
          </p:nvSpPr>
          <p:spPr>
            <a:xfrm>
              <a:off x="8436866"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5" name="Cube 1624"/>
            <p:cNvSpPr/>
            <p:nvPr/>
          </p:nvSpPr>
          <p:spPr>
            <a:xfrm>
              <a:off x="6209618"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6" name="Cube 1625"/>
            <p:cNvSpPr/>
            <p:nvPr/>
          </p:nvSpPr>
          <p:spPr>
            <a:xfrm>
              <a:off x="6527796"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7" name="Cube 1626"/>
            <p:cNvSpPr/>
            <p:nvPr/>
          </p:nvSpPr>
          <p:spPr>
            <a:xfrm>
              <a:off x="6845975"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8" name="Cube 1627"/>
            <p:cNvSpPr/>
            <p:nvPr/>
          </p:nvSpPr>
          <p:spPr>
            <a:xfrm>
              <a:off x="7164153"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9" name="Cube 1628"/>
            <p:cNvSpPr/>
            <p:nvPr/>
          </p:nvSpPr>
          <p:spPr>
            <a:xfrm>
              <a:off x="7482331"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0" name="Cube 1629"/>
            <p:cNvSpPr/>
            <p:nvPr/>
          </p:nvSpPr>
          <p:spPr>
            <a:xfrm>
              <a:off x="7800510"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1" name="Cube 1630"/>
            <p:cNvSpPr/>
            <p:nvPr/>
          </p:nvSpPr>
          <p:spPr>
            <a:xfrm>
              <a:off x="8118688"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2" name="Cube 1631"/>
            <p:cNvSpPr/>
            <p:nvPr/>
          </p:nvSpPr>
          <p:spPr>
            <a:xfrm>
              <a:off x="8436866"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9" name="Cube 1608"/>
            <p:cNvSpPr/>
            <p:nvPr/>
          </p:nvSpPr>
          <p:spPr>
            <a:xfrm>
              <a:off x="6075352"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0" name="Cube 1609"/>
            <p:cNvSpPr/>
            <p:nvPr/>
          </p:nvSpPr>
          <p:spPr>
            <a:xfrm>
              <a:off x="6393530"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1" name="Cube 1610"/>
            <p:cNvSpPr/>
            <p:nvPr/>
          </p:nvSpPr>
          <p:spPr>
            <a:xfrm>
              <a:off x="6711709"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2" name="Cube 1611"/>
            <p:cNvSpPr/>
            <p:nvPr/>
          </p:nvSpPr>
          <p:spPr>
            <a:xfrm>
              <a:off x="7029887"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3" name="Cube 1612"/>
            <p:cNvSpPr/>
            <p:nvPr/>
          </p:nvSpPr>
          <p:spPr>
            <a:xfrm>
              <a:off x="7348065"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4" name="Cube 1613"/>
            <p:cNvSpPr/>
            <p:nvPr/>
          </p:nvSpPr>
          <p:spPr>
            <a:xfrm>
              <a:off x="7666244"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5" name="Cube 1614"/>
            <p:cNvSpPr/>
            <p:nvPr/>
          </p:nvSpPr>
          <p:spPr>
            <a:xfrm>
              <a:off x="7984422"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6" name="Cube 1615"/>
            <p:cNvSpPr/>
            <p:nvPr/>
          </p:nvSpPr>
          <p:spPr>
            <a:xfrm>
              <a:off x="8302600"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1" name="Cube 1600"/>
            <p:cNvSpPr/>
            <p:nvPr/>
          </p:nvSpPr>
          <p:spPr>
            <a:xfrm>
              <a:off x="6075352"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2" name="Cube 1601"/>
            <p:cNvSpPr/>
            <p:nvPr/>
          </p:nvSpPr>
          <p:spPr>
            <a:xfrm>
              <a:off x="6393530"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3" name="Cube 1602"/>
            <p:cNvSpPr/>
            <p:nvPr/>
          </p:nvSpPr>
          <p:spPr>
            <a:xfrm>
              <a:off x="6711709"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4" name="Cube 1603"/>
            <p:cNvSpPr/>
            <p:nvPr/>
          </p:nvSpPr>
          <p:spPr>
            <a:xfrm>
              <a:off x="7029887"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5" name="Cube 1604"/>
            <p:cNvSpPr/>
            <p:nvPr/>
          </p:nvSpPr>
          <p:spPr>
            <a:xfrm>
              <a:off x="7348065"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6" name="Cube 1605"/>
            <p:cNvSpPr/>
            <p:nvPr/>
          </p:nvSpPr>
          <p:spPr>
            <a:xfrm>
              <a:off x="7666244"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7" name="Cube 1606"/>
            <p:cNvSpPr/>
            <p:nvPr/>
          </p:nvSpPr>
          <p:spPr>
            <a:xfrm>
              <a:off x="7984422"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8" name="Cube 1607"/>
            <p:cNvSpPr/>
            <p:nvPr/>
          </p:nvSpPr>
          <p:spPr>
            <a:xfrm>
              <a:off x="8302600"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3" name="Cube 1592"/>
            <p:cNvSpPr/>
            <p:nvPr/>
          </p:nvSpPr>
          <p:spPr>
            <a:xfrm>
              <a:off x="6075352"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4" name="Cube 1593"/>
            <p:cNvSpPr/>
            <p:nvPr/>
          </p:nvSpPr>
          <p:spPr>
            <a:xfrm>
              <a:off x="6393530"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5" name="Cube 1594"/>
            <p:cNvSpPr/>
            <p:nvPr/>
          </p:nvSpPr>
          <p:spPr>
            <a:xfrm>
              <a:off x="6711709"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6" name="Cube 1595"/>
            <p:cNvSpPr/>
            <p:nvPr/>
          </p:nvSpPr>
          <p:spPr>
            <a:xfrm>
              <a:off x="7029887"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7" name="Cube 1596"/>
            <p:cNvSpPr/>
            <p:nvPr/>
          </p:nvSpPr>
          <p:spPr>
            <a:xfrm>
              <a:off x="7348065"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8" name="Cube 1597"/>
            <p:cNvSpPr/>
            <p:nvPr/>
          </p:nvSpPr>
          <p:spPr>
            <a:xfrm>
              <a:off x="7666244"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9" name="Cube 1598"/>
            <p:cNvSpPr/>
            <p:nvPr/>
          </p:nvSpPr>
          <p:spPr>
            <a:xfrm>
              <a:off x="7984422"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0" name="Cube 1599"/>
            <p:cNvSpPr/>
            <p:nvPr/>
          </p:nvSpPr>
          <p:spPr>
            <a:xfrm>
              <a:off x="8302600"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5" name="Cube 1584"/>
            <p:cNvSpPr/>
            <p:nvPr/>
          </p:nvSpPr>
          <p:spPr>
            <a:xfrm>
              <a:off x="6075352"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6" name="Cube 1585"/>
            <p:cNvSpPr/>
            <p:nvPr/>
          </p:nvSpPr>
          <p:spPr>
            <a:xfrm>
              <a:off x="6393530"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7" name="Cube 1586"/>
            <p:cNvSpPr/>
            <p:nvPr/>
          </p:nvSpPr>
          <p:spPr>
            <a:xfrm>
              <a:off x="6711709"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8" name="Cube 1587"/>
            <p:cNvSpPr/>
            <p:nvPr/>
          </p:nvSpPr>
          <p:spPr>
            <a:xfrm>
              <a:off x="7029887"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9" name="Cube 1588"/>
            <p:cNvSpPr/>
            <p:nvPr/>
          </p:nvSpPr>
          <p:spPr>
            <a:xfrm>
              <a:off x="7348065"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0" name="Cube 1589"/>
            <p:cNvSpPr/>
            <p:nvPr/>
          </p:nvSpPr>
          <p:spPr>
            <a:xfrm>
              <a:off x="7666244"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1" name="Cube 1590"/>
            <p:cNvSpPr/>
            <p:nvPr/>
          </p:nvSpPr>
          <p:spPr>
            <a:xfrm>
              <a:off x="7984422"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2" name="Cube 1591"/>
            <p:cNvSpPr/>
            <p:nvPr/>
          </p:nvSpPr>
          <p:spPr>
            <a:xfrm>
              <a:off x="8302600"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7" name="Cube 1576"/>
            <p:cNvSpPr/>
            <p:nvPr/>
          </p:nvSpPr>
          <p:spPr>
            <a:xfrm>
              <a:off x="6075352"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8" name="Cube 1577"/>
            <p:cNvSpPr/>
            <p:nvPr/>
          </p:nvSpPr>
          <p:spPr>
            <a:xfrm>
              <a:off x="6393530"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9" name="Cube 1578"/>
            <p:cNvSpPr/>
            <p:nvPr/>
          </p:nvSpPr>
          <p:spPr>
            <a:xfrm>
              <a:off x="6711709"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0" name="Cube 1579"/>
            <p:cNvSpPr/>
            <p:nvPr/>
          </p:nvSpPr>
          <p:spPr>
            <a:xfrm>
              <a:off x="7029887"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1" name="Cube 1580"/>
            <p:cNvSpPr/>
            <p:nvPr/>
          </p:nvSpPr>
          <p:spPr>
            <a:xfrm>
              <a:off x="7348065"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2" name="Cube 1581"/>
            <p:cNvSpPr/>
            <p:nvPr/>
          </p:nvSpPr>
          <p:spPr>
            <a:xfrm>
              <a:off x="7666244"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3" name="Cube 1582"/>
            <p:cNvSpPr/>
            <p:nvPr/>
          </p:nvSpPr>
          <p:spPr>
            <a:xfrm>
              <a:off x="7984422"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4" name="Cube 1583"/>
            <p:cNvSpPr/>
            <p:nvPr/>
          </p:nvSpPr>
          <p:spPr>
            <a:xfrm>
              <a:off x="8302600"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9" name="Cube 1568"/>
            <p:cNvSpPr/>
            <p:nvPr/>
          </p:nvSpPr>
          <p:spPr>
            <a:xfrm>
              <a:off x="6075352"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0" name="Cube 1569"/>
            <p:cNvSpPr/>
            <p:nvPr/>
          </p:nvSpPr>
          <p:spPr>
            <a:xfrm>
              <a:off x="6393530"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1" name="Cube 1570"/>
            <p:cNvSpPr/>
            <p:nvPr/>
          </p:nvSpPr>
          <p:spPr>
            <a:xfrm>
              <a:off x="6711709"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2" name="Cube 1571"/>
            <p:cNvSpPr/>
            <p:nvPr/>
          </p:nvSpPr>
          <p:spPr>
            <a:xfrm>
              <a:off x="7029887"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3" name="Cube 1572"/>
            <p:cNvSpPr/>
            <p:nvPr/>
          </p:nvSpPr>
          <p:spPr>
            <a:xfrm>
              <a:off x="7348065"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4" name="Cube 1573"/>
            <p:cNvSpPr/>
            <p:nvPr/>
          </p:nvSpPr>
          <p:spPr>
            <a:xfrm>
              <a:off x="7666244"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5" name="Cube 1574"/>
            <p:cNvSpPr/>
            <p:nvPr/>
          </p:nvSpPr>
          <p:spPr>
            <a:xfrm>
              <a:off x="7984422"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6" name="Cube 1575"/>
            <p:cNvSpPr/>
            <p:nvPr/>
          </p:nvSpPr>
          <p:spPr>
            <a:xfrm>
              <a:off x="8302600"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1" name="Cube 1560"/>
            <p:cNvSpPr/>
            <p:nvPr/>
          </p:nvSpPr>
          <p:spPr>
            <a:xfrm>
              <a:off x="6075352"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2" name="Cube 1561"/>
            <p:cNvSpPr/>
            <p:nvPr/>
          </p:nvSpPr>
          <p:spPr>
            <a:xfrm>
              <a:off x="6393530"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3" name="Cube 1562"/>
            <p:cNvSpPr/>
            <p:nvPr/>
          </p:nvSpPr>
          <p:spPr>
            <a:xfrm>
              <a:off x="6711709"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4" name="Cube 1563"/>
            <p:cNvSpPr/>
            <p:nvPr/>
          </p:nvSpPr>
          <p:spPr>
            <a:xfrm>
              <a:off x="7029887"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5" name="Cube 1564"/>
            <p:cNvSpPr/>
            <p:nvPr/>
          </p:nvSpPr>
          <p:spPr>
            <a:xfrm>
              <a:off x="7348065"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6" name="Cube 1565"/>
            <p:cNvSpPr/>
            <p:nvPr/>
          </p:nvSpPr>
          <p:spPr>
            <a:xfrm>
              <a:off x="7666244"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7" name="Cube 1566"/>
            <p:cNvSpPr/>
            <p:nvPr/>
          </p:nvSpPr>
          <p:spPr>
            <a:xfrm>
              <a:off x="7984422"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8" name="Cube 1567"/>
            <p:cNvSpPr/>
            <p:nvPr/>
          </p:nvSpPr>
          <p:spPr>
            <a:xfrm>
              <a:off x="8302600"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3" name="Cube 1552"/>
            <p:cNvSpPr/>
            <p:nvPr/>
          </p:nvSpPr>
          <p:spPr>
            <a:xfrm>
              <a:off x="6075352"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4" name="Cube 1553"/>
            <p:cNvSpPr/>
            <p:nvPr/>
          </p:nvSpPr>
          <p:spPr>
            <a:xfrm>
              <a:off x="6393530"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5" name="Cube 1554"/>
            <p:cNvSpPr/>
            <p:nvPr/>
          </p:nvSpPr>
          <p:spPr>
            <a:xfrm>
              <a:off x="6711709"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6" name="Cube 1555"/>
            <p:cNvSpPr/>
            <p:nvPr/>
          </p:nvSpPr>
          <p:spPr>
            <a:xfrm>
              <a:off x="7029887"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7" name="Cube 1556"/>
            <p:cNvSpPr/>
            <p:nvPr/>
          </p:nvSpPr>
          <p:spPr>
            <a:xfrm>
              <a:off x="7348065"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8" name="Cube 1557"/>
            <p:cNvSpPr/>
            <p:nvPr/>
          </p:nvSpPr>
          <p:spPr>
            <a:xfrm>
              <a:off x="7666244"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9" name="Cube 1558"/>
            <p:cNvSpPr/>
            <p:nvPr/>
          </p:nvSpPr>
          <p:spPr>
            <a:xfrm>
              <a:off x="7984422"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0" name="Cube 1559"/>
            <p:cNvSpPr/>
            <p:nvPr/>
          </p:nvSpPr>
          <p:spPr>
            <a:xfrm>
              <a:off x="8302600"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7" name="Cube 1536"/>
            <p:cNvSpPr/>
            <p:nvPr/>
          </p:nvSpPr>
          <p:spPr>
            <a:xfrm>
              <a:off x="5941086"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8" name="Cube 1537"/>
            <p:cNvSpPr/>
            <p:nvPr/>
          </p:nvSpPr>
          <p:spPr>
            <a:xfrm>
              <a:off x="6259264"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9" name="Cube 1538"/>
            <p:cNvSpPr/>
            <p:nvPr/>
          </p:nvSpPr>
          <p:spPr>
            <a:xfrm>
              <a:off x="6577443"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0" name="Cube 1539"/>
            <p:cNvSpPr/>
            <p:nvPr/>
          </p:nvSpPr>
          <p:spPr>
            <a:xfrm>
              <a:off x="6895621"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1" name="Cube 1540"/>
            <p:cNvSpPr/>
            <p:nvPr/>
          </p:nvSpPr>
          <p:spPr>
            <a:xfrm>
              <a:off x="7213799"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2" name="Cube 1541"/>
            <p:cNvSpPr/>
            <p:nvPr/>
          </p:nvSpPr>
          <p:spPr>
            <a:xfrm>
              <a:off x="7531978"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3" name="Cube 1542"/>
            <p:cNvSpPr/>
            <p:nvPr/>
          </p:nvSpPr>
          <p:spPr>
            <a:xfrm>
              <a:off x="7850156"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4" name="Cube 1543"/>
            <p:cNvSpPr/>
            <p:nvPr/>
          </p:nvSpPr>
          <p:spPr>
            <a:xfrm>
              <a:off x="8168334"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9" name="Cube 1528"/>
            <p:cNvSpPr/>
            <p:nvPr/>
          </p:nvSpPr>
          <p:spPr>
            <a:xfrm>
              <a:off x="5941086"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0" name="Cube 1529"/>
            <p:cNvSpPr/>
            <p:nvPr/>
          </p:nvSpPr>
          <p:spPr>
            <a:xfrm>
              <a:off x="6259264"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1" name="Cube 1530"/>
            <p:cNvSpPr/>
            <p:nvPr/>
          </p:nvSpPr>
          <p:spPr>
            <a:xfrm>
              <a:off x="6577443"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2" name="Cube 1531"/>
            <p:cNvSpPr/>
            <p:nvPr/>
          </p:nvSpPr>
          <p:spPr>
            <a:xfrm>
              <a:off x="6895621"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3" name="Cube 1532"/>
            <p:cNvSpPr/>
            <p:nvPr/>
          </p:nvSpPr>
          <p:spPr>
            <a:xfrm>
              <a:off x="7213799"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4" name="Cube 1533"/>
            <p:cNvSpPr/>
            <p:nvPr/>
          </p:nvSpPr>
          <p:spPr>
            <a:xfrm>
              <a:off x="7531978"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5" name="Cube 1534"/>
            <p:cNvSpPr/>
            <p:nvPr/>
          </p:nvSpPr>
          <p:spPr>
            <a:xfrm>
              <a:off x="7850156"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6" name="Cube 1535"/>
            <p:cNvSpPr/>
            <p:nvPr/>
          </p:nvSpPr>
          <p:spPr>
            <a:xfrm>
              <a:off x="8168334"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1" name="Cube 1520"/>
            <p:cNvSpPr/>
            <p:nvPr/>
          </p:nvSpPr>
          <p:spPr>
            <a:xfrm>
              <a:off x="5941086"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2" name="Cube 1521"/>
            <p:cNvSpPr/>
            <p:nvPr/>
          </p:nvSpPr>
          <p:spPr>
            <a:xfrm>
              <a:off x="6259264"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3" name="Cube 1522"/>
            <p:cNvSpPr/>
            <p:nvPr/>
          </p:nvSpPr>
          <p:spPr>
            <a:xfrm>
              <a:off x="6577443"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4" name="Cube 1523"/>
            <p:cNvSpPr/>
            <p:nvPr/>
          </p:nvSpPr>
          <p:spPr>
            <a:xfrm>
              <a:off x="6895621"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5" name="Cube 1524"/>
            <p:cNvSpPr/>
            <p:nvPr/>
          </p:nvSpPr>
          <p:spPr>
            <a:xfrm>
              <a:off x="7213799"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6" name="Cube 1525"/>
            <p:cNvSpPr/>
            <p:nvPr/>
          </p:nvSpPr>
          <p:spPr>
            <a:xfrm>
              <a:off x="7531978"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7" name="Cube 1526"/>
            <p:cNvSpPr/>
            <p:nvPr/>
          </p:nvSpPr>
          <p:spPr>
            <a:xfrm>
              <a:off x="7850156"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8" name="Cube 1527"/>
            <p:cNvSpPr/>
            <p:nvPr/>
          </p:nvSpPr>
          <p:spPr>
            <a:xfrm>
              <a:off x="8168334"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3" name="Cube 1512"/>
            <p:cNvSpPr/>
            <p:nvPr/>
          </p:nvSpPr>
          <p:spPr>
            <a:xfrm>
              <a:off x="5941086"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4" name="Cube 1513"/>
            <p:cNvSpPr/>
            <p:nvPr/>
          </p:nvSpPr>
          <p:spPr>
            <a:xfrm>
              <a:off x="6259264"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5" name="Cube 1514"/>
            <p:cNvSpPr/>
            <p:nvPr/>
          </p:nvSpPr>
          <p:spPr>
            <a:xfrm>
              <a:off x="6577443"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6" name="Cube 1515"/>
            <p:cNvSpPr/>
            <p:nvPr/>
          </p:nvSpPr>
          <p:spPr>
            <a:xfrm>
              <a:off x="6895621"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7" name="Cube 1516"/>
            <p:cNvSpPr/>
            <p:nvPr/>
          </p:nvSpPr>
          <p:spPr>
            <a:xfrm>
              <a:off x="7213799"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8" name="Cube 1517"/>
            <p:cNvSpPr/>
            <p:nvPr/>
          </p:nvSpPr>
          <p:spPr>
            <a:xfrm>
              <a:off x="7531978"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9" name="Cube 1518"/>
            <p:cNvSpPr/>
            <p:nvPr/>
          </p:nvSpPr>
          <p:spPr>
            <a:xfrm>
              <a:off x="7850156"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0" name="Cube 1519"/>
            <p:cNvSpPr/>
            <p:nvPr/>
          </p:nvSpPr>
          <p:spPr>
            <a:xfrm>
              <a:off x="8168334"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5" name="Cube 1504"/>
            <p:cNvSpPr/>
            <p:nvPr/>
          </p:nvSpPr>
          <p:spPr>
            <a:xfrm>
              <a:off x="5941086"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6" name="Cube 1505"/>
            <p:cNvSpPr/>
            <p:nvPr/>
          </p:nvSpPr>
          <p:spPr>
            <a:xfrm>
              <a:off x="6259264"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7" name="Cube 1506"/>
            <p:cNvSpPr/>
            <p:nvPr/>
          </p:nvSpPr>
          <p:spPr>
            <a:xfrm>
              <a:off x="6577443"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8" name="Cube 1507"/>
            <p:cNvSpPr/>
            <p:nvPr/>
          </p:nvSpPr>
          <p:spPr>
            <a:xfrm>
              <a:off x="6895621"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9" name="Cube 1508"/>
            <p:cNvSpPr/>
            <p:nvPr/>
          </p:nvSpPr>
          <p:spPr>
            <a:xfrm>
              <a:off x="7213799"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0" name="Cube 1509"/>
            <p:cNvSpPr/>
            <p:nvPr/>
          </p:nvSpPr>
          <p:spPr>
            <a:xfrm>
              <a:off x="7531978"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1" name="Cube 1510"/>
            <p:cNvSpPr/>
            <p:nvPr/>
          </p:nvSpPr>
          <p:spPr>
            <a:xfrm>
              <a:off x="7850156"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2" name="Cube 1511"/>
            <p:cNvSpPr/>
            <p:nvPr/>
          </p:nvSpPr>
          <p:spPr>
            <a:xfrm>
              <a:off x="8168334"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7" name="Cube 1496"/>
            <p:cNvSpPr/>
            <p:nvPr/>
          </p:nvSpPr>
          <p:spPr>
            <a:xfrm>
              <a:off x="5941086"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8" name="Cube 1497"/>
            <p:cNvSpPr/>
            <p:nvPr/>
          </p:nvSpPr>
          <p:spPr>
            <a:xfrm>
              <a:off x="6259264"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9" name="Cube 1498"/>
            <p:cNvSpPr/>
            <p:nvPr/>
          </p:nvSpPr>
          <p:spPr>
            <a:xfrm>
              <a:off x="6577443"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0" name="Cube 1499"/>
            <p:cNvSpPr/>
            <p:nvPr/>
          </p:nvSpPr>
          <p:spPr>
            <a:xfrm>
              <a:off x="6895621"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1" name="Cube 1500"/>
            <p:cNvSpPr/>
            <p:nvPr/>
          </p:nvSpPr>
          <p:spPr>
            <a:xfrm>
              <a:off x="7213799"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2" name="Cube 1501"/>
            <p:cNvSpPr/>
            <p:nvPr/>
          </p:nvSpPr>
          <p:spPr>
            <a:xfrm>
              <a:off x="7531978"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3" name="Cube 1502"/>
            <p:cNvSpPr/>
            <p:nvPr/>
          </p:nvSpPr>
          <p:spPr>
            <a:xfrm>
              <a:off x="7850156"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4" name="Cube 1503"/>
            <p:cNvSpPr/>
            <p:nvPr/>
          </p:nvSpPr>
          <p:spPr>
            <a:xfrm>
              <a:off x="8168334"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9" name="Cube 1488"/>
            <p:cNvSpPr/>
            <p:nvPr/>
          </p:nvSpPr>
          <p:spPr>
            <a:xfrm>
              <a:off x="5941086"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0" name="Cube 1489"/>
            <p:cNvSpPr/>
            <p:nvPr/>
          </p:nvSpPr>
          <p:spPr>
            <a:xfrm>
              <a:off x="6259264"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1" name="Cube 1490"/>
            <p:cNvSpPr/>
            <p:nvPr/>
          </p:nvSpPr>
          <p:spPr>
            <a:xfrm>
              <a:off x="6577443"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2" name="Cube 1491"/>
            <p:cNvSpPr/>
            <p:nvPr/>
          </p:nvSpPr>
          <p:spPr>
            <a:xfrm>
              <a:off x="6895621"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3" name="Cube 1492"/>
            <p:cNvSpPr/>
            <p:nvPr/>
          </p:nvSpPr>
          <p:spPr>
            <a:xfrm>
              <a:off x="7213799"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4" name="Cube 1493"/>
            <p:cNvSpPr/>
            <p:nvPr/>
          </p:nvSpPr>
          <p:spPr>
            <a:xfrm>
              <a:off x="7531978"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5" name="Cube 1494"/>
            <p:cNvSpPr/>
            <p:nvPr/>
          </p:nvSpPr>
          <p:spPr>
            <a:xfrm>
              <a:off x="7850156"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6" name="Cube 1495"/>
            <p:cNvSpPr/>
            <p:nvPr/>
          </p:nvSpPr>
          <p:spPr>
            <a:xfrm>
              <a:off x="8168334"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1" name="Cube 1480"/>
            <p:cNvSpPr/>
            <p:nvPr/>
          </p:nvSpPr>
          <p:spPr>
            <a:xfrm>
              <a:off x="5941086"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2" name="Cube 1481"/>
            <p:cNvSpPr/>
            <p:nvPr/>
          </p:nvSpPr>
          <p:spPr>
            <a:xfrm>
              <a:off x="6259264"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3" name="Cube 1482"/>
            <p:cNvSpPr/>
            <p:nvPr/>
          </p:nvSpPr>
          <p:spPr>
            <a:xfrm>
              <a:off x="6577443"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4" name="Cube 1483"/>
            <p:cNvSpPr/>
            <p:nvPr/>
          </p:nvSpPr>
          <p:spPr>
            <a:xfrm>
              <a:off x="6895621"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5" name="Cube 1484"/>
            <p:cNvSpPr/>
            <p:nvPr/>
          </p:nvSpPr>
          <p:spPr>
            <a:xfrm>
              <a:off x="7213799"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6" name="Cube 1485"/>
            <p:cNvSpPr/>
            <p:nvPr/>
          </p:nvSpPr>
          <p:spPr>
            <a:xfrm>
              <a:off x="7531978"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7" name="Cube 1486"/>
            <p:cNvSpPr/>
            <p:nvPr/>
          </p:nvSpPr>
          <p:spPr>
            <a:xfrm>
              <a:off x="7850156"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8" name="Cube 1487"/>
            <p:cNvSpPr/>
            <p:nvPr/>
          </p:nvSpPr>
          <p:spPr>
            <a:xfrm>
              <a:off x="8168334"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5" name="Cube 1464"/>
            <p:cNvSpPr/>
            <p:nvPr/>
          </p:nvSpPr>
          <p:spPr>
            <a:xfrm>
              <a:off x="5806820"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6" name="Cube 1465"/>
            <p:cNvSpPr/>
            <p:nvPr/>
          </p:nvSpPr>
          <p:spPr>
            <a:xfrm>
              <a:off x="6124998"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7" name="Cube 1466"/>
            <p:cNvSpPr/>
            <p:nvPr/>
          </p:nvSpPr>
          <p:spPr>
            <a:xfrm>
              <a:off x="6443177"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8" name="Cube 1467"/>
            <p:cNvSpPr/>
            <p:nvPr/>
          </p:nvSpPr>
          <p:spPr>
            <a:xfrm>
              <a:off x="6761355"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9" name="Cube 1468"/>
            <p:cNvSpPr/>
            <p:nvPr/>
          </p:nvSpPr>
          <p:spPr>
            <a:xfrm>
              <a:off x="7079533"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0" name="Cube 1469"/>
            <p:cNvSpPr/>
            <p:nvPr/>
          </p:nvSpPr>
          <p:spPr>
            <a:xfrm>
              <a:off x="7397712"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1" name="Cube 1470"/>
            <p:cNvSpPr/>
            <p:nvPr/>
          </p:nvSpPr>
          <p:spPr>
            <a:xfrm>
              <a:off x="7715890"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2" name="Cube 1471"/>
            <p:cNvSpPr/>
            <p:nvPr/>
          </p:nvSpPr>
          <p:spPr>
            <a:xfrm>
              <a:off x="8034068"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7" name="Cube 1456"/>
            <p:cNvSpPr/>
            <p:nvPr/>
          </p:nvSpPr>
          <p:spPr>
            <a:xfrm>
              <a:off x="5806820"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8" name="Cube 1457"/>
            <p:cNvSpPr/>
            <p:nvPr/>
          </p:nvSpPr>
          <p:spPr>
            <a:xfrm>
              <a:off x="6124998"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9" name="Cube 1458"/>
            <p:cNvSpPr/>
            <p:nvPr/>
          </p:nvSpPr>
          <p:spPr>
            <a:xfrm>
              <a:off x="6443177"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0" name="Cube 1459"/>
            <p:cNvSpPr/>
            <p:nvPr/>
          </p:nvSpPr>
          <p:spPr>
            <a:xfrm>
              <a:off x="6761355"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1" name="Cube 1460"/>
            <p:cNvSpPr/>
            <p:nvPr/>
          </p:nvSpPr>
          <p:spPr>
            <a:xfrm>
              <a:off x="7079533"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2" name="Cube 1461"/>
            <p:cNvSpPr/>
            <p:nvPr/>
          </p:nvSpPr>
          <p:spPr>
            <a:xfrm>
              <a:off x="7397712"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3" name="Cube 1462"/>
            <p:cNvSpPr/>
            <p:nvPr/>
          </p:nvSpPr>
          <p:spPr>
            <a:xfrm>
              <a:off x="7715890"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4" name="Cube 1463"/>
            <p:cNvSpPr/>
            <p:nvPr/>
          </p:nvSpPr>
          <p:spPr>
            <a:xfrm>
              <a:off x="8034068"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9" name="Cube 1448"/>
            <p:cNvSpPr/>
            <p:nvPr/>
          </p:nvSpPr>
          <p:spPr>
            <a:xfrm>
              <a:off x="5806820"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0" name="Cube 1449"/>
            <p:cNvSpPr/>
            <p:nvPr/>
          </p:nvSpPr>
          <p:spPr>
            <a:xfrm>
              <a:off x="6124998"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1" name="Cube 1450"/>
            <p:cNvSpPr/>
            <p:nvPr/>
          </p:nvSpPr>
          <p:spPr>
            <a:xfrm>
              <a:off x="6443177"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2" name="Cube 1451"/>
            <p:cNvSpPr/>
            <p:nvPr/>
          </p:nvSpPr>
          <p:spPr>
            <a:xfrm>
              <a:off x="6761355"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3" name="Cube 1452"/>
            <p:cNvSpPr/>
            <p:nvPr/>
          </p:nvSpPr>
          <p:spPr>
            <a:xfrm>
              <a:off x="7079533"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4" name="Cube 1453"/>
            <p:cNvSpPr/>
            <p:nvPr/>
          </p:nvSpPr>
          <p:spPr>
            <a:xfrm>
              <a:off x="7397712"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5" name="Cube 1454"/>
            <p:cNvSpPr/>
            <p:nvPr/>
          </p:nvSpPr>
          <p:spPr>
            <a:xfrm>
              <a:off x="7715890"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6" name="Cube 1455"/>
            <p:cNvSpPr/>
            <p:nvPr/>
          </p:nvSpPr>
          <p:spPr>
            <a:xfrm>
              <a:off x="8034068"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1" name="Cube 1440"/>
            <p:cNvSpPr/>
            <p:nvPr/>
          </p:nvSpPr>
          <p:spPr>
            <a:xfrm>
              <a:off x="5806820"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2" name="Cube 1441"/>
            <p:cNvSpPr/>
            <p:nvPr/>
          </p:nvSpPr>
          <p:spPr>
            <a:xfrm>
              <a:off x="6124998"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3" name="Cube 1442"/>
            <p:cNvSpPr/>
            <p:nvPr/>
          </p:nvSpPr>
          <p:spPr>
            <a:xfrm>
              <a:off x="6443177"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4" name="Cube 1443"/>
            <p:cNvSpPr/>
            <p:nvPr/>
          </p:nvSpPr>
          <p:spPr>
            <a:xfrm>
              <a:off x="6761355"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5" name="Cube 1444"/>
            <p:cNvSpPr/>
            <p:nvPr/>
          </p:nvSpPr>
          <p:spPr>
            <a:xfrm>
              <a:off x="7079533"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6" name="Cube 1445"/>
            <p:cNvSpPr/>
            <p:nvPr/>
          </p:nvSpPr>
          <p:spPr>
            <a:xfrm>
              <a:off x="7397712"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7" name="Cube 1446"/>
            <p:cNvSpPr/>
            <p:nvPr/>
          </p:nvSpPr>
          <p:spPr>
            <a:xfrm>
              <a:off x="7715890"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8" name="Cube 1447"/>
            <p:cNvSpPr/>
            <p:nvPr/>
          </p:nvSpPr>
          <p:spPr>
            <a:xfrm>
              <a:off x="8034068"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3" name="Cube 1432"/>
            <p:cNvSpPr/>
            <p:nvPr/>
          </p:nvSpPr>
          <p:spPr>
            <a:xfrm>
              <a:off x="5806820"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4" name="Cube 1433"/>
            <p:cNvSpPr/>
            <p:nvPr/>
          </p:nvSpPr>
          <p:spPr>
            <a:xfrm>
              <a:off x="6124998"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5" name="Cube 1434"/>
            <p:cNvSpPr/>
            <p:nvPr/>
          </p:nvSpPr>
          <p:spPr>
            <a:xfrm>
              <a:off x="6443177"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6" name="Cube 1435"/>
            <p:cNvSpPr/>
            <p:nvPr/>
          </p:nvSpPr>
          <p:spPr>
            <a:xfrm>
              <a:off x="6761355"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7" name="Cube 1436"/>
            <p:cNvSpPr/>
            <p:nvPr/>
          </p:nvSpPr>
          <p:spPr>
            <a:xfrm>
              <a:off x="7079533"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8" name="Cube 1437"/>
            <p:cNvSpPr/>
            <p:nvPr/>
          </p:nvSpPr>
          <p:spPr>
            <a:xfrm>
              <a:off x="7397712"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9" name="Cube 1438"/>
            <p:cNvSpPr/>
            <p:nvPr/>
          </p:nvSpPr>
          <p:spPr>
            <a:xfrm>
              <a:off x="7715890"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0" name="Cube 1439"/>
            <p:cNvSpPr/>
            <p:nvPr/>
          </p:nvSpPr>
          <p:spPr>
            <a:xfrm>
              <a:off x="8034068"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5" name="Cube 1424"/>
            <p:cNvSpPr/>
            <p:nvPr/>
          </p:nvSpPr>
          <p:spPr>
            <a:xfrm>
              <a:off x="5806820"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6" name="Cube 1425"/>
            <p:cNvSpPr/>
            <p:nvPr/>
          </p:nvSpPr>
          <p:spPr>
            <a:xfrm>
              <a:off x="6124998"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7" name="Cube 1426"/>
            <p:cNvSpPr/>
            <p:nvPr/>
          </p:nvSpPr>
          <p:spPr>
            <a:xfrm>
              <a:off x="6443177"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8" name="Cube 1427"/>
            <p:cNvSpPr/>
            <p:nvPr/>
          </p:nvSpPr>
          <p:spPr>
            <a:xfrm>
              <a:off x="6761355"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9" name="Cube 1428"/>
            <p:cNvSpPr/>
            <p:nvPr/>
          </p:nvSpPr>
          <p:spPr>
            <a:xfrm>
              <a:off x="7079533"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0" name="Cube 1429"/>
            <p:cNvSpPr/>
            <p:nvPr/>
          </p:nvSpPr>
          <p:spPr>
            <a:xfrm>
              <a:off x="7397712"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1" name="Cube 1430"/>
            <p:cNvSpPr/>
            <p:nvPr/>
          </p:nvSpPr>
          <p:spPr>
            <a:xfrm>
              <a:off x="7715890"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2" name="Cube 1431"/>
            <p:cNvSpPr/>
            <p:nvPr/>
          </p:nvSpPr>
          <p:spPr>
            <a:xfrm>
              <a:off x="8034068"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7" name="Cube 1416"/>
            <p:cNvSpPr/>
            <p:nvPr/>
          </p:nvSpPr>
          <p:spPr>
            <a:xfrm>
              <a:off x="5806820"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8" name="Cube 1417"/>
            <p:cNvSpPr/>
            <p:nvPr/>
          </p:nvSpPr>
          <p:spPr>
            <a:xfrm>
              <a:off x="6124998"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9" name="Cube 1418"/>
            <p:cNvSpPr/>
            <p:nvPr/>
          </p:nvSpPr>
          <p:spPr>
            <a:xfrm>
              <a:off x="6443177"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0" name="Cube 1419"/>
            <p:cNvSpPr/>
            <p:nvPr/>
          </p:nvSpPr>
          <p:spPr>
            <a:xfrm>
              <a:off x="6761355"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1" name="Cube 1420"/>
            <p:cNvSpPr/>
            <p:nvPr/>
          </p:nvSpPr>
          <p:spPr>
            <a:xfrm>
              <a:off x="7079533"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2" name="Cube 1421"/>
            <p:cNvSpPr/>
            <p:nvPr/>
          </p:nvSpPr>
          <p:spPr>
            <a:xfrm>
              <a:off x="7397712"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3" name="Cube 1422"/>
            <p:cNvSpPr/>
            <p:nvPr/>
          </p:nvSpPr>
          <p:spPr>
            <a:xfrm>
              <a:off x="7715890"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4" name="Cube 1423"/>
            <p:cNvSpPr/>
            <p:nvPr/>
          </p:nvSpPr>
          <p:spPr>
            <a:xfrm>
              <a:off x="8034068"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9" name="Cube 1408"/>
            <p:cNvSpPr/>
            <p:nvPr/>
          </p:nvSpPr>
          <p:spPr>
            <a:xfrm>
              <a:off x="5806820"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0" name="Cube 1409"/>
            <p:cNvSpPr/>
            <p:nvPr/>
          </p:nvSpPr>
          <p:spPr>
            <a:xfrm>
              <a:off x="6124998"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1" name="Cube 1410"/>
            <p:cNvSpPr/>
            <p:nvPr/>
          </p:nvSpPr>
          <p:spPr>
            <a:xfrm>
              <a:off x="6443177"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2" name="Cube 1411"/>
            <p:cNvSpPr/>
            <p:nvPr/>
          </p:nvSpPr>
          <p:spPr>
            <a:xfrm>
              <a:off x="6761355"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3" name="Cube 1412"/>
            <p:cNvSpPr/>
            <p:nvPr/>
          </p:nvSpPr>
          <p:spPr>
            <a:xfrm>
              <a:off x="7079533"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4" name="Cube 1413"/>
            <p:cNvSpPr/>
            <p:nvPr/>
          </p:nvSpPr>
          <p:spPr>
            <a:xfrm>
              <a:off x="7397712"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5" name="Cube 1414"/>
            <p:cNvSpPr/>
            <p:nvPr/>
          </p:nvSpPr>
          <p:spPr>
            <a:xfrm>
              <a:off x="7715890"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6" name="Cube 1415"/>
            <p:cNvSpPr/>
            <p:nvPr/>
          </p:nvSpPr>
          <p:spPr>
            <a:xfrm>
              <a:off x="8034068"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3" name="Cube 1392"/>
            <p:cNvSpPr/>
            <p:nvPr/>
          </p:nvSpPr>
          <p:spPr>
            <a:xfrm>
              <a:off x="5672554"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4" name="Cube 1393"/>
            <p:cNvSpPr/>
            <p:nvPr/>
          </p:nvSpPr>
          <p:spPr>
            <a:xfrm>
              <a:off x="5990732"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5" name="Cube 1394"/>
            <p:cNvSpPr/>
            <p:nvPr/>
          </p:nvSpPr>
          <p:spPr>
            <a:xfrm>
              <a:off x="6308911"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6" name="Cube 1395"/>
            <p:cNvSpPr/>
            <p:nvPr/>
          </p:nvSpPr>
          <p:spPr>
            <a:xfrm>
              <a:off x="6627089"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7" name="Cube 1396"/>
            <p:cNvSpPr/>
            <p:nvPr/>
          </p:nvSpPr>
          <p:spPr>
            <a:xfrm>
              <a:off x="6945267"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8" name="Cube 1397"/>
            <p:cNvSpPr/>
            <p:nvPr/>
          </p:nvSpPr>
          <p:spPr>
            <a:xfrm>
              <a:off x="7263446"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9" name="Cube 1398"/>
            <p:cNvSpPr/>
            <p:nvPr/>
          </p:nvSpPr>
          <p:spPr>
            <a:xfrm>
              <a:off x="7581624"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0" name="Cube 1399"/>
            <p:cNvSpPr/>
            <p:nvPr/>
          </p:nvSpPr>
          <p:spPr>
            <a:xfrm>
              <a:off x="7899802"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5" name="Cube 1384"/>
            <p:cNvSpPr/>
            <p:nvPr/>
          </p:nvSpPr>
          <p:spPr>
            <a:xfrm>
              <a:off x="5672554"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6" name="Cube 1385"/>
            <p:cNvSpPr/>
            <p:nvPr/>
          </p:nvSpPr>
          <p:spPr>
            <a:xfrm>
              <a:off x="5990732"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7" name="Cube 1386"/>
            <p:cNvSpPr/>
            <p:nvPr/>
          </p:nvSpPr>
          <p:spPr>
            <a:xfrm>
              <a:off x="6308911"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8" name="Cube 1387"/>
            <p:cNvSpPr/>
            <p:nvPr/>
          </p:nvSpPr>
          <p:spPr>
            <a:xfrm>
              <a:off x="6627089"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9" name="Cube 1388"/>
            <p:cNvSpPr/>
            <p:nvPr/>
          </p:nvSpPr>
          <p:spPr>
            <a:xfrm>
              <a:off x="6945267"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0" name="Cube 1389"/>
            <p:cNvSpPr/>
            <p:nvPr/>
          </p:nvSpPr>
          <p:spPr>
            <a:xfrm>
              <a:off x="7263446"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1" name="Cube 1390"/>
            <p:cNvSpPr/>
            <p:nvPr/>
          </p:nvSpPr>
          <p:spPr>
            <a:xfrm>
              <a:off x="7581624"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2" name="Cube 1391"/>
            <p:cNvSpPr/>
            <p:nvPr/>
          </p:nvSpPr>
          <p:spPr>
            <a:xfrm>
              <a:off x="7899802"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7" name="Cube 1376"/>
            <p:cNvSpPr/>
            <p:nvPr/>
          </p:nvSpPr>
          <p:spPr>
            <a:xfrm>
              <a:off x="5672554"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8" name="Cube 1377"/>
            <p:cNvSpPr/>
            <p:nvPr/>
          </p:nvSpPr>
          <p:spPr>
            <a:xfrm>
              <a:off x="5990732"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9" name="Cube 1378"/>
            <p:cNvSpPr/>
            <p:nvPr/>
          </p:nvSpPr>
          <p:spPr>
            <a:xfrm>
              <a:off x="6308911"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0" name="Cube 1379"/>
            <p:cNvSpPr/>
            <p:nvPr/>
          </p:nvSpPr>
          <p:spPr>
            <a:xfrm>
              <a:off x="6627089"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1" name="Cube 1380"/>
            <p:cNvSpPr/>
            <p:nvPr/>
          </p:nvSpPr>
          <p:spPr>
            <a:xfrm>
              <a:off x="6945267"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2" name="Cube 1381"/>
            <p:cNvSpPr/>
            <p:nvPr/>
          </p:nvSpPr>
          <p:spPr>
            <a:xfrm>
              <a:off x="7263446"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3" name="Cube 1382"/>
            <p:cNvSpPr/>
            <p:nvPr/>
          </p:nvSpPr>
          <p:spPr>
            <a:xfrm>
              <a:off x="7581624"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4" name="Cube 1383"/>
            <p:cNvSpPr/>
            <p:nvPr/>
          </p:nvSpPr>
          <p:spPr>
            <a:xfrm>
              <a:off x="7899802"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9" name="Cube 1368"/>
            <p:cNvSpPr/>
            <p:nvPr/>
          </p:nvSpPr>
          <p:spPr>
            <a:xfrm>
              <a:off x="5672554"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0" name="Cube 1369"/>
            <p:cNvSpPr/>
            <p:nvPr/>
          </p:nvSpPr>
          <p:spPr>
            <a:xfrm>
              <a:off x="5990732"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1" name="Cube 1370"/>
            <p:cNvSpPr/>
            <p:nvPr/>
          </p:nvSpPr>
          <p:spPr>
            <a:xfrm>
              <a:off x="6308911"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2" name="Cube 1371"/>
            <p:cNvSpPr/>
            <p:nvPr/>
          </p:nvSpPr>
          <p:spPr>
            <a:xfrm>
              <a:off x="6627089"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3" name="Cube 1372"/>
            <p:cNvSpPr/>
            <p:nvPr/>
          </p:nvSpPr>
          <p:spPr>
            <a:xfrm>
              <a:off x="6945267"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4" name="Cube 1373"/>
            <p:cNvSpPr/>
            <p:nvPr/>
          </p:nvSpPr>
          <p:spPr>
            <a:xfrm>
              <a:off x="7263446"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5" name="Cube 1374"/>
            <p:cNvSpPr/>
            <p:nvPr/>
          </p:nvSpPr>
          <p:spPr>
            <a:xfrm>
              <a:off x="7581624"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6" name="Cube 1375"/>
            <p:cNvSpPr/>
            <p:nvPr/>
          </p:nvSpPr>
          <p:spPr>
            <a:xfrm>
              <a:off x="7899802"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1" name="Cube 1360"/>
            <p:cNvSpPr/>
            <p:nvPr/>
          </p:nvSpPr>
          <p:spPr>
            <a:xfrm>
              <a:off x="5672554"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2" name="Cube 1361"/>
            <p:cNvSpPr/>
            <p:nvPr/>
          </p:nvSpPr>
          <p:spPr>
            <a:xfrm>
              <a:off x="5990732"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3" name="Cube 1362"/>
            <p:cNvSpPr/>
            <p:nvPr/>
          </p:nvSpPr>
          <p:spPr>
            <a:xfrm>
              <a:off x="6308911"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4" name="Cube 1363"/>
            <p:cNvSpPr/>
            <p:nvPr/>
          </p:nvSpPr>
          <p:spPr>
            <a:xfrm>
              <a:off x="6627089"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5" name="Cube 1364"/>
            <p:cNvSpPr/>
            <p:nvPr/>
          </p:nvSpPr>
          <p:spPr>
            <a:xfrm>
              <a:off x="6945267"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6" name="Cube 1365"/>
            <p:cNvSpPr/>
            <p:nvPr/>
          </p:nvSpPr>
          <p:spPr>
            <a:xfrm>
              <a:off x="7263446"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7" name="Cube 1366"/>
            <p:cNvSpPr/>
            <p:nvPr/>
          </p:nvSpPr>
          <p:spPr>
            <a:xfrm>
              <a:off x="7581624"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8" name="Cube 1367"/>
            <p:cNvSpPr/>
            <p:nvPr/>
          </p:nvSpPr>
          <p:spPr>
            <a:xfrm>
              <a:off x="7899802"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3" name="Cube 1352"/>
            <p:cNvSpPr/>
            <p:nvPr/>
          </p:nvSpPr>
          <p:spPr>
            <a:xfrm>
              <a:off x="5672554"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4" name="Cube 1353"/>
            <p:cNvSpPr/>
            <p:nvPr/>
          </p:nvSpPr>
          <p:spPr>
            <a:xfrm>
              <a:off x="5990732"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5" name="Cube 1354"/>
            <p:cNvSpPr/>
            <p:nvPr/>
          </p:nvSpPr>
          <p:spPr>
            <a:xfrm>
              <a:off x="6308911"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6" name="Cube 1355"/>
            <p:cNvSpPr/>
            <p:nvPr/>
          </p:nvSpPr>
          <p:spPr>
            <a:xfrm>
              <a:off x="6627089"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7" name="Cube 1356"/>
            <p:cNvSpPr/>
            <p:nvPr/>
          </p:nvSpPr>
          <p:spPr>
            <a:xfrm>
              <a:off x="6945267"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8" name="Cube 1357"/>
            <p:cNvSpPr/>
            <p:nvPr/>
          </p:nvSpPr>
          <p:spPr>
            <a:xfrm>
              <a:off x="7263446"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9" name="Cube 1358"/>
            <p:cNvSpPr/>
            <p:nvPr/>
          </p:nvSpPr>
          <p:spPr>
            <a:xfrm>
              <a:off x="7581624"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0" name="Cube 1359"/>
            <p:cNvSpPr/>
            <p:nvPr/>
          </p:nvSpPr>
          <p:spPr>
            <a:xfrm>
              <a:off x="7899802"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5" name="Cube 1344"/>
            <p:cNvSpPr/>
            <p:nvPr/>
          </p:nvSpPr>
          <p:spPr>
            <a:xfrm>
              <a:off x="5672554"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6" name="Cube 1345"/>
            <p:cNvSpPr/>
            <p:nvPr/>
          </p:nvSpPr>
          <p:spPr>
            <a:xfrm>
              <a:off x="5990732"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7" name="Cube 1346"/>
            <p:cNvSpPr/>
            <p:nvPr/>
          </p:nvSpPr>
          <p:spPr>
            <a:xfrm>
              <a:off x="6308911"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8" name="Cube 1347"/>
            <p:cNvSpPr/>
            <p:nvPr/>
          </p:nvSpPr>
          <p:spPr>
            <a:xfrm>
              <a:off x="6627089"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9" name="Cube 1348"/>
            <p:cNvSpPr/>
            <p:nvPr/>
          </p:nvSpPr>
          <p:spPr>
            <a:xfrm>
              <a:off x="6945267"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0" name="Cube 1349"/>
            <p:cNvSpPr/>
            <p:nvPr/>
          </p:nvSpPr>
          <p:spPr>
            <a:xfrm>
              <a:off x="7263446"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1" name="Cube 1350"/>
            <p:cNvSpPr/>
            <p:nvPr/>
          </p:nvSpPr>
          <p:spPr>
            <a:xfrm>
              <a:off x="7581624"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2" name="Cube 1351"/>
            <p:cNvSpPr/>
            <p:nvPr/>
          </p:nvSpPr>
          <p:spPr>
            <a:xfrm>
              <a:off x="7899802"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7" name="Cube 1336"/>
            <p:cNvSpPr/>
            <p:nvPr/>
          </p:nvSpPr>
          <p:spPr>
            <a:xfrm>
              <a:off x="5672554"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8" name="Cube 1337"/>
            <p:cNvSpPr/>
            <p:nvPr/>
          </p:nvSpPr>
          <p:spPr>
            <a:xfrm>
              <a:off x="5990732"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9" name="Cube 1338"/>
            <p:cNvSpPr/>
            <p:nvPr/>
          </p:nvSpPr>
          <p:spPr>
            <a:xfrm>
              <a:off x="6308911"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0" name="Cube 1339"/>
            <p:cNvSpPr/>
            <p:nvPr/>
          </p:nvSpPr>
          <p:spPr>
            <a:xfrm>
              <a:off x="6627089"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1" name="Cube 1340"/>
            <p:cNvSpPr/>
            <p:nvPr/>
          </p:nvSpPr>
          <p:spPr>
            <a:xfrm>
              <a:off x="6945267"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2" name="Cube 1341"/>
            <p:cNvSpPr/>
            <p:nvPr/>
          </p:nvSpPr>
          <p:spPr>
            <a:xfrm>
              <a:off x="7263446"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3" name="Cube 1342"/>
            <p:cNvSpPr/>
            <p:nvPr/>
          </p:nvSpPr>
          <p:spPr>
            <a:xfrm>
              <a:off x="7581624"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4" name="Cube 1343"/>
            <p:cNvSpPr/>
            <p:nvPr/>
          </p:nvSpPr>
          <p:spPr>
            <a:xfrm>
              <a:off x="7899802"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1" name="Cube 1320"/>
            <p:cNvSpPr/>
            <p:nvPr/>
          </p:nvSpPr>
          <p:spPr>
            <a:xfrm>
              <a:off x="5538288"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2" name="Cube 1321"/>
            <p:cNvSpPr/>
            <p:nvPr/>
          </p:nvSpPr>
          <p:spPr>
            <a:xfrm>
              <a:off x="5856466"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3" name="Cube 1322"/>
            <p:cNvSpPr/>
            <p:nvPr/>
          </p:nvSpPr>
          <p:spPr>
            <a:xfrm>
              <a:off x="6174645"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4" name="Cube 1323"/>
            <p:cNvSpPr/>
            <p:nvPr/>
          </p:nvSpPr>
          <p:spPr>
            <a:xfrm>
              <a:off x="6492823"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5" name="Cube 1324"/>
            <p:cNvSpPr/>
            <p:nvPr/>
          </p:nvSpPr>
          <p:spPr>
            <a:xfrm>
              <a:off x="6811001"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6" name="Cube 1325"/>
            <p:cNvSpPr/>
            <p:nvPr/>
          </p:nvSpPr>
          <p:spPr>
            <a:xfrm>
              <a:off x="7129180"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7" name="Cube 1326"/>
            <p:cNvSpPr/>
            <p:nvPr/>
          </p:nvSpPr>
          <p:spPr>
            <a:xfrm>
              <a:off x="7447358"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8" name="Cube 1327"/>
            <p:cNvSpPr/>
            <p:nvPr/>
          </p:nvSpPr>
          <p:spPr>
            <a:xfrm>
              <a:off x="7765536"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3" name="Cube 1312"/>
            <p:cNvSpPr/>
            <p:nvPr/>
          </p:nvSpPr>
          <p:spPr>
            <a:xfrm>
              <a:off x="5538288"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4" name="Cube 1313"/>
            <p:cNvSpPr/>
            <p:nvPr/>
          </p:nvSpPr>
          <p:spPr>
            <a:xfrm>
              <a:off x="5856466"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5" name="Cube 1314"/>
            <p:cNvSpPr/>
            <p:nvPr/>
          </p:nvSpPr>
          <p:spPr>
            <a:xfrm>
              <a:off x="6174645"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6" name="Cube 1315"/>
            <p:cNvSpPr/>
            <p:nvPr/>
          </p:nvSpPr>
          <p:spPr>
            <a:xfrm>
              <a:off x="6492823"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7" name="Cube 1316"/>
            <p:cNvSpPr/>
            <p:nvPr/>
          </p:nvSpPr>
          <p:spPr>
            <a:xfrm>
              <a:off x="6811001"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8" name="Cube 1317"/>
            <p:cNvSpPr/>
            <p:nvPr/>
          </p:nvSpPr>
          <p:spPr>
            <a:xfrm>
              <a:off x="7129180"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9" name="Cube 1318"/>
            <p:cNvSpPr/>
            <p:nvPr/>
          </p:nvSpPr>
          <p:spPr>
            <a:xfrm>
              <a:off x="7447358"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0" name="Cube 1319"/>
            <p:cNvSpPr/>
            <p:nvPr/>
          </p:nvSpPr>
          <p:spPr>
            <a:xfrm>
              <a:off x="7765536"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5" name="Cube 1304"/>
            <p:cNvSpPr/>
            <p:nvPr/>
          </p:nvSpPr>
          <p:spPr>
            <a:xfrm>
              <a:off x="5538288"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6" name="Cube 1305"/>
            <p:cNvSpPr/>
            <p:nvPr/>
          </p:nvSpPr>
          <p:spPr>
            <a:xfrm>
              <a:off x="5856466"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7" name="Cube 1306"/>
            <p:cNvSpPr/>
            <p:nvPr/>
          </p:nvSpPr>
          <p:spPr>
            <a:xfrm>
              <a:off x="6174645"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8" name="Cube 1307"/>
            <p:cNvSpPr/>
            <p:nvPr/>
          </p:nvSpPr>
          <p:spPr>
            <a:xfrm>
              <a:off x="6492823"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9" name="Cube 1308"/>
            <p:cNvSpPr/>
            <p:nvPr/>
          </p:nvSpPr>
          <p:spPr>
            <a:xfrm>
              <a:off x="6811001"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0" name="Cube 1309"/>
            <p:cNvSpPr/>
            <p:nvPr/>
          </p:nvSpPr>
          <p:spPr>
            <a:xfrm>
              <a:off x="7129180"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1" name="Cube 1310"/>
            <p:cNvSpPr/>
            <p:nvPr/>
          </p:nvSpPr>
          <p:spPr>
            <a:xfrm>
              <a:off x="7447358"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2" name="Cube 1311"/>
            <p:cNvSpPr/>
            <p:nvPr/>
          </p:nvSpPr>
          <p:spPr>
            <a:xfrm>
              <a:off x="7765536"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7" name="Cube 1296"/>
            <p:cNvSpPr/>
            <p:nvPr/>
          </p:nvSpPr>
          <p:spPr>
            <a:xfrm>
              <a:off x="5538288"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8" name="Cube 1297"/>
            <p:cNvSpPr/>
            <p:nvPr/>
          </p:nvSpPr>
          <p:spPr>
            <a:xfrm>
              <a:off x="5856466"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9" name="Cube 1298"/>
            <p:cNvSpPr/>
            <p:nvPr/>
          </p:nvSpPr>
          <p:spPr>
            <a:xfrm>
              <a:off x="6174645"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0" name="Cube 1299"/>
            <p:cNvSpPr/>
            <p:nvPr/>
          </p:nvSpPr>
          <p:spPr>
            <a:xfrm>
              <a:off x="6492823"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1" name="Cube 1300"/>
            <p:cNvSpPr/>
            <p:nvPr/>
          </p:nvSpPr>
          <p:spPr>
            <a:xfrm>
              <a:off x="6811001"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2" name="Cube 1301"/>
            <p:cNvSpPr/>
            <p:nvPr/>
          </p:nvSpPr>
          <p:spPr>
            <a:xfrm>
              <a:off x="7129180"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3" name="Cube 1302"/>
            <p:cNvSpPr/>
            <p:nvPr/>
          </p:nvSpPr>
          <p:spPr>
            <a:xfrm>
              <a:off x="7447358"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4" name="Cube 1303"/>
            <p:cNvSpPr/>
            <p:nvPr/>
          </p:nvSpPr>
          <p:spPr>
            <a:xfrm>
              <a:off x="7765536"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9" name="Cube 1288"/>
            <p:cNvSpPr/>
            <p:nvPr/>
          </p:nvSpPr>
          <p:spPr>
            <a:xfrm>
              <a:off x="5538288"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0" name="Cube 1289"/>
            <p:cNvSpPr/>
            <p:nvPr/>
          </p:nvSpPr>
          <p:spPr>
            <a:xfrm>
              <a:off x="5856466"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1" name="Cube 1290"/>
            <p:cNvSpPr/>
            <p:nvPr/>
          </p:nvSpPr>
          <p:spPr>
            <a:xfrm>
              <a:off x="6174645"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2" name="Cube 1291"/>
            <p:cNvSpPr/>
            <p:nvPr/>
          </p:nvSpPr>
          <p:spPr>
            <a:xfrm>
              <a:off x="6492823"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3" name="Cube 1292"/>
            <p:cNvSpPr/>
            <p:nvPr/>
          </p:nvSpPr>
          <p:spPr>
            <a:xfrm>
              <a:off x="6811001"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4" name="Cube 1293"/>
            <p:cNvSpPr/>
            <p:nvPr/>
          </p:nvSpPr>
          <p:spPr>
            <a:xfrm>
              <a:off x="7129180"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5" name="Cube 1294"/>
            <p:cNvSpPr/>
            <p:nvPr/>
          </p:nvSpPr>
          <p:spPr>
            <a:xfrm>
              <a:off x="7447358"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6" name="Cube 1295"/>
            <p:cNvSpPr/>
            <p:nvPr/>
          </p:nvSpPr>
          <p:spPr>
            <a:xfrm>
              <a:off x="7765536"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1" name="Cube 1280"/>
            <p:cNvSpPr/>
            <p:nvPr/>
          </p:nvSpPr>
          <p:spPr>
            <a:xfrm>
              <a:off x="5538288"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2" name="Cube 1281"/>
            <p:cNvSpPr/>
            <p:nvPr/>
          </p:nvSpPr>
          <p:spPr>
            <a:xfrm>
              <a:off x="5856466"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3" name="Cube 1282"/>
            <p:cNvSpPr/>
            <p:nvPr/>
          </p:nvSpPr>
          <p:spPr>
            <a:xfrm>
              <a:off x="6174645"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4" name="Cube 1283"/>
            <p:cNvSpPr/>
            <p:nvPr/>
          </p:nvSpPr>
          <p:spPr>
            <a:xfrm>
              <a:off x="6492823"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5" name="Cube 1284"/>
            <p:cNvSpPr/>
            <p:nvPr/>
          </p:nvSpPr>
          <p:spPr>
            <a:xfrm>
              <a:off x="6811001"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6" name="Cube 1285"/>
            <p:cNvSpPr/>
            <p:nvPr/>
          </p:nvSpPr>
          <p:spPr>
            <a:xfrm>
              <a:off x="7129180"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7" name="Cube 1286"/>
            <p:cNvSpPr/>
            <p:nvPr/>
          </p:nvSpPr>
          <p:spPr>
            <a:xfrm>
              <a:off x="7447358"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8" name="Cube 1287"/>
            <p:cNvSpPr/>
            <p:nvPr/>
          </p:nvSpPr>
          <p:spPr>
            <a:xfrm>
              <a:off x="7765536"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3" name="Cube 1272"/>
            <p:cNvSpPr/>
            <p:nvPr/>
          </p:nvSpPr>
          <p:spPr>
            <a:xfrm>
              <a:off x="5538288"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4" name="Cube 1273"/>
            <p:cNvSpPr/>
            <p:nvPr/>
          </p:nvSpPr>
          <p:spPr>
            <a:xfrm>
              <a:off x="5856466"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5" name="Cube 1274"/>
            <p:cNvSpPr/>
            <p:nvPr/>
          </p:nvSpPr>
          <p:spPr>
            <a:xfrm>
              <a:off x="6174645"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6" name="Cube 1275"/>
            <p:cNvSpPr/>
            <p:nvPr/>
          </p:nvSpPr>
          <p:spPr>
            <a:xfrm>
              <a:off x="6492823"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7" name="Cube 1276"/>
            <p:cNvSpPr/>
            <p:nvPr/>
          </p:nvSpPr>
          <p:spPr>
            <a:xfrm>
              <a:off x="6811001"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8" name="Cube 1277"/>
            <p:cNvSpPr/>
            <p:nvPr/>
          </p:nvSpPr>
          <p:spPr>
            <a:xfrm>
              <a:off x="7129180"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9" name="Cube 1278"/>
            <p:cNvSpPr/>
            <p:nvPr/>
          </p:nvSpPr>
          <p:spPr>
            <a:xfrm>
              <a:off x="7447358"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0" name="Cube 1279"/>
            <p:cNvSpPr/>
            <p:nvPr/>
          </p:nvSpPr>
          <p:spPr>
            <a:xfrm>
              <a:off x="7765536"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5" name="Cube 1264"/>
            <p:cNvSpPr/>
            <p:nvPr/>
          </p:nvSpPr>
          <p:spPr>
            <a:xfrm>
              <a:off x="5538288"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6" name="Cube 1265"/>
            <p:cNvSpPr/>
            <p:nvPr/>
          </p:nvSpPr>
          <p:spPr>
            <a:xfrm>
              <a:off x="5856466"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7" name="Cube 1266"/>
            <p:cNvSpPr/>
            <p:nvPr/>
          </p:nvSpPr>
          <p:spPr>
            <a:xfrm>
              <a:off x="6174645"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8" name="Cube 1267"/>
            <p:cNvSpPr/>
            <p:nvPr/>
          </p:nvSpPr>
          <p:spPr>
            <a:xfrm>
              <a:off x="6492823"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9" name="Cube 1268"/>
            <p:cNvSpPr/>
            <p:nvPr/>
          </p:nvSpPr>
          <p:spPr>
            <a:xfrm>
              <a:off x="6811001"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0" name="Cube 1269"/>
            <p:cNvSpPr/>
            <p:nvPr/>
          </p:nvSpPr>
          <p:spPr>
            <a:xfrm>
              <a:off x="7129180"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1" name="Cube 1270"/>
            <p:cNvSpPr/>
            <p:nvPr/>
          </p:nvSpPr>
          <p:spPr>
            <a:xfrm>
              <a:off x="7447358"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2" name="Cube 1271"/>
            <p:cNvSpPr/>
            <p:nvPr/>
          </p:nvSpPr>
          <p:spPr>
            <a:xfrm>
              <a:off x="7765536"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9" name="Cube 1248"/>
            <p:cNvSpPr/>
            <p:nvPr/>
          </p:nvSpPr>
          <p:spPr>
            <a:xfrm>
              <a:off x="5404022"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0" name="Cube 1249"/>
            <p:cNvSpPr/>
            <p:nvPr/>
          </p:nvSpPr>
          <p:spPr>
            <a:xfrm>
              <a:off x="5722200"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1" name="Cube 1250"/>
            <p:cNvSpPr/>
            <p:nvPr/>
          </p:nvSpPr>
          <p:spPr>
            <a:xfrm>
              <a:off x="6040379"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2" name="Cube 1251"/>
            <p:cNvSpPr/>
            <p:nvPr/>
          </p:nvSpPr>
          <p:spPr>
            <a:xfrm>
              <a:off x="6358557"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3" name="Cube 1252"/>
            <p:cNvSpPr/>
            <p:nvPr/>
          </p:nvSpPr>
          <p:spPr>
            <a:xfrm>
              <a:off x="6676735"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4" name="Cube 1253"/>
            <p:cNvSpPr/>
            <p:nvPr/>
          </p:nvSpPr>
          <p:spPr>
            <a:xfrm>
              <a:off x="6994914"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5" name="Cube 1254"/>
            <p:cNvSpPr/>
            <p:nvPr/>
          </p:nvSpPr>
          <p:spPr>
            <a:xfrm>
              <a:off x="7313092"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6" name="Cube 1255"/>
            <p:cNvSpPr/>
            <p:nvPr/>
          </p:nvSpPr>
          <p:spPr>
            <a:xfrm>
              <a:off x="7631270"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1" name="Cube 1240"/>
            <p:cNvSpPr/>
            <p:nvPr/>
          </p:nvSpPr>
          <p:spPr>
            <a:xfrm>
              <a:off x="5404022"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2" name="Cube 1241"/>
            <p:cNvSpPr/>
            <p:nvPr/>
          </p:nvSpPr>
          <p:spPr>
            <a:xfrm>
              <a:off x="5722200"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3" name="Cube 1242"/>
            <p:cNvSpPr/>
            <p:nvPr/>
          </p:nvSpPr>
          <p:spPr>
            <a:xfrm>
              <a:off x="6040379"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4" name="Cube 1243"/>
            <p:cNvSpPr/>
            <p:nvPr/>
          </p:nvSpPr>
          <p:spPr>
            <a:xfrm>
              <a:off x="6358557"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5" name="Cube 1244"/>
            <p:cNvSpPr/>
            <p:nvPr/>
          </p:nvSpPr>
          <p:spPr>
            <a:xfrm>
              <a:off x="6676735"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6" name="Cube 1245"/>
            <p:cNvSpPr/>
            <p:nvPr/>
          </p:nvSpPr>
          <p:spPr>
            <a:xfrm>
              <a:off x="6994914"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7" name="Cube 1246"/>
            <p:cNvSpPr/>
            <p:nvPr/>
          </p:nvSpPr>
          <p:spPr>
            <a:xfrm>
              <a:off x="7313092"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8" name="Cube 1247"/>
            <p:cNvSpPr/>
            <p:nvPr/>
          </p:nvSpPr>
          <p:spPr>
            <a:xfrm>
              <a:off x="7631270"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3" name="Cube 1232"/>
            <p:cNvSpPr/>
            <p:nvPr/>
          </p:nvSpPr>
          <p:spPr>
            <a:xfrm>
              <a:off x="5404022"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4" name="Cube 1233"/>
            <p:cNvSpPr/>
            <p:nvPr/>
          </p:nvSpPr>
          <p:spPr>
            <a:xfrm>
              <a:off x="5722200"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5" name="Cube 1234"/>
            <p:cNvSpPr/>
            <p:nvPr/>
          </p:nvSpPr>
          <p:spPr>
            <a:xfrm>
              <a:off x="6040379"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6" name="Cube 1235"/>
            <p:cNvSpPr/>
            <p:nvPr/>
          </p:nvSpPr>
          <p:spPr>
            <a:xfrm>
              <a:off x="6358557"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7" name="Cube 1236"/>
            <p:cNvSpPr/>
            <p:nvPr/>
          </p:nvSpPr>
          <p:spPr>
            <a:xfrm>
              <a:off x="6676735"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8" name="Cube 1237"/>
            <p:cNvSpPr/>
            <p:nvPr/>
          </p:nvSpPr>
          <p:spPr>
            <a:xfrm>
              <a:off x="6994914"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9" name="Cube 1238"/>
            <p:cNvSpPr/>
            <p:nvPr/>
          </p:nvSpPr>
          <p:spPr>
            <a:xfrm>
              <a:off x="7313092"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0" name="Cube 1239"/>
            <p:cNvSpPr/>
            <p:nvPr/>
          </p:nvSpPr>
          <p:spPr>
            <a:xfrm>
              <a:off x="7631270"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5" name="Cube 1224"/>
            <p:cNvSpPr/>
            <p:nvPr/>
          </p:nvSpPr>
          <p:spPr>
            <a:xfrm>
              <a:off x="5404022"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6" name="Cube 1225"/>
            <p:cNvSpPr/>
            <p:nvPr/>
          </p:nvSpPr>
          <p:spPr>
            <a:xfrm>
              <a:off x="5722200"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7" name="Cube 1226"/>
            <p:cNvSpPr/>
            <p:nvPr/>
          </p:nvSpPr>
          <p:spPr>
            <a:xfrm>
              <a:off x="6040379"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8" name="Cube 1227"/>
            <p:cNvSpPr/>
            <p:nvPr/>
          </p:nvSpPr>
          <p:spPr>
            <a:xfrm>
              <a:off x="6358557"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9" name="Cube 1228"/>
            <p:cNvSpPr/>
            <p:nvPr/>
          </p:nvSpPr>
          <p:spPr>
            <a:xfrm>
              <a:off x="6676735"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0" name="Cube 1229"/>
            <p:cNvSpPr/>
            <p:nvPr/>
          </p:nvSpPr>
          <p:spPr>
            <a:xfrm>
              <a:off x="6994914"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1" name="Cube 1230"/>
            <p:cNvSpPr/>
            <p:nvPr/>
          </p:nvSpPr>
          <p:spPr>
            <a:xfrm>
              <a:off x="7313092"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2" name="Cube 1231"/>
            <p:cNvSpPr/>
            <p:nvPr/>
          </p:nvSpPr>
          <p:spPr>
            <a:xfrm>
              <a:off x="7631270"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7" name="Cube 1216"/>
            <p:cNvSpPr/>
            <p:nvPr/>
          </p:nvSpPr>
          <p:spPr>
            <a:xfrm>
              <a:off x="5404022"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8" name="Cube 1217"/>
            <p:cNvSpPr/>
            <p:nvPr/>
          </p:nvSpPr>
          <p:spPr>
            <a:xfrm>
              <a:off x="5722200"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9" name="Cube 1218"/>
            <p:cNvSpPr/>
            <p:nvPr/>
          </p:nvSpPr>
          <p:spPr>
            <a:xfrm>
              <a:off x="6040379"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0" name="Cube 1219"/>
            <p:cNvSpPr/>
            <p:nvPr/>
          </p:nvSpPr>
          <p:spPr>
            <a:xfrm>
              <a:off x="6358557"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1" name="Cube 1220"/>
            <p:cNvSpPr/>
            <p:nvPr/>
          </p:nvSpPr>
          <p:spPr>
            <a:xfrm>
              <a:off x="6676735"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2" name="Cube 1221"/>
            <p:cNvSpPr/>
            <p:nvPr/>
          </p:nvSpPr>
          <p:spPr>
            <a:xfrm>
              <a:off x="6994914"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3" name="Cube 1222"/>
            <p:cNvSpPr/>
            <p:nvPr/>
          </p:nvSpPr>
          <p:spPr>
            <a:xfrm>
              <a:off x="7313092"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4" name="Cube 1223"/>
            <p:cNvSpPr/>
            <p:nvPr/>
          </p:nvSpPr>
          <p:spPr>
            <a:xfrm>
              <a:off x="7631270"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9" name="Cube 1208"/>
            <p:cNvSpPr/>
            <p:nvPr/>
          </p:nvSpPr>
          <p:spPr>
            <a:xfrm>
              <a:off x="5404022"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0" name="Cube 1209"/>
            <p:cNvSpPr/>
            <p:nvPr/>
          </p:nvSpPr>
          <p:spPr>
            <a:xfrm>
              <a:off x="5722200"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1" name="Cube 1210"/>
            <p:cNvSpPr/>
            <p:nvPr/>
          </p:nvSpPr>
          <p:spPr>
            <a:xfrm>
              <a:off x="6040379"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2" name="Cube 1211"/>
            <p:cNvSpPr/>
            <p:nvPr/>
          </p:nvSpPr>
          <p:spPr>
            <a:xfrm>
              <a:off x="6358557"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3" name="Cube 1212"/>
            <p:cNvSpPr/>
            <p:nvPr/>
          </p:nvSpPr>
          <p:spPr>
            <a:xfrm>
              <a:off x="6676735"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4" name="Cube 1213"/>
            <p:cNvSpPr/>
            <p:nvPr/>
          </p:nvSpPr>
          <p:spPr>
            <a:xfrm>
              <a:off x="6994914"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5" name="Cube 1214"/>
            <p:cNvSpPr/>
            <p:nvPr/>
          </p:nvSpPr>
          <p:spPr>
            <a:xfrm>
              <a:off x="7313092"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6" name="Cube 1215"/>
            <p:cNvSpPr/>
            <p:nvPr/>
          </p:nvSpPr>
          <p:spPr>
            <a:xfrm>
              <a:off x="7631270"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1" name="Cube 1200"/>
            <p:cNvSpPr/>
            <p:nvPr/>
          </p:nvSpPr>
          <p:spPr>
            <a:xfrm>
              <a:off x="5404022"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2" name="Cube 1201"/>
            <p:cNvSpPr/>
            <p:nvPr/>
          </p:nvSpPr>
          <p:spPr>
            <a:xfrm>
              <a:off x="5722200"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3" name="Cube 1202"/>
            <p:cNvSpPr/>
            <p:nvPr/>
          </p:nvSpPr>
          <p:spPr>
            <a:xfrm>
              <a:off x="6040379"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4" name="Cube 1203"/>
            <p:cNvSpPr/>
            <p:nvPr/>
          </p:nvSpPr>
          <p:spPr>
            <a:xfrm>
              <a:off x="6358557"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5" name="Cube 1204"/>
            <p:cNvSpPr/>
            <p:nvPr/>
          </p:nvSpPr>
          <p:spPr>
            <a:xfrm>
              <a:off x="6676735"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6" name="Cube 1205"/>
            <p:cNvSpPr/>
            <p:nvPr/>
          </p:nvSpPr>
          <p:spPr>
            <a:xfrm>
              <a:off x="6994914"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7" name="Cube 1206"/>
            <p:cNvSpPr/>
            <p:nvPr/>
          </p:nvSpPr>
          <p:spPr>
            <a:xfrm>
              <a:off x="7313092"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8" name="Cube 1207"/>
            <p:cNvSpPr/>
            <p:nvPr/>
          </p:nvSpPr>
          <p:spPr>
            <a:xfrm>
              <a:off x="7631270"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3" name="Cube 1192"/>
            <p:cNvSpPr/>
            <p:nvPr/>
          </p:nvSpPr>
          <p:spPr>
            <a:xfrm>
              <a:off x="5404022"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4" name="Cube 1193"/>
            <p:cNvSpPr/>
            <p:nvPr/>
          </p:nvSpPr>
          <p:spPr>
            <a:xfrm>
              <a:off x="5722200"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5" name="Cube 1194"/>
            <p:cNvSpPr/>
            <p:nvPr/>
          </p:nvSpPr>
          <p:spPr>
            <a:xfrm>
              <a:off x="6040379"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6" name="Cube 1195"/>
            <p:cNvSpPr/>
            <p:nvPr/>
          </p:nvSpPr>
          <p:spPr>
            <a:xfrm>
              <a:off x="6358557"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7" name="Cube 1196"/>
            <p:cNvSpPr/>
            <p:nvPr/>
          </p:nvSpPr>
          <p:spPr>
            <a:xfrm>
              <a:off x="6676735"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8" name="Cube 1197"/>
            <p:cNvSpPr/>
            <p:nvPr/>
          </p:nvSpPr>
          <p:spPr>
            <a:xfrm>
              <a:off x="6994914"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9" name="Cube 1198"/>
            <p:cNvSpPr/>
            <p:nvPr/>
          </p:nvSpPr>
          <p:spPr>
            <a:xfrm>
              <a:off x="7313092"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0" name="Cube 1199"/>
            <p:cNvSpPr/>
            <p:nvPr/>
          </p:nvSpPr>
          <p:spPr>
            <a:xfrm>
              <a:off x="7631270"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029" name="TextBox 1028"/>
          <p:cNvSpPr txBox="1"/>
          <p:nvPr/>
        </p:nvSpPr>
        <p:spPr>
          <a:xfrm>
            <a:off x="5501368" y="5281851"/>
            <a:ext cx="1066800" cy="369332"/>
          </a:xfrm>
          <a:prstGeom prst="rect">
            <a:avLst/>
          </a:prstGeom>
          <a:noFill/>
        </p:spPr>
        <p:txBody>
          <a:bodyPr wrap="square" rtlCol="0">
            <a:spAutoFit/>
          </a:bodyPr>
          <a:lstStyle/>
          <a:p>
            <a:pPr algn="ctr"/>
            <a:r>
              <a:rPr lang="en-US" dirty="0"/>
              <a:t>output</a:t>
            </a:r>
          </a:p>
        </p:txBody>
      </p:sp>
      <p:sp>
        <p:nvSpPr>
          <p:cNvPr id="1030" name="TextBox 1029"/>
          <p:cNvSpPr txBox="1"/>
          <p:nvPr/>
        </p:nvSpPr>
        <p:spPr>
          <a:xfrm>
            <a:off x="1508613" y="5281851"/>
            <a:ext cx="1066800" cy="800219"/>
          </a:xfrm>
          <a:prstGeom prst="rect">
            <a:avLst/>
          </a:prstGeom>
          <a:noFill/>
        </p:spPr>
        <p:txBody>
          <a:bodyPr wrap="square" rtlCol="0">
            <a:spAutoFit/>
          </a:bodyPr>
          <a:lstStyle/>
          <a:p>
            <a:pPr algn="ctr"/>
            <a:r>
              <a:rPr lang="en-US" dirty="0"/>
              <a:t>input</a:t>
            </a:r>
          </a:p>
          <a:p>
            <a:pPr algn="ctr"/>
            <a:r>
              <a:rPr lang="en-US" sz="1400" dirty="0">
                <a:solidFill>
                  <a:schemeClr val="bg1">
                    <a:lumMod val="50000"/>
                  </a:schemeClr>
                </a:solidFill>
              </a:rPr>
              <a:t>(in global memory)</a:t>
            </a:r>
          </a:p>
        </p:txBody>
      </p:sp>
    </p:spTree>
    <p:extLst>
      <p:ext uri="{BB962C8B-B14F-4D97-AF65-F5344CB8AC3E}">
        <p14:creationId xmlns:p14="http://schemas.microsoft.com/office/powerpoint/2010/main" val="223211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0"/>
          </p:nvPr>
        </p:nvSpPr>
        <p:spPr/>
        <p:txBody>
          <a:bodyPr/>
          <a:lstStyle/>
          <a:p>
            <a:r>
              <a:rPr lang="en-US" dirty="0"/>
              <a:t>Shared Memory Tiling</a:t>
            </a:r>
          </a:p>
        </p:txBody>
      </p:sp>
      <p:grpSp>
        <p:nvGrpSpPr>
          <p:cNvPr id="2" name="Group 1"/>
          <p:cNvGrpSpPr/>
          <p:nvPr/>
        </p:nvGrpSpPr>
        <p:grpSpPr>
          <a:xfrm>
            <a:off x="4797050" y="1690689"/>
            <a:ext cx="3533056" cy="3562249"/>
            <a:chOff x="5404022" y="1930991"/>
            <a:chExt cx="3533056" cy="3562249"/>
          </a:xfrm>
        </p:grpSpPr>
        <p:sp>
          <p:nvSpPr>
            <p:cNvPr id="1753" name="Cube 1752"/>
            <p:cNvSpPr/>
            <p:nvPr/>
          </p:nvSpPr>
          <p:spPr>
            <a:xfrm>
              <a:off x="6343887"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4" name="Cube 1753"/>
            <p:cNvSpPr/>
            <p:nvPr/>
          </p:nvSpPr>
          <p:spPr>
            <a:xfrm>
              <a:off x="6662065"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5" name="Cube 1754"/>
            <p:cNvSpPr/>
            <p:nvPr/>
          </p:nvSpPr>
          <p:spPr>
            <a:xfrm>
              <a:off x="6980244"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6" name="Cube 1755"/>
            <p:cNvSpPr/>
            <p:nvPr/>
          </p:nvSpPr>
          <p:spPr>
            <a:xfrm>
              <a:off x="7298422"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7" name="Cube 1756"/>
            <p:cNvSpPr/>
            <p:nvPr/>
          </p:nvSpPr>
          <p:spPr>
            <a:xfrm>
              <a:off x="7616600"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8" name="Cube 1757"/>
            <p:cNvSpPr/>
            <p:nvPr/>
          </p:nvSpPr>
          <p:spPr>
            <a:xfrm>
              <a:off x="7934779"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9" name="Cube 1758"/>
            <p:cNvSpPr/>
            <p:nvPr/>
          </p:nvSpPr>
          <p:spPr>
            <a:xfrm>
              <a:off x="8252957"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60" name="Cube 1759"/>
            <p:cNvSpPr/>
            <p:nvPr/>
          </p:nvSpPr>
          <p:spPr>
            <a:xfrm>
              <a:off x="8571135"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5" name="Cube 1744"/>
            <p:cNvSpPr/>
            <p:nvPr/>
          </p:nvSpPr>
          <p:spPr>
            <a:xfrm>
              <a:off x="6343887"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6" name="Cube 1745"/>
            <p:cNvSpPr/>
            <p:nvPr/>
          </p:nvSpPr>
          <p:spPr>
            <a:xfrm>
              <a:off x="6662065"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7" name="Cube 1746"/>
            <p:cNvSpPr/>
            <p:nvPr/>
          </p:nvSpPr>
          <p:spPr>
            <a:xfrm>
              <a:off x="6980244"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8" name="Cube 1747"/>
            <p:cNvSpPr/>
            <p:nvPr/>
          </p:nvSpPr>
          <p:spPr>
            <a:xfrm>
              <a:off x="7298422"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9" name="Cube 1748"/>
            <p:cNvSpPr/>
            <p:nvPr/>
          </p:nvSpPr>
          <p:spPr>
            <a:xfrm>
              <a:off x="7616600"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0" name="Cube 1749"/>
            <p:cNvSpPr/>
            <p:nvPr/>
          </p:nvSpPr>
          <p:spPr>
            <a:xfrm>
              <a:off x="7934779"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1" name="Cube 1750"/>
            <p:cNvSpPr/>
            <p:nvPr/>
          </p:nvSpPr>
          <p:spPr>
            <a:xfrm>
              <a:off x="8252957"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2" name="Cube 1751"/>
            <p:cNvSpPr/>
            <p:nvPr/>
          </p:nvSpPr>
          <p:spPr>
            <a:xfrm>
              <a:off x="8571135"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7" name="Cube 1736"/>
            <p:cNvSpPr/>
            <p:nvPr/>
          </p:nvSpPr>
          <p:spPr>
            <a:xfrm>
              <a:off x="6343887"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8" name="Cube 1737"/>
            <p:cNvSpPr/>
            <p:nvPr/>
          </p:nvSpPr>
          <p:spPr>
            <a:xfrm>
              <a:off x="6662065"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9" name="Cube 1738"/>
            <p:cNvSpPr/>
            <p:nvPr/>
          </p:nvSpPr>
          <p:spPr>
            <a:xfrm>
              <a:off x="6980244"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0" name="Cube 1739"/>
            <p:cNvSpPr/>
            <p:nvPr/>
          </p:nvSpPr>
          <p:spPr>
            <a:xfrm>
              <a:off x="7298422"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1" name="Cube 1740"/>
            <p:cNvSpPr/>
            <p:nvPr/>
          </p:nvSpPr>
          <p:spPr>
            <a:xfrm>
              <a:off x="7616600"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2" name="Cube 1741"/>
            <p:cNvSpPr/>
            <p:nvPr/>
          </p:nvSpPr>
          <p:spPr>
            <a:xfrm>
              <a:off x="7934779"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3" name="Cube 1742"/>
            <p:cNvSpPr/>
            <p:nvPr/>
          </p:nvSpPr>
          <p:spPr>
            <a:xfrm>
              <a:off x="8252957"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4" name="Cube 1743"/>
            <p:cNvSpPr/>
            <p:nvPr/>
          </p:nvSpPr>
          <p:spPr>
            <a:xfrm>
              <a:off x="8571135"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9" name="Cube 1728"/>
            <p:cNvSpPr/>
            <p:nvPr/>
          </p:nvSpPr>
          <p:spPr>
            <a:xfrm>
              <a:off x="6343887"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0" name="Cube 1729"/>
            <p:cNvSpPr/>
            <p:nvPr/>
          </p:nvSpPr>
          <p:spPr>
            <a:xfrm>
              <a:off x="6662065"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1" name="Cube 1730"/>
            <p:cNvSpPr/>
            <p:nvPr/>
          </p:nvSpPr>
          <p:spPr>
            <a:xfrm>
              <a:off x="6980244"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2" name="Cube 1731"/>
            <p:cNvSpPr/>
            <p:nvPr/>
          </p:nvSpPr>
          <p:spPr>
            <a:xfrm>
              <a:off x="7298422"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3" name="Cube 1732"/>
            <p:cNvSpPr/>
            <p:nvPr/>
          </p:nvSpPr>
          <p:spPr>
            <a:xfrm>
              <a:off x="7616600"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4" name="Cube 1733"/>
            <p:cNvSpPr/>
            <p:nvPr/>
          </p:nvSpPr>
          <p:spPr>
            <a:xfrm>
              <a:off x="7934779"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5" name="Cube 1734"/>
            <p:cNvSpPr/>
            <p:nvPr/>
          </p:nvSpPr>
          <p:spPr>
            <a:xfrm>
              <a:off x="8252957"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6" name="Cube 1735"/>
            <p:cNvSpPr/>
            <p:nvPr/>
          </p:nvSpPr>
          <p:spPr>
            <a:xfrm>
              <a:off x="8571135"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1" name="Cube 1720"/>
            <p:cNvSpPr/>
            <p:nvPr/>
          </p:nvSpPr>
          <p:spPr>
            <a:xfrm>
              <a:off x="6343887"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2" name="Cube 1721"/>
            <p:cNvSpPr/>
            <p:nvPr/>
          </p:nvSpPr>
          <p:spPr>
            <a:xfrm>
              <a:off x="6662065"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3" name="Cube 1722"/>
            <p:cNvSpPr/>
            <p:nvPr/>
          </p:nvSpPr>
          <p:spPr>
            <a:xfrm>
              <a:off x="6980244"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4" name="Cube 1723"/>
            <p:cNvSpPr/>
            <p:nvPr/>
          </p:nvSpPr>
          <p:spPr>
            <a:xfrm>
              <a:off x="7298422"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5" name="Cube 1724"/>
            <p:cNvSpPr/>
            <p:nvPr/>
          </p:nvSpPr>
          <p:spPr>
            <a:xfrm>
              <a:off x="7616600"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6" name="Cube 1725"/>
            <p:cNvSpPr/>
            <p:nvPr/>
          </p:nvSpPr>
          <p:spPr>
            <a:xfrm>
              <a:off x="7934779"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7" name="Cube 1726"/>
            <p:cNvSpPr/>
            <p:nvPr/>
          </p:nvSpPr>
          <p:spPr>
            <a:xfrm>
              <a:off x="8252957"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8" name="Cube 1727"/>
            <p:cNvSpPr/>
            <p:nvPr/>
          </p:nvSpPr>
          <p:spPr>
            <a:xfrm>
              <a:off x="8571135"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3" name="Cube 1712"/>
            <p:cNvSpPr/>
            <p:nvPr/>
          </p:nvSpPr>
          <p:spPr>
            <a:xfrm>
              <a:off x="6343887"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4" name="Cube 1713"/>
            <p:cNvSpPr/>
            <p:nvPr/>
          </p:nvSpPr>
          <p:spPr>
            <a:xfrm>
              <a:off x="6662065"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5" name="Cube 1714"/>
            <p:cNvSpPr/>
            <p:nvPr/>
          </p:nvSpPr>
          <p:spPr>
            <a:xfrm>
              <a:off x="6980244"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6" name="Cube 1715"/>
            <p:cNvSpPr/>
            <p:nvPr/>
          </p:nvSpPr>
          <p:spPr>
            <a:xfrm>
              <a:off x="7298422"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7" name="Cube 1716"/>
            <p:cNvSpPr/>
            <p:nvPr/>
          </p:nvSpPr>
          <p:spPr>
            <a:xfrm>
              <a:off x="7616600"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8" name="Cube 1717"/>
            <p:cNvSpPr/>
            <p:nvPr/>
          </p:nvSpPr>
          <p:spPr>
            <a:xfrm>
              <a:off x="7934779"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9" name="Cube 1718"/>
            <p:cNvSpPr/>
            <p:nvPr/>
          </p:nvSpPr>
          <p:spPr>
            <a:xfrm>
              <a:off x="8252957"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0" name="Cube 1719"/>
            <p:cNvSpPr/>
            <p:nvPr/>
          </p:nvSpPr>
          <p:spPr>
            <a:xfrm>
              <a:off x="8571135"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5" name="Cube 1704"/>
            <p:cNvSpPr/>
            <p:nvPr/>
          </p:nvSpPr>
          <p:spPr>
            <a:xfrm>
              <a:off x="6343887"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6" name="Cube 1705"/>
            <p:cNvSpPr/>
            <p:nvPr/>
          </p:nvSpPr>
          <p:spPr>
            <a:xfrm>
              <a:off x="6662065"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7" name="Cube 1706"/>
            <p:cNvSpPr/>
            <p:nvPr/>
          </p:nvSpPr>
          <p:spPr>
            <a:xfrm>
              <a:off x="6980244"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8" name="Cube 1707"/>
            <p:cNvSpPr/>
            <p:nvPr/>
          </p:nvSpPr>
          <p:spPr>
            <a:xfrm>
              <a:off x="7298422"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9" name="Cube 1708"/>
            <p:cNvSpPr/>
            <p:nvPr/>
          </p:nvSpPr>
          <p:spPr>
            <a:xfrm>
              <a:off x="7616600"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0" name="Cube 1709"/>
            <p:cNvSpPr/>
            <p:nvPr/>
          </p:nvSpPr>
          <p:spPr>
            <a:xfrm>
              <a:off x="7934779"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1" name="Cube 1710"/>
            <p:cNvSpPr/>
            <p:nvPr/>
          </p:nvSpPr>
          <p:spPr>
            <a:xfrm>
              <a:off x="8252957"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2" name="Cube 1711"/>
            <p:cNvSpPr/>
            <p:nvPr/>
          </p:nvSpPr>
          <p:spPr>
            <a:xfrm>
              <a:off x="8571135"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97" name="Cube 1696"/>
            <p:cNvSpPr/>
            <p:nvPr/>
          </p:nvSpPr>
          <p:spPr>
            <a:xfrm>
              <a:off x="6343887"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98" name="Cube 1697"/>
            <p:cNvSpPr/>
            <p:nvPr/>
          </p:nvSpPr>
          <p:spPr>
            <a:xfrm>
              <a:off x="6662065"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99" name="Cube 1698"/>
            <p:cNvSpPr/>
            <p:nvPr/>
          </p:nvSpPr>
          <p:spPr>
            <a:xfrm>
              <a:off x="6980244"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0" name="Cube 1699"/>
            <p:cNvSpPr/>
            <p:nvPr/>
          </p:nvSpPr>
          <p:spPr>
            <a:xfrm>
              <a:off x="7298422"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1" name="Cube 1700"/>
            <p:cNvSpPr/>
            <p:nvPr/>
          </p:nvSpPr>
          <p:spPr>
            <a:xfrm>
              <a:off x="7616600"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2" name="Cube 1701"/>
            <p:cNvSpPr/>
            <p:nvPr/>
          </p:nvSpPr>
          <p:spPr>
            <a:xfrm>
              <a:off x="7934779"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3" name="Cube 1702"/>
            <p:cNvSpPr/>
            <p:nvPr/>
          </p:nvSpPr>
          <p:spPr>
            <a:xfrm>
              <a:off x="8252957"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4" name="Cube 1703"/>
            <p:cNvSpPr/>
            <p:nvPr/>
          </p:nvSpPr>
          <p:spPr>
            <a:xfrm>
              <a:off x="8571135"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1" name="Cube 1680"/>
            <p:cNvSpPr/>
            <p:nvPr/>
          </p:nvSpPr>
          <p:spPr>
            <a:xfrm>
              <a:off x="6209618"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2" name="Cube 1681"/>
            <p:cNvSpPr/>
            <p:nvPr/>
          </p:nvSpPr>
          <p:spPr>
            <a:xfrm>
              <a:off x="6527796"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3" name="Cube 1682"/>
            <p:cNvSpPr/>
            <p:nvPr/>
          </p:nvSpPr>
          <p:spPr>
            <a:xfrm>
              <a:off x="6845975"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4" name="Cube 1683"/>
            <p:cNvSpPr/>
            <p:nvPr/>
          </p:nvSpPr>
          <p:spPr>
            <a:xfrm>
              <a:off x="7164153"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5" name="Cube 1684"/>
            <p:cNvSpPr/>
            <p:nvPr/>
          </p:nvSpPr>
          <p:spPr>
            <a:xfrm>
              <a:off x="7482331"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6" name="Cube 1685"/>
            <p:cNvSpPr/>
            <p:nvPr/>
          </p:nvSpPr>
          <p:spPr>
            <a:xfrm>
              <a:off x="7800510"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7" name="Cube 1686"/>
            <p:cNvSpPr/>
            <p:nvPr/>
          </p:nvSpPr>
          <p:spPr>
            <a:xfrm>
              <a:off x="8118688"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8" name="Cube 1687"/>
            <p:cNvSpPr/>
            <p:nvPr/>
          </p:nvSpPr>
          <p:spPr>
            <a:xfrm>
              <a:off x="8436866"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3" name="Cube 1672"/>
            <p:cNvSpPr/>
            <p:nvPr/>
          </p:nvSpPr>
          <p:spPr>
            <a:xfrm>
              <a:off x="6209618"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4" name="Cube 1673"/>
            <p:cNvSpPr/>
            <p:nvPr/>
          </p:nvSpPr>
          <p:spPr>
            <a:xfrm>
              <a:off x="6527796"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5" name="Cube 1674"/>
            <p:cNvSpPr/>
            <p:nvPr/>
          </p:nvSpPr>
          <p:spPr>
            <a:xfrm>
              <a:off x="6845975"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6" name="Cube 1675"/>
            <p:cNvSpPr/>
            <p:nvPr/>
          </p:nvSpPr>
          <p:spPr>
            <a:xfrm>
              <a:off x="7164153"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7" name="Cube 1676"/>
            <p:cNvSpPr/>
            <p:nvPr/>
          </p:nvSpPr>
          <p:spPr>
            <a:xfrm>
              <a:off x="7482331"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8" name="Cube 1677"/>
            <p:cNvSpPr/>
            <p:nvPr/>
          </p:nvSpPr>
          <p:spPr>
            <a:xfrm>
              <a:off x="7800510"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9" name="Cube 1678"/>
            <p:cNvSpPr/>
            <p:nvPr/>
          </p:nvSpPr>
          <p:spPr>
            <a:xfrm>
              <a:off x="8118688"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0" name="Cube 1679"/>
            <p:cNvSpPr/>
            <p:nvPr/>
          </p:nvSpPr>
          <p:spPr>
            <a:xfrm>
              <a:off x="8436866"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5" name="Cube 1664"/>
            <p:cNvSpPr/>
            <p:nvPr/>
          </p:nvSpPr>
          <p:spPr>
            <a:xfrm>
              <a:off x="6209618"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6" name="Cube 1665"/>
            <p:cNvSpPr/>
            <p:nvPr/>
          </p:nvSpPr>
          <p:spPr>
            <a:xfrm>
              <a:off x="6527796"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7" name="Cube 1666"/>
            <p:cNvSpPr/>
            <p:nvPr/>
          </p:nvSpPr>
          <p:spPr>
            <a:xfrm>
              <a:off x="6845975"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8" name="Cube 1667"/>
            <p:cNvSpPr/>
            <p:nvPr/>
          </p:nvSpPr>
          <p:spPr>
            <a:xfrm>
              <a:off x="7164153"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9" name="Cube 1668"/>
            <p:cNvSpPr/>
            <p:nvPr/>
          </p:nvSpPr>
          <p:spPr>
            <a:xfrm>
              <a:off x="7482331"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0" name="Cube 1669"/>
            <p:cNvSpPr/>
            <p:nvPr/>
          </p:nvSpPr>
          <p:spPr>
            <a:xfrm>
              <a:off x="7800510"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1" name="Cube 1670"/>
            <p:cNvSpPr/>
            <p:nvPr/>
          </p:nvSpPr>
          <p:spPr>
            <a:xfrm>
              <a:off x="8118688"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2" name="Cube 1671"/>
            <p:cNvSpPr/>
            <p:nvPr/>
          </p:nvSpPr>
          <p:spPr>
            <a:xfrm>
              <a:off x="8436866"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7" name="Cube 1656"/>
            <p:cNvSpPr/>
            <p:nvPr/>
          </p:nvSpPr>
          <p:spPr>
            <a:xfrm>
              <a:off x="6209618"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8" name="Cube 1657"/>
            <p:cNvSpPr/>
            <p:nvPr/>
          </p:nvSpPr>
          <p:spPr>
            <a:xfrm>
              <a:off x="6527796"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9" name="Cube 1658"/>
            <p:cNvSpPr/>
            <p:nvPr/>
          </p:nvSpPr>
          <p:spPr>
            <a:xfrm>
              <a:off x="6845975"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0" name="Cube 1659"/>
            <p:cNvSpPr/>
            <p:nvPr/>
          </p:nvSpPr>
          <p:spPr>
            <a:xfrm>
              <a:off x="7164153"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1" name="Cube 1660"/>
            <p:cNvSpPr/>
            <p:nvPr/>
          </p:nvSpPr>
          <p:spPr>
            <a:xfrm>
              <a:off x="7482331"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2" name="Cube 1661"/>
            <p:cNvSpPr/>
            <p:nvPr/>
          </p:nvSpPr>
          <p:spPr>
            <a:xfrm>
              <a:off x="7800510"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3" name="Cube 1662"/>
            <p:cNvSpPr/>
            <p:nvPr/>
          </p:nvSpPr>
          <p:spPr>
            <a:xfrm>
              <a:off x="8118688"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4" name="Cube 1663"/>
            <p:cNvSpPr/>
            <p:nvPr/>
          </p:nvSpPr>
          <p:spPr>
            <a:xfrm>
              <a:off x="8436866"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9" name="Cube 1648"/>
            <p:cNvSpPr/>
            <p:nvPr/>
          </p:nvSpPr>
          <p:spPr>
            <a:xfrm>
              <a:off x="6209618"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0" name="Cube 1649"/>
            <p:cNvSpPr/>
            <p:nvPr/>
          </p:nvSpPr>
          <p:spPr>
            <a:xfrm>
              <a:off x="6527796"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1" name="Cube 1650"/>
            <p:cNvSpPr/>
            <p:nvPr/>
          </p:nvSpPr>
          <p:spPr>
            <a:xfrm>
              <a:off x="6845975"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2" name="Cube 1651"/>
            <p:cNvSpPr/>
            <p:nvPr/>
          </p:nvSpPr>
          <p:spPr>
            <a:xfrm>
              <a:off x="7164153"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3" name="Cube 1652"/>
            <p:cNvSpPr/>
            <p:nvPr/>
          </p:nvSpPr>
          <p:spPr>
            <a:xfrm>
              <a:off x="7482331"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4" name="Cube 1653"/>
            <p:cNvSpPr/>
            <p:nvPr/>
          </p:nvSpPr>
          <p:spPr>
            <a:xfrm>
              <a:off x="7800510"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5" name="Cube 1654"/>
            <p:cNvSpPr/>
            <p:nvPr/>
          </p:nvSpPr>
          <p:spPr>
            <a:xfrm>
              <a:off x="8118688"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6" name="Cube 1655"/>
            <p:cNvSpPr/>
            <p:nvPr/>
          </p:nvSpPr>
          <p:spPr>
            <a:xfrm>
              <a:off x="8436866"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1" name="Cube 1640"/>
            <p:cNvSpPr/>
            <p:nvPr/>
          </p:nvSpPr>
          <p:spPr>
            <a:xfrm>
              <a:off x="6209618"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2" name="Cube 1641"/>
            <p:cNvSpPr/>
            <p:nvPr/>
          </p:nvSpPr>
          <p:spPr>
            <a:xfrm>
              <a:off x="6527796"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3" name="Cube 1642"/>
            <p:cNvSpPr/>
            <p:nvPr/>
          </p:nvSpPr>
          <p:spPr>
            <a:xfrm>
              <a:off x="6845975"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4" name="Cube 1643"/>
            <p:cNvSpPr/>
            <p:nvPr/>
          </p:nvSpPr>
          <p:spPr>
            <a:xfrm>
              <a:off x="7164153"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5" name="Cube 1644"/>
            <p:cNvSpPr/>
            <p:nvPr/>
          </p:nvSpPr>
          <p:spPr>
            <a:xfrm>
              <a:off x="7482331"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6" name="Cube 1645"/>
            <p:cNvSpPr/>
            <p:nvPr/>
          </p:nvSpPr>
          <p:spPr>
            <a:xfrm>
              <a:off x="7800510"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7" name="Cube 1646"/>
            <p:cNvSpPr/>
            <p:nvPr/>
          </p:nvSpPr>
          <p:spPr>
            <a:xfrm>
              <a:off x="8118688"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8" name="Cube 1647"/>
            <p:cNvSpPr/>
            <p:nvPr/>
          </p:nvSpPr>
          <p:spPr>
            <a:xfrm>
              <a:off x="8436866"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3" name="Cube 1632"/>
            <p:cNvSpPr/>
            <p:nvPr/>
          </p:nvSpPr>
          <p:spPr>
            <a:xfrm>
              <a:off x="6209618"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4" name="Cube 1633"/>
            <p:cNvSpPr/>
            <p:nvPr/>
          </p:nvSpPr>
          <p:spPr>
            <a:xfrm>
              <a:off x="6527796"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5" name="Cube 1634"/>
            <p:cNvSpPr/>
            <p:nvPr/>
          </p:nvSpPr>
          <p:spPr>
            <a:xfrm>
              <a:off x="6845975"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6" name="Cube 1635"/>
            <p:cNvSpPr/>
            <p:nvPr/>
          </p:nvSpPr>
          <p:spPr>
            <a:xfrm>
              <a:off x="7164153"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7" name="Cube 1636"/>
            <p:cNvSpPr/>
            <p:nvPr/>
          </p:nvSpPr>
          <p:spPr>
            <a:xfrm>
              <a:off x="7482331"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8" name="Cube 1637"/>
            <p:cNvSpPr/>
            <p:nvPr/>
          </p:nvSpPr>
          <p:spPr>
            <a:xfrm>
              <a:off x="7800510"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9" name="Cube 1638"/>
            <p:cNvSpPr/>
            <p:nvPr/>
          </p:nvSpPr>
          <p:spPr>
            <a:xfrm>
              <a:off x="8118688"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0" name="Cube 1639"/>
            <p:cNvSpPr/>
            <p:nvPr/>
          </p:nvSpPr>
          <p:spPr>
            <a:xfrm>
              <a:off x="8436866"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5" name="Cube 1624"/>
            <p:cNvSpPr/>
            <p:nvPr/>
          </p:nvSpPr>
          <p:spPr>
            <a:xfrm>
              <a:off x="6209618"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6" name="Cube 1625"/>
            <p:cNvSpPr/>
            <p:nvPr/>
          </p:nvSpPr>
          <p:spPr>
            <a:xfrm>
              <a:off x="6527796"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7" name="Cube 1626"/>
            <p:cNvSpPr/>
            <p:nvPr/>
          </p:nvSpPr>
          <p:spPr>
            <a:xfrm>
              <a:off x="6845975"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8" name="Cube 1627"/>
            <p:cNvSpPr/>
            <p:nvPr/>
          </p:nvSpPr>
          <p:spPr>
            <a:xfrm>
              <a:off x="7164153"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9" name="Cube 1628"/>
            <p:cNvSpPr/>
            <p:nvPr/>
          </p:nvSpPr>
          <p:spPr>
            <a:xfrm>
              <a:off x="7482331"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0" name="Cube 1629"/>
            <p:cNvSpPr/>
            <p:nvPr/>
          </p:nvSpPr>
          <p:spPr>
            <a:xfrm>
              <a:off x="7800510"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1" name="Cube 1630"/>
            <p:cNvSpPr/>
            <p:nvPr/>
          </p:nvSpPr>
          <p:spPr>
            <a:xfrm>
              <a:off x="8118688"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2" name="Cube 1631"/>
            <p:cNvSpPr/>
            <p:nvPr/>
          </p:nvSpPr>
          <p:spPr>
            <a:xfrm>
              <a:off x="8436866"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9" name="Cube 1608"/>
            <p:cNvSpPr/>
            <p:nvPr/>
          </p:nvSpPr>
          <p:spPr>
            <a:xfrm>
              <a:off x="6075352"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0" name="Cube 1609"/>
            <p:cNvSpPr/>
            <p:nvPr/>
          </p:nvSpPr>
          <p:spPr>
            <a:xfrm>
              <a:off x="6393530"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1" name="Cube 1610"/>
            <p:cNvSpPr/>
            <p:nvPr/>
          </p:nvSpPr>
          <p:spPr>
            <a:xfrm>
              <a:off x="6711709"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2" name="Cube 1611"/>
            <p:cNvSpPr/>
            <p:nvPr/>
          </p:nvSpPr>
          <p:spPr>
            <a:xfrm>
              <a:off x="7029887"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3" name="Cube 1612"/>
            <p:cNvSpPr/>
            <p:nvPr/>
          </p:nvSpPr>
          <p:spPr>
            <a:xfrm>
              <a:off x="7348065"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4" name="Cube 1613"/>
            <p:cNvSpPr/>
            <p:nvPr/>
          </p:nvSpPr>
          <p:spPr>
            <a:xfrm>
              <a:off x="7666244"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5" name="Cube 1614"/>
            <p:cNvSpPr/>
            <p:nvPr/>
          </p:nvSpPr>
          <p:spPr>
            <a:xfrm>
              <a:off x="7984422"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6" name="Cube 1615"/>
            <p:cNvSpPr/>
            <p:nvPr/>
          </p:nvSpPr>
          <p:spPr>
            <a:xfrm>
              <a:off x="8302600"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1" name="Cube 1600"/>
            <p:cNvSpPr/>
            <p:nvPr/>
          </p:nvSpPr>
          <p:spPr>
            <a:xfrm>
              <a:off x="6075352"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2" name="Cube 1601"/>
            <p:cNvSpPr/>
            <p:nvPr/>
          </p:nvSpPr>
          <p:spPr>
            <a:xfrm>
              <a:off x="6393530"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3" name="Cube 1602"/>
            <p:cNvSpPr/>
            <p:nvPr/>
          </p:nvSpPr>
          <p:spPr>
            <a:xfrm>
              <a:off x="6711709"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4" name="Cube 1603"/>
            <p:cNvSpPr/>
            <p:nvPr/>
          </p:nvSpPr>
          <p:spPr>
            <a:xfrm>
              <a:off x="7029887"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5" name="Cube 1604"/>
            <p:cNvSpPr/>
            <p:nvPr/>
          </p:nvSpPr>
          <p:spPr>
            <a:xfrm>
              <a:off x="7348065"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6" name="Cube 1605"/>
            <p:cNvSpPr/>
            <p:nvPr/>
          </p:nvSpPr>
          <p:spPr>
            <a:xfrm>
              <a:off x="7666244"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7" name="Cube 1606"/>
            <p:cNvSpPr/>
            <p:nvPr/>
          </p:nvSpPr>
          <p:spPr>
            <a:xfrm>
              <a:off x="7984422"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8" name="Cube 1607"/>
            <p:cNvSpPr/>
            <p:nvPr/>
          </p:nvSpPr>
          <p:spPr>
            <a:xfrm>
              <a:off x="8302600"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3" name="Cube 1592"/>
            <p:cNvSpPr/>
            <p:nvPr/>
          </p:nvSpPr>
          <p:spPr>
            <a:xfrm>
              <a:off x="6075352"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4" name="Cube 1593"/>
            <p:cNvSpPr/>
            <p:nvPr/>
          </p:nvSpPr>
          <p:spPr>
            <a:xfrm>
              <a:off x="6393530"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5" name="Cube 1594"/>
            <p:cNvSpPr/>
            <p:nvPr/>
          </p:nvSpPr>
          <p:spPr>
            <a:xfrm>
              <a:off x="6711709"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6" name="Cube 1595"/>
            <p:cNvSpPr/>
            <p:nvPr/>
          </p:nvSpPr>
          <p:spPr>
            <a:xfrm>
              <a:off x="7029887"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7" name="Cube 1596"/>
            <p:cNvSpPr/>
            <p:nvPr/>
          </p:nvSpPr>
          <p:spPr>
            <a:xfrm>
              <a:off x="7348065"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8" name="Cube 1597"/>
            <p:cNvSpPr/>
            <p:nvPr/>
          </p:nvSpPr>
          <p:spPr>
            <a:xfrm>
              <a:off x="7666244"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9" name="Cube 1598"/>
            <p:cNvSpPr/>
            <p:nvPr/>
          </p:nvSpPr>
          <p:spPr>
            <a:xfrm>
              <a:off x="7984422"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0" name="Cube 1599"/>
            <p:cNvSpPr/>
            <p:nvPr/>
          </p:nvSpPr>
          <p:spPr>
            <a:xfrm>
              <a:off x="8302600"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5" name="Cube 1584"/>
            <p:cNvSpPr/>
            <p:nvPr/>
          </p:nvSpPr>
          <p:spPr>
            <a:xfrm>
              <a:off x="6075352"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6" name="Cube 1585"/>
            <p:cNvSpPr/>
            <p:nvPr/>
          </p:nvSpPr>
          <p:spPr>
            <a:xfrm>
              <a:off x="6393530"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7" name="Cube 1586"/>
            <p:cNvSpPr/>
            <p:nvPr/>
          </p:nvSpPr>
          <p:spPr>
            <a:xfrm>
              <a:off x="6711709"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8" name="Cube 1587"/>
            <p:cNvSpPr/>
            <p:nvPr/>
          </p:nvSpPr>
          <p:spPr>
            <a:xfrm>
              <a:off x="7029887"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9" name="Cube 1588"/>
            <p:cNvSpPr/>
            <p:nvPr/>
          </p:nvSpPr>
          <p:spPr>
            <a:xfrm>
              <a:off x="7348065"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0" name="Cube 1589"/>
            <p:cNvSpPr/>
            <p:nvPr/>
          </p:nvSpPr>
          <p:spPr>
            <a:xfrm>
              <a:off x="7666244"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1" name="Cube 1590"/>
            <p:cNvSpPr/>
            <p:nvPr/>
          </p:nvSpPr>
          <p:spPr>
            <a:xfrm>
              <a:off x="7984422"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2" name="Cube 1591"/>
            <p:cNvSpPr/>
            <p:nvPr/>
          </p:nvSpPr>
          <p:spPr>
            <a:xfrm>
              <a:off x="8302600"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7" name="Cube 1576"/>
            <p:cNvSpPr/>
            <p:nvPr/>
          </p:nvSpPr>
          <p:spPr>
            <a:xfrm>
              <a:off x="6075352"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8" name="Cube 1577"/>
            <p:cNvSpPr/>
            <p:nvPr/>
          </p:nvSpPr>
          <p:spPr>
            <a:xfrm>
              <a:off x="6393530"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9" name="Cube 1578"/>
            <p:cNvSpPr/>
            <p:nvPr/>
          </p:nvSpPr>
          <p:spPr>
            <a:xfrm>
              <a:off x="6711709"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0" name="Cube 1579"/>
            <p:cNvSpPr/>
            <p:nvPr/>
          </p:nvSpPr>
          <p:spPr>
            <a:xfrm>
              <a:off x="7029887"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1" name="Cube 1580"/>
            <p:cNvSpPr/>
            <p:nvPr/>
          </p:nvSpPr>
          <p:spPr>
            <a:xfrm>
              <a:off x="7348065"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2" name="Cube 1581"/>
            <p:cNvSpPr/>
            <p:nvPr/>
          </p:nvSpPr>
          <p:spPr>
            <a:xfrm>
              <a:off x="7666244"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3" name="Cube 1582"/>
            <p:cNvSpPr/>
            <p:nvPr/>
          </p:nvSpPr>
          <p:spPr>
            <a:xfrm>
              <a:off x="7984422"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4" name="Cube 1583"/>
            <p:cNvSpPr/>
            <p:nvPr/>
          </p:nvSpPr>
          <p:spPr>
            <a:xfrm>
              <a:off x="8302600"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9" name="Cube 1568"/>
            <p:cNvSpPr/>
            <p:nvPr/>
          </p:nvSpPr>
          <p:spPr>
            <a:xfrm>
              <a:off x="6075352"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0" name="Cube 1569"/>
            <p:cNvSpPr/>
            <p:nvPr/>
          </p:nvSpPr>
          <p:spPr>
            <a:xfrm>
              <a:off x="6393530"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1" name="Cube 1570"/>
            <p:cNvSpPr/>
            <p:nvPr/>
          </p:nvSpPr>
          <p:spPr>
            <a:xfrm>
              <a:off x="6711709"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2" name="Cube 1571"/>
            <p:cNvSpPr/>
            <p:nvPr/>
          </p:nvSpPr>
          <p:spPr>
            <a:xfrm>
              <a:off x="7029887"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3" name="Cube 1572"/>
            <p:cNvSpPr/>
            <p:nvPr/>
          </p:nvSpPr>
          <p:spPr>
            <a:xfrm>
              <a:off x="7348065"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4" name="Cube 1573"/>
            <p:cNvSpPr/>
            <p:nvPr/>
          </p:nvSpPr>
          <p:spPr>
            <a:xfrm>
              <a:off x="7666244"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5" name="Cube 1574"/>
            <p:cNvSpPr/>
            <p:nvPr/>
          </p:nvSpPr>
          <p:spPr>
            <a:xfrm>
              <a:off x="7984422"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6" name="Cube 1575"/>
            <p:cNvSpPr/>
            <p:nvPr/>
          </p:nvSpPr>
          <p:spPr>
            <a:xfrm>
              <a:off x="8302600"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1" name="Cube 1560"/>
            <p:cNvSpPr/>
            <p:nvPr/>
          </p:nvSpPr>
          <p:spPr>
            <a:xfrm>
              <a:off x="6075352"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2" name="Cube 1561"/>
            <p:cNvSpPr/>
            <p:nvPr/>
          </p:nvSpPr>
          <p:spPr>
            <a:xfrm>
              <a:off x="6393530"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3" name="Cube 1562"/>
            <p:cNvSpPr/>
            <p:nvPr/>
          </p:nvSpPr>
          <p:spPr>
            <a:xfrm>
              <a:off x="6711709"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4" name="Cube 1563"/>
            <p:cNvSpPr/>
            <p:nvPr/>
          </p:nvSpPr>
          <p:spPr>
            <a:xfrm>
              <a:off x="7029887"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5" name="Cube 1564"/>
            <p:cNvSpPr/>
            <p:nvPr/>
          </p:nvSpPr>
          <p:spPr>
            <a:xfrm>
              <a:off x="7348065"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6" name="Cube 1565"/>
            <p:cNvSpPr/>
            <p:nvPr/>
          </p:nvSpPr>
          <p:spPr>
            <a:xfrm>
              <a:off x="7666244"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7" name="Cube 1566"/>
            <p:cNvSpPr/>
            <p:nvPr/>
          </p:nvSpPr>
          <p:spPr>
            <a:xfrm>
              <a:off x="7984422"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8" name="Cube 1567"/>
            <p:cNvSpPr/>
            <p:nvPr/>
          </p:nvSpPr>
          <p:spPr>
            <a:xfrm>
              <a:off x="8302600"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3" name="Cube 1552"/>
            <p:cNvSpPr/>
            <p:nvPr/>
          </p:nvSpPr>
          <p:spPr>
            <a:xfrm>
              <a:off x="6075352"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4" name="Cube 1553"/>
            <p:cNvSpPr/>
            <p:nvPr/>
          </p:nvSpPr>
          <p:spPr>
            <a:xfrm>
              <a:off x="6393530"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5" name="Cube 1554"/>
            <p:cNvSpPr/>
            <p:nvPr/>
          </p:nvSpPr>
          <p:spPr>
            <a:xfrm>
              <a:off x="6711709"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6" name="Cube 1555"/>
            <p:cNvSpPr/>
            <p:nvPr/>
          </p:nvSpPr>
          <p:spPr>
            <a:xfrm>
              <a:off x="7029887"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7" name="Cube 1556"/>
            <p:cNvSpPr/>
            <p:nvPr/>
          </p:nvSpPr>
          <p:spPr>
            <a:xfrm>
              <a:off x="7348065"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8" name="Cube 1557"/>
            <p:cNvSpPr/>
            <p:nvPr/>
          </p:nvSpPr>
          <p:spPr>
            <a:xfrm>
              <a:off x="7666244"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9" name="Cube 1558"/>
            <p:cNvSpPr/>
            <p:nvPr/>
          </p:nvSpPr>
          <p:spPr>
            <a:xfrm>
              <a:off x="7984422"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0" name="Cube 1559"/>
            <p:cNvSpPr/>
            <p:nvPr/>
          </p:nvSpPr>
          <p:spPr>
            <a:xfrm>
              <a:off x="8302600"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7" name="Cube 1536"/>
            <p:cNvSpPr/>
            <p:nvPr/>
          </p:nvSpPr>
          <p:spPr>
            <a:xfrm>
              <a:off x="5941086"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8" name="Cube 1537"/>
            <p:cNvSpPr/>
            <p:nvPr/>
          </p:nvSpPr>
          <p:spPr>
            <a:xfrm>
              <a:off x="6259264"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9" name="Cube 1538"/>
            <p:cNvSpPr/>
            <p:nvPr/>
          </p:nvSpPr>
          <p:spPr>
            <a:xfrm>
              <a:off x="6577443"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0" name="Cube 1539"/>
            <p:cNvSpPr/>
            <p:nvPr/>
          </p:nvSpPr>
          <p:spPr>
            <a:xfrm>
              <a:off x="6895621"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1" name="Cube 1540"/>
            <p:cNvSpPr/>
            <p:nvPr/>
          </p:nvSpPr>
          <p:spPr>
            <a:xfrm>
              <a:off x="7213799"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2" name="Cube 1541"/>
            <p:cNvSpPr/>
            <p:nvPr/>
          </p:nvSpPr>
          <p:spPr>
            <a:xfrm>
              <a:off x="7531978"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3" name="Cube 1542"/>
            <p:cNvSpPr/>
            <p:nvPr/>
          </p:nvSpPr>
          <p:spPr>
            <a:xfrm>
              <a:off x="7850156"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4" name="Cube 1543"/>
            <p:cNvSpPr/>
            <p:nvPr/>
          </p:nvSpPr>
          <p:spPr>
            <a:xfrm>
              <a:off x="8168334"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9" name="Cube 1528"/>
            <p:cNvSpPr/>
            <p:nvPr/>
          </p:nvSpPr>
          <p:spPr>
            <a:xfrm>
              <a:off x="5941086"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0" name="Cube 1529"/>
            <p:cNvSpPr/>
            <p:nvPr/>
          </p:nvSpPr>
          <p:spPr>
            <a:xfrm>
              <a:off x="6259264"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1" name="Cube 1530"/>
            <p:cNvSpPr/>
            <p:nvPr/>
          </p:nvSpPr>
          <p:spPr>
            <a:xfrm>
              <a:off x="6577443"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2" name="Cube 1531"/>
            <p:cNvSpPr/>
            <p:nvPr/>
          </p:nvSpPr>
          <p:spPr>
            <a:xfrm>
              <a:off x="6895621"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3" name="Cube 1532"/>
            <p:cNvSpPr/>
            <p:nvPr/>
          </p:nvSpPr>
          <p:spPr>
            <a:xfrm>
              <a:off x="7213799"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4" name="Cube 1533"/>
            <p:cNvSpPr/>
            <p:nvPr/>
          </p:nvSpPr>
          <p:spPr>
            <a:xfrm>
              <a:off x="7531978"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5" name="Cube 1534"/>
            <p:cNvSpPr/>
            <p:nvPr/>
          </p:nvSpPr>
          <p:spPr>
            <a:xfrm>
              <a:off x="7850156"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6" name="Cube 1535"/>
            <p:cNvSpPr/>
            <p:nvPr/>
          </p:nvSpPr>
          <p:spPr>
            <a:xfrm>
              <a:off x="8168334"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1" name="Cube 1520"/>
            <p:cNvSpPr/>
            <p:nvPr/>
          </p:nvSpPr>
          <p:spPr>
            <a:xfrm>
              <a:off x="5941086"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2" name="Cube 1521"/>
            <p:cNvSpPr/>
            <p:nvPr/>
          </p:nvSpPr>
          <p:spPr>
            <a:xfrm>
              <a:off x="6259264"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3" name="Cube 1522"/>
            <p:cNvSpPr/>
            <p:nvPr/>
          </p:nvSpPr>
          <p:spPr>
            <a:xfrm>
              <a:off x="6577443"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4" name="Cube 1523"/>
            <p:cNvSpPr/>
            <p:nvPr/>
          </p:nvSpPr>
          <p:spPr>
            <a:xfrm>
              <a:off x="6895621"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5" name="Cube 1524"/>
            <p:cNvSpPr/>
            <p:nvPr/>
          </p:nvSpPr>
          <p:spPr>
            <a:xfrm>
              <a:off x="7213799"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6" name="Cube 1525"/>
            <p:cNvSpPr/>
            <p:nvPr/>
          </p:nvSpPr>
          <p:spPr>
            <a:xfrm>
              <a:off x="7531978"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7" name="Cube 1526"/>
            <p:cNvSpPr/>
            <p:nvPr/>
          </p:nvSpPr>
          <p:spPr>
            <a:xfrm>
              <a:off x="7850156"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8" name="Cube 1527"/>
            <p:cNvSpPr/>
            <p:nvPr/>
          </p:nvSpPr>
          <p:spPr>
            <a:xfrm>
              <a:off x="8168334"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3" name="Cube 1512"/>
            <p:cNvSpPr/>
            <p:nvPr/>
          </p:nvSpPr>
          <p:spPr>
            <a:xfrm>
              <a:off x="5941086"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4" name="Cube 1513"/>
            <p:cNvSpPr/>
            <p:nvPr/>
          </p:nvSpPr>
          <p:spPr>
            <a:xfrm>
              <a:off x="6259264"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5" name="Cube 1514"/>
            <p:cNvSpPr/>
            <p:nvPr/>
          </p:nvSpPr>
          <p:spPr>
            <a:xfrm>
              <a:off x="6577443"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6" name="Cube 1515"/>
            <p:cNvSpPr/>
            <p:nvPr/>
          </p:nvSpPr>
          <p:spPr>
            <a:xfrm>
              <a:off x="6895621"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7" name="Cube 1516"/>
            <p:cNvSpPr/>
            <p:nvPr/>
          </p:nvSpPr>
          <p:spPr>
            <a:xfrm>
              <a:off x="7213799"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8" name="Cube 1517"/>
            <p:cNvSpPr/>
            <p:nvPr/>
          </p:nvSpPr>
          <p:spPr>
            <a:xfrm>
              <a:off x="7531978"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9" name="Cube 1518"/>
            <p:cNvSpPr/>
            <p:nvPr/>
          </p:nvSpPr>
          <p:spPr>
            <a:xfrm>
              <a:off x="7850156"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0" name="Cube 1519"/>
            <p:cNvSpPr/>
            <p:nvPr/>
          </p:nvSpPr>
          <p:spPr>
            <a:xfrm>
              <a:off x="8168334"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5" name="Cube 1504"/>
            <p:cNvSpPr/>
            <p:nvPr/>
          </p:nvSpPr>
          <p:spPr>
            <a:xfrm>
              <a:off x="5941086"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6" name="Cube 1505"/>
            <p:cNvSpPr/>
            <p:nvPr/>
          </p:nvSpPr>
          <p:spPr>
            <a:xfrm>
              <a:off x="6259264"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7" name="Cube 1506"/>
            <p:cNvSpPr/>
            <p:nvPr/>
          </p:nvSpPr>
          <p:spPr>
            <a:xfrm>
              <a:off x="6577443"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8" name="Cube 1507"/>
            <p:cNvSpPr/>
            <p:nvPr/>
          </p:nvSpPr>
          <p:spPr>
            <a:xfrm>
              <a:off x="6895621"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9" name="Cube 1508"/>
            <p:cNvSpPr/>
            <p:nvPr/>
          </p:nvSpPr>
          <p:spPr>
            <a:xfrm>
              <a:off x="7213799"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0" name="Cube 1509"/>
            <p:cNvSpPr/>
            <p:nvPr/>
          </p:nvSpPr>
          <p:spPr>
            <a:xfrm>
              <a:off x="7531978"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1" name="Cube 1510"/>
            <p:cNvSpPr/>
            <p:nvPr/>
          </p:nvSpPr>
          <p:spPr>
            <a:xfrm>
              <a:off x="7850156"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2" name="Cube 1511"/>
            <p:cNvSpPr/>
            <p:nvPr/>
          </p:nvSpPr>
          <p:spPr>
            <a:xfrm>
              <a:off x="8168334"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7" name="Cube 1496"/>
            <p:cNvSpPr/>
            <p:nvPr/>
          </p:nvSpPr>
          <p:spPr>
            <a:xfrm>
              <a:off x="5941086"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8" name="Cube 1497"/>
            <p:cNvSpPr/>
            <p:nvPr/>
          </p:nvSpPr>
          <p:spPr>
            <a:xfrm>
              <a:off x="6259264"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9" name="Cube 1498"/>
            <p:cNvSpPr/>
            <p:nvPr/>
          </p:nvSpPr>
          <p:spPr>
            <a:xfrm>
              <a:off x="6577443"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0" name="Cube 1499"/>
            <p:cNvSpPr/>
            <p:nvPr/>
          </p:nvSpPr>
          <p:spPr>
            <a:xfrm>
              <a:off x="6895621"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1" name="Cube 1500"/>
            <p:cNvSpPr/>
            <p:nvPr/>
          </p:nvSpPr>
          <p:spPr>
            <a:xfrm>
              <a:off x="7213799"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2" name="Cube 1501"/>
            <p:cNvSpPr/>
            <p:nvPr/>
          </p:nvSpPr>
          <p:spPr>
            <a:xfrm>
              <a:off x="7531978"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3" name="Cube 1502"/>
            <p:cNvSpPr/>
            <p:nvPr/>
          </p:nvSpPr>
          <p:spPr>
            <a:xfrm>
              <a:off x="7850156"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4" name="Cube 1503"/>
            <p:cNvSpPr/>
            <p:nvPr/>
          </p:nvSpPr>
          <p:spPr>
            <a:xfrm>
              <a:off x="8168334"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9" name="Cube 1488"/>
            <p:cNvSpPr/>
            <p:nvPr/>
          </p:nvSpPr>
          <p:spPr>
            <a:xfrm>
              <a:off x="5941086"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0" name="Cube 1489"/>
            <p:cNvSpPr/>
            <p:nvPr/>
          </p:nvSpPr>
          <p:spPr>
            <a:xfrm>
              <a:off x="6259264"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1" name="Cube 1490"/>
            <p:cNvSpPr/>
            <p:nvPr/>
          </p:nvSpPr>
          <p:spPr>
            <a:xfrm>
              <a:off x="6577443"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2" name="Cube 1491"/>
            <p:cNvSpPr/>
            <p:nvPr/>
          </p:nvSpPr>
          <p:spPr>
            <a:xfrm>
              <a:off x="6895621"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3" name="Cube 1492"/>
            <p:cNvSpPr/>
            <p:nvPr/>
          </p:nvSpPr>
          <p:spPr>
            <a:xfrm>
              <a:off x="7213799"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4" name="Cube 1493"/>
            <p:cNvSpPr/>
            <p:nvPr/>
          </p:nvSpPr>
          <p:spPr>
            <a:xfrm>
              <a:off x="7531978"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5" name="Cube 1494"/>
            <p:cNvSpPr/>
            <p:nvPr/>
          </p:nvSpPr>
          <p:spPr>
            <a:xfrm>
              <a:off x="7850156"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6" name="Cube 1495"/>
            <p:cNvSpPr/>
            <p:nvPr/>
          </p:nvSpPr>
          <p:spPr>
            <a:xfrm>
              <a:off x="8168334"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1" name="Cube 1480"/>
            <p:cNvSpPr/>
            <p:nvPr/>
          </p:nvSpPr>
          <p:spPr>
            <a:xfrm>
              <a:off x="5941086"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2" name="Cube 1481"/>
            <p:cNvSpPr/>
            <p:nvPr/>
          </p:nvSpPr>
          <p:spPr>
            <a:xfrm>
              <a:off x="6259264"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3" name="Cube 1482"/>
            <p:cNvSpPr/>
            <p:nvPr/>
          </p:nvSpPr>
          <p:spPr>
            <a:xfrm>
              <a:off x="6577443"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4" name="Cube 1483"/>
            <p:cNvSpPr/>
            <p:nvPr/>
          </p:nvSpPr>
          <p:spPr>
            <a:xfrm>
              <a:off x="6895621"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5" name="Cube 1484"/>
            <p:cNvSpPr/>
            <p:nvPr/>
          </p:nvSpPr>
          <p:spPr>
            <a:xfrm>
              <a:off x="7213799"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6" name="Cube 1485"/>
            <p:cNvSpPr/>
            <p:nvPr/>
          </p:nvSpPr>
          <p:spPr>
            <a:xfrm>
              <a:off x="7531978"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7" name="Cube 1486"/>
            <p:cNvSpPr/>
            <p:nvPr/>
          </p:nvSpPr>
          <p:spPr>
            <a:xfrm>
              <a:off x="7850156"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8" name="Cube 1487"/>
            <p:cNvSpPr/>
            <p:nvPr/>
          </p:nvSpPr>
          <p:spPr>
            <a:xfrm>
              <a:off x="8168334"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5" name="Cube 1464"/>
            <p:cNvSpPr/>
            <p:nvPr/>
          </p:nvSpPr>
          <p:spPr>
            <a:xfrm>
              <a:off x="5806820"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6" name="Cube 1465"/>
            <p:cNvSpPr/>
            <p:nvPr/>
          </p:nvSpPr>
          <p:spPr>
            <a:xfrm>
              <a:off x="6124998"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7" name="Cube 1466"/>
            <p:cNvSpPr/>
            <p:nvPr/>
          </p:nvSpPr>
          <p:spPr>
            <a:xfrm>
              <a:off x="6443177"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8" name="Cube 1467"/>
            <p:cNvSpPr/>
            <p:nvPr/>
          </p:nvSpPr>
          <p:spPr>
            <a:xfrm>
              <a:off x="6761355"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9" name="Cube 1468"/>
            <p:cNvSpPr/>
            <p:nvPr/>
          </p:nvSpPr>
          <p:spPr>
            <a:xfrm>
              <a:off x="7079533"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0" name="Cube 1469"/>
            <p:cNvSpPr/>
            <p:nvPr/>
          </p:nvSpPr>
          <p:spPr>
            <a:xfrm>
              <a:off x="7397712"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1" name="Cube 1470"/>
            <p:cNvSpPr/>
            <p:nvPr/>
          </p:nvSpPr>
          <p:spPr>
            <a:xfrm>
              <a:off x="7715890"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2" name="Cube 1471"/>
            <p:cNvSpPr/>
            <p:nvPr/>
          </p:nvSpPr>
          <p:spPr>
            <a:xfrm>
              <a:off x="8034068"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7" name="Cube 1456"/>
            <p:cNvSpPr/>
            <p:nvPr/>
          </p:nvSpPr>
          <p:spPr>
            <a:xfrm>
              <a:off x="5806820"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8" name="Cube 1457"/>
            <p:cNvSpPr/>
            <p:nvPr/>
          </p:nvSpPr>
          <p:spPr>
            <a:xfrm>
              <a:off x="6124998"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9" name="Cube 1458"/>
            <p:cNvSpPr/>
            <p:nvPr/>
          </p:nvSpPr>
          <p:spPr>
            <a:xfrm>
              <a:off x="6443177"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0" name="Cube 1459"/>
            <p:cNvSpPr/>
            <p:nvPr/>
          </p:nvSpPr>
          <p:spPr>
            <a:xfrm>
              <a:off x="6761355"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1" name="Cube 1460"/>
            <p:cNvSpPr/>
            <p:nvPr/>
          </p:nvSpPr>
          <p:spPr>
            <a:xfrm>
              <a:off x="7079533"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2" name="Cube 1461"/>
            <p:cNvSpPr/>
            <p:nvPr/>
          </p:nvSpPr>
          <p:spPr>
            <a:xfrm>
              <a:off x="7397712"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3" name="Cube 1462"/>
            <p:cNvSpPr/>
            <p:nvPr/>
          </p:nvSpPr>
          <p:spPr>
            <a:xfrm>
              <a:off x="7715890"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4" name="Cube 1463"/>
            <p:cNvSpPr/>
            <p:nvPr/>
          </p:nvSpPr>
          <p:spPr>
            <a:xfrm>
              <a:off x="8034068"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9" name="Cube 1448"/>
            <p:cNvSpPr/>
            <p:nvPr/>
          </p:nvSpPr>
          <p:spPr>
            <a:xfrm>
              <a:off x="5806820"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0" name="Cube 1449"/>
            <p:cNvSpPr/>
            <p:nvPr/>
          </p:nvSpPr>
          <p:spPr>
            <a:xfrm>
              <a:off x="6124998"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1" name="Cube 1450"/>
            <p:cNvSpPr/>
            <p:nvPr/>
          </p:nvSpPr>
          <p:spPr>
            <a:xfrm>
              <a:off x="6443177"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2" name="Cube 1451"/>
            <p:cNvSpPr/>
            <p:nvPr/>
          </p:nvSpPr>
          <p:spPr>
            <a:xfrm>
              <a:off x="6761355"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3" name="Cube 1452"/>
            <p:cNvSpPr/>
            <p:nvPr/>
          </p:nvSpPr>
          <p:spPr>
            <a:xfrm>
              <a:off x="7079533"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4" name="Cube 1453"/>
            <p:cNvSpPr/>
            <p:nvPr/>
          </p:nvSpPr>
          <p:spPr>
            <a:xfrm>
              <a:off x="7397712"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5" name="Cube 1454"/>
            <p:cNvSpPr/>
            <p:nvPr/>
          </p:nvSpPr>
          <p:spPr>
            <a:xfrm>
              <a:off x="7715890"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6" name="Cube 1455"/>
            <p:cNvSpPr/>
            <p:nvPr/>
          </p:nvSpPr>
          <p:spPr>
            <a:xfrm>
              <a:off x="8034068"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1" name="Cube 1440"/>
            <p:cNvSpPr/>
            <p:nvPr/>
          </p:nvSpPr>
          <p:spPr>
            <a:xfrm>
              <a:off x="5806820"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2" name="Cube 1441"/>
            <p:cNvSpPr/>
            <p:nvPr/>
          </p:nvSpPr>
          <p:spPr>
            <a:xfrm>
              <a:off x="6124998"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3" name="Cube 1442"/>
            <p:cNvSpPr/>
            <p:nvPr/>
          </p:nvSpPr>
          <p:spPr>
            <a:xfrm>
              <a:off x="6443177"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4" name="Cube 1443"/>
            <p:cNvSpPr/>
            <p:nvPr/>
          </p:nvSpPr>
          <p:spPr>
            <a:xfrm>
              <a:off x="6761355"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5" name="Cube 1444"/>
            <p:cNvSpPr/>
            <p:nvPr/>
          </p:nvSpPr>
          <p:spPr>
            <a:xfrm>
              <a:off x="7079533"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6" name="Cube 1445"/>
            <p:cNvSpPr/>
            <p:nvPr/>
          </p:nvSpPr>
          <p:spPr>
            <a:xfrm>
              <a:off x="7397712"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7" name="Cube 1446"/>
            <p:cNvSpPr/>
            <p:nvPr/>
          </p:nvSpPr>
          <p:spPr>
            <a:xfrm>
              <a:off x="7715890"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8" name="Cube 1447"/>
            <p:cNvSpPr/>
            <p:nvPr/>
          </p:nvSpPr>
          <p:spPr>
            <a:xfrm>
              <a:off x="8034068"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3" name="Cube 1432"/>
            <p:cNvSpPr/>
            <p:nvPr/>
          </p:nvSpPr>
          <p:spPr>
            <a:xfrm>
              <a:off x="5806820"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4" name="Cube 1433"/>
            <p:cNvSpPr/>
            <p:nvPr/>
          </p:nvSpPr>
          <p:spPr>
            <a:xfrm>
              <a:off x="6124998"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5" name="Cube 1434"/>
            <p:cNvSpPr/>
            <p:nvPr/>
          </p:nvSpPr>
          <p:spPr>
            <a:xfrm>
              <a:off x="6443177"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6" name="Cube 1435"/>
            <p:cNvSpPr/>
            <p:nvPr/>
          </p:nvSpPr>
          <p:spPr>
            <a:xfrm>
              <a:off x="6761355"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7" name="Cube 1436"/>
            <p:cNvSpPr/>
            <p:nvPr/>
          </p:nvSpPr>
          <p:spPr>
            <a:xfrm>
              <a:off x="7079533"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8" name="Cube 1437"/>
            <p:cNvSpPr/>
            <p:nvPr/>
          </p:nvSpPr>
          <p:spPr>
            <a:xfrm>
              <a:off x="7397712"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9" name="Cube 1438"/>
            <p:cNvSpPr/>
            <p:nvPr/>
          </p:nvSpPr>
          <p:spPr>
            <a:xfrm>
              <a:off x="7715890"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0" name="Cube 1439"/>
            <p:cNvSpPr/>
            <p:nvPr/>
          </p:nvSpPr>
          <p:spPr>
            <a:xfrm>
              <a:off x="8034068"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5" name="Cube 1424"/>
            <p:cNvSpPr/>
            <p:nvPr/>
          </p:nvSpPr>
          <p:spPr>
            <a:xfrm>
              <a:off x="5806820"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6" name="Cube 1425"/>
            <p:cNvSpPr/>
            <p:nvPr/>
          </p:nvSpPr>
          <p:spPr>
            <a:xfrm>
              <a:off x="6124998"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7" name="Cube 1426"/>
            <p:cNvSpPr/>
            <p:nvPr/>
          </p:nvSpPr>
          <p:spPr>
            <a:xfrm>
              <a:off x="6443177"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8" name="Cube 1427"/>
            <p:cNvSpPr/>
            <p:nvPr/>
          </p:nvSpPr>
          <p:spPr>
            <a:xfrm>
              <a:off x="6761355"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9" name="Cube 1428"/>
            <p:cNvSpPr/>
            <p:nvPr/>
          </p:nvSpPr>
          <p:spPr>
            <a:xfrm>
              <a:off x="7079533"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0" name="Cube 1429"/>
            <p:cNvSpPr/>
            <p:nvPr/>
          </p:nvSpPr>
          <p:spPr>
            <a:xfrm>
              <a:off x="7397712"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1" name="Cube 1430"/>
            <p:cNvSpPr/>
            <p:nvPr/>
          </p:nvSpPr>
          <p:spPr>
            <a:xfrm>
              <a:off x="7715890"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2" name="Cube 1431"/>
            <p:cNvSpPr/>
            <p:nvPr/>
          </p:nvSpPr>
          <p:spPr>
            <a:xfrm>
              <a:off x="8034068"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7" name="Cube 1416"/>
            <p:cNvSpPr/>
            <p:nvPr/>
          </p:nvSpPr>
          <p:spPr>
            <a:xfrm>
              <a:off x="5806820"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8" name="Cube 1417"/>
            <p:cNvSpPr/>
            <p:nvPr/>
          </p:nvSpPr>
          <p:spPr>
            <a:xfrm>
              <a:off x="6124998"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9" name="Cube 1418"/>
            <p:cNvSpPr/>
            <p:nvPr/>
          </p:nvSpPr>
          <p:spPr>
            <a:xfrm>
              <a:off x="6443177"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0" name="Cube 1419"/>
            <p:cNvSpPr/>
            <p:nvPr/>
          </p:nvSpPr>
          <p:spPr>
            <a:xfrm>
              <a:off x="6761355"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1" name="Cube 1420"/>
            <p:cNvSpPr/>
            <p:nvPr/>
          </p:nvSpPr>
          <p:spPr>
            <a:xfrm>
              <a:off x="7079533"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2" name="Cube 1421"/>
            <p:cNvSpPr/>
            <p:nvPr/>
          </p:nvSpPr>
          <p:spPr>
            <a:xfrm>
              <a:off x="7397712"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3" name="Cube 1422"/>
            <p:cNvSpPr/>
            <p:nvPr/>
          </p:nvSpPr>
          <p:spPr>
            <a:xfrm>
              <a:off x="7715890"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4" name="Cube 1423"/>
            <p:cNvSpPr/>
            <p:nvPr/>
          </p:nvSpPr>
          <p:spPr>
            <a:xfrm>
              <a:off x="8034068"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9" name="Cube 1408"/>
            <p:cNvSpPr/>
            <p:nvPr/>
          </p:nvSpPr>
          <p:spPr>
            <a:xfrm>
              <a:off x="5806820"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0" name="Cube 1409"/>
            <p:cNvSpPr/>
            <p:nvPr/>
          </p:nvSpPr>
          <p:spPr>
            <a:xfrm>
              <a:off x="6124998"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1" name="Cube 1410"/>
            <p:cNvSpPr/>
            <p:nvPr/>
          </p:nvSpPr>
          <p:spPr>
            <a:xfrm>
              <a:off x="6443177"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2" name="Cube 1411"/>
            <p:cNvSpPr/>
            <p:nvPr/>
          </p:nvSpPr>
          <p:spPr>
            <a:xfrm>
              <a:off x="6761355"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3" name="Cube 1412"/>
            <p:cNvSpPr/>
            <p:nvPr/>
          </p:nvSpPr>
          <p:spPr>
            <a:xfrm>
              <a:off x="7079533"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4" name="Cube 1413"/>
            <p:cNvSpPr/>
            <p:nvPr/>
          </p:nvSpPr>
          <p:spPr>
            <a:xfrm>
              <a:off x="7397712"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5" name="Cube 1414"/>
            <p:cNvSpPr/>
            <p:nvPr/>
          </p:nvSpPr>
          <p:spPr>
            <a:xfrm>
              <a:off x="7715890"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6" name="Cube 1415"/>
            <p:cNvSpPr/>
            <p:nvPr/>
          </p:nvSpPr>
          <p:spPr>
            <a:xfrm>
              <a:off x="8034068"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3" name="Cube 1392"/>
            <p:cNvSpPr/>
            <p:nvPr/>
          </p:nvSpPr>
          <p:spPr>
            <a:xfrm>
              <a:off x="5672554"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4" name="Cube 1393"/>
            <p:cNvSpPr/>
            <p:nvPr/>
          </p:nvSpPr>
          <p:spPr>
            <a:xfrm>
              <a:off x="5990732"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5" name="Cube 1394"/>
            <p:cNvSpPr/>
            <p:nvPr/>
          </p:nvSpPr>
          <p:spPr>
            <a:xfrm>
              <a:off x="6308911"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6" name="Cube 1395"/>
            <p:cNvSpPr/>
            <p:nvPr/>
          </p:nvSpPr>
          <p:spPr>
            <a:xfrm>
              <a:off x="6627089"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7" name="Cube 1396"/>
            <p:cNvSpPr/>
            <p:nvPr/>
          </p:nvSpPr>
          <p:spPr>
            <a:xfrm>
              <a:off x="6945267"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8" name="Cube 1397"/>
            <p:cNvSpPr/>
            <p:nvPr/>
          </p:nvSpPr>
          <p:spPr>
            <a:xfrm>
              <a:off x="7263446"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9" name="Cube 1398"/>
            <p:cNvSpPr/>
            <p:nvPr/>
          </p:nvSpPr>
          <p:spPr>
            <a:xfrm>
              <a:off x="7581624"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0" name="Cube 1399"/>
            <p:cNvSpPr/>
            <p:nvPr/>
          </p:nvSpPr>
          <p:spPr>
            <a:xfrm>
              <a:off x="7899802"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5" name="Cube 1384"/>
            <p:cNvSpPr/>
            <p:nvPr/>
          </p:nvSpPr>
          <p:spPr>
            <a:xfrm>
              <a:off x="5672554"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6" name="Cube 1385"/>
            <p:cNvSpPr/>
            <p:nvPr/>
          </p:nvSpPr>
          <p:spPr>
            <a:xfrm>
              <a:off x="5990732"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7" name="Cube 1386"/>
            <p:cNvSpPr/>
            <p:nvPr/>
          </p:nvSpPr>
          <p:spPr>
            <a:xfrm>
              <a:off x="6308911"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8" name="Cube 1387"/>
            <p:cNvSpPr/>
            <p:nvPr/>
          </p:nvSpPr>
          <p:spPr>
            <a:xfrm>
              <a:off x="6627089"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9" name="Cube 1388"/>
            <p:cNvSpPr/>
            <p:nvPr/>
          </p:nvSpPr>
          <p:spPr>
            <a:xfrm>
              <a:off x="6945267"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0" name="Cube 1389"/>
            <p:cNvSpPr/>
            <p:nvPr/>
          </p:nvSpPr>
          <p:spPr>
            <a:xfrm>
              <a:off x="7263446"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1" name="Cube 1390"/>
            <p:cNvSpPr/>
            <p:nvPr/>
          </p:nvSpPr>
          <p:spPr>
            <a:xfrm>
              <a:off x="7581624"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2" name="Cube 1391"/>
            <p:cNvSpPr/>
            <p:nvPr/>
          </p:nvSpPr>
          <p:spPr>
            <a:xfrm>
              <a:off x="7899802"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7" name="Cube 1376"/>
            <p:cNvSpPr/>
            <p:nvPr/>
          </p:nvSpPr>
          <p:spPr>
            <a:xfrm>
              <a:off x="5672554"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8" name="Cube 1377"/>
            <p:cNvSpPr/>
            <p:nvPr/>
          </p:nvSpPr>
          <p:spPr>
            <a:xfrm>
              <a:off x="5990732"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9" name="Cube 1378"/>
            <p:cNvSpPr/>
            <p:nvPr/>
          </p:nvSpPr>
          <p:spPr>
            <a:xfrm>
              <a:off x="6308911"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0" name="Cube 1379"/>
            <p:cNvSpPr/>
            <p:nvPr/>
          </p:nvSpPr>
          <p:spPr>
            <a:xfrm>
              <a:off x="6627089"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1" name="Cube 1380"/>
            <p:cNvSpPr/>
            <p:nvPr/>
          </p:nvSpPr>
          <p:spPr>
            <a:xfrm>
              <a:off x="6945267"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2" name="Cube 1381"/>
            <p:cNvSpPr/>
            <p:nvPr/>
          </p:nvSpPr>
          <p:spPr>
            <a:xfrm>
              <a:off x="7263446"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3" name="Cube 1382"/>
            <p:cNvSpPr/>
            <p:nvPr/>
          </p:nvSpPr>
          <p:spPr>
            <a:xfrm>
              <a:off x="7581624"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4" name="Cube 1383"/>
            <p:cNvSpPr/>
            <p:nvPr/>
          </p:nvSpPr>
          <p:spPr>
            <a:xfrm>
              <a:off x="7899802"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9" name="Cube 1368"/>
            <p:cNvSpPr/>
            <p:nvPr/>
          </p:nvSpPr>
          <p:spPr>
            <a:xfrm>
              <a:off x="5672554"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0" name="Cube 1369"/>
            <p:cNvSpPr/>
            <p:nvPr/>
          </p:nvSpPr>
          <p:spPr>
            <a:xfrm>
              <a:off x="5990732"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1" name="Cube 1370"/>
            <p:cNvSpPr/>
            <p:nvPr/>
          </p:nvSpPr>
          <p:spPr>
            <a:xfrm>
              <a:off x="6308911"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2" name="Cube 1371"/>
            <p:cNvSpPr/>
            <p:nvPr/>
          </p:nvSpPr>
          <p:spPr>
            <a:xfrm>
              <a:off x="6627089"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3" name="Cube 1372"/>
            <p:cNvSpPr/>
            <p:nvPr/>
          </p:nvSpPr>
          <p:spPr>
            <a:xfrm>
              <a:off x="6945267"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4" name="Cube 1373"/>
            <p:cNvSpPr/>
            <p:nvPr/>
          </p:nvSpPr>
          <p:spPr>
            <a:xfrm>
              <a:off x="7263446"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5" name="Cube 1374"/>
            <p:cNvSpPr/>
            <p:nvPr/>
          </p:nvSpPr>
          <p:spPr>
            <a:xfrm>
              <a:off x="7581624"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6" name="Cube 1375"/>
            <p:cNvSpPr/>
            <p:nvPr/>
          </p:nvSpPr>
          <p:spPr>
            <a:xfrm>
              <a:off x="7899802"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1" name="Cube 1360"/>
            <p:cNvSpPr/>
            <p:nvPr/>
          </p:nvSpPr>
          <p:spPr>
            <a:xfrm>
              <a:off x="5672554"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2" name="Cube 1361"/>
            <p:cNvSpPr/>
            <p:nvPr/>
          </p:nvSpPr>
          <p:spPr>
            <a:xfrm>
              <a:off x="5990732"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3" name="Cube 1362"/>
            <p:cNvSpPr/>
            <p:nvPr/>
          </p:nvSpPr>
          <p:spPr>
            <a:xfrm>
              <a:off x="6308911"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4" name="Cube 1363"/>
            <p:cNvSpPr/>
            <p:nvPr/>
          </p:nvSpPr>
          <p:spPr>
            <a:xfrm>
              <a:off x="6627089"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5" name="Cube 1364"/>
            <p:cNvSpPr/>
            <p:nvPr/>
          </p:nvSpPr>
          <p:spPr>
            <a:xfrm>
              <a:off x="6945267"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6" name="Cube 1365"/>
            <p:cNvSpPr/>
            <p:nvPr/>
          </p:nvSpPr>
          <p:spPr>
            <a:xfrm>
              <a:off x="7263446"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7" name="Cube 1366"/>
            <p:cNvSpPr/>
            <p:nvPr/>
          </p:nvSpPr>
          <p:spPr>
            <a:xfrm>
              <a:off x="7581624"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8" name="Cube 1367"/>
            <p:cNvSpPr/>
            <p:nvPr/>
          </p:nvSpPr>
          <p:spPr>
            <a:xfrm>
              <a:off x="7899802"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3" name="Cube 1352"/>
            <p:cNvSpPr/>
            <p:nvPr/>
          </p:nvSpPr>
          <p:spPr>
            <a:xfrm>
              <a:off x="5672554"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4" name="Cube 1353"/>
            <p:cNvSpPr/>
            <p:nvPr/>
          </p:nvSpPr>
          <p:spPr>
            <a:xfrm>
              <a:off x="5990732"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5" name="Cube 1354"/>
            <p:cNvSpPr/>
            <p:nvPr/>
          </p:nvSpPr>
          <p:spPr>
            <a:xfrm>
              <a:off x="6308911"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6" name="Cube 1355"/>
            <p:cNvSpPr/>
            <p:nvPr/>
          </p:nvSpPr>
          <p:spPr>
            <a:xfrm>
              <a:off x="6627089"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7" name="Cube 1356"/>
            <p:cNvSpPr/>
            <p:nvPr/>
          </p:nvSpPr>
          <p:spPr>
            <a:xfrm>
              <a:off x="6945267"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8" name="Cube 1357"/>
            <p:cNvSpPr/>
            <p:nvPr/>
          </p:nvSpPr>
          <p:spPr>
            <a:xfrm>
              <a:off x="7263446"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9" name="Cube 1358"/>
            <p:cNvSpPr/>
            <p:nvPr/>
          </p:nvSpPr>
          <p:spPr>
            <a:xfrm>
              <a:off x="7581624"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0" name="Cube 1359"/>
            <p:cNvSpPr/>
            <p:nvPr/>
          </p:nvSpPr>
          <p:spPr>
            <a:xfrm>
              <a:off x="7899802"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5" name="Cube 1344"/>
            <p:cNvSpPr/>
            <p:nvPr/>
          </p:nvSpPr>
          <p:spPr>
            <a:xfrm>
              <a:off x="5672554"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6" name="Cube 1345"/>
            <p:cNvSpPr/>
            <p:nvPr/>
          </p:nvSpPr>
          <p:spPr>
            <a:xfrm>
              <a:off x="5990732"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7" name="Cube 1346"/>
            <p:cNvSpPr/>
            <p:nvPr/>
          </p:nvSpPr>
          <p:spPr>
            <a:xfrm>
              <a:off x="6308911"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8" name="Cube 1347"/>
            <p:cNvSpPr/>
            <p:nvPr/>
          </p:nvSpPr>
          <p:spPr>
            <a:xfrm>
              <a:off x="6627089"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9" name="Cube 1348"/>
            <p:cNvSpPr/>
            <p:nvPr/>
          </p:nvSpPr>
          <p:spPr>
            <a:xfrm>
              <a:off x="6945267"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0" name="Cube 1349"/>
            <p:cNvSpPr/>
            <p:nvPr/>
          </p:nvSpPr>
          <p:spPr>
            <a:xfrm>
              <a:off x="7263446"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1" name="Cube 1350"/>
            <p:cNvSpPr/>
            <p:nvPr/>
          </p:nvSpPr>
          <p:spPr>
            <a:xfrm>
              <a:off x="7581624"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2" name="Cube 1351"/>
            <p:cNvSpPr/>
            <p:nvPr/>
          </p:nvSpPr>
          <p:spPr>
            <a:xfrm>
              <a:off x="7899802"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7" name="Cube 1336"/>
            <p:cNvSpPr/>
            <p:nvPr/>
          </p:nvSpPr>
          <p:spPr>
            <a:xfrm>
              <a:off x="5672554"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8" name="Cube 1337"/>
            <p:cNvSpPr/>
            <p:nvPr/>
          </p:nvSpPr>
          <p:spPr>
            <a:xfrm>
              <a:off x="5990732"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9" name="Cube 1338"/>
            <p:cNvSpPr/>
            <p:nvPr/>
          </p:nvSpPr>
          <p:spPr>
            <a:xfrm>
              <a:off x="6308911"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0" name="Cube 1339"/>
            <p:cNvSpPr/>
            <p:nvPr/>
          </p:nvSpPr>
          <p:spPr>
            <a:xfrm>
              <a:off x="6627089"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1" name="Cube 1340"/>
            <p:cNvSpPr/>
            <p:nvPr/>
          </p:nvSpPr>
          <p:spPr>
            <a:xfrm>
              <a:off x="6945267"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2" name="Cube 1341"/>
            <p:cNvSpPr/>
            <p:nvPr/>
          </p:nvSpPr>
          <p:spPr>
            <a:xfrm>
              <a:off x="7263446"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3" name="Cube 1342"/>
            <p:cNvSpPr/>
            <p:nvPr/>
          </p:nvSpPr>
          <p:spPr>
            <a:xfrm>
              <a:off x="7581624"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4" name="Cube 1343"/>
            <p:cNvSpPr/>
            <p:nvPr/>
          </p:nvSpPr>
          <p:spPr>
            <a:xfrm>
              <a:off x="7899802"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1" name="Cube 1320"/>
            <p:cNvSpPr/>
            <p:nvPr/>
          </p:nvSpPr>
          <p:spPr>
            <a:xfrm>
              <a:off x="5538288"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2" name="Cube 1321"/>
            <p:cNvSpPr/>
            <p:nvPr/>
          </p:nvSpPr>
          <p:spPr>
            <a:xfrm>
              <a:off x="5856466"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3" name="Cube 1322"/>
            <p:cNvSpPr/>
            <p:nvPr/>
          </p:nvSpPr>
          <p:spPr>
            <a:xfrm>
              <a:off x="6174645"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4" name="Cube 1323"/>
            <p:cNvSpPr/>
            <p:nvPr/>
          </p:nvSpPr>
          <p:spPr>
            <a:xfrm>
              <a:off x="6492823"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5" name="Cube 1324"/>
            <p:cNvSpPr/>
            <p:nvPr/>
          </p:nvSpPr>
          <p:spPr>
            <a:xfrm>
              <a:off x="6811001"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6" name="Cube 1325"/>
            <p:cNvSpPr/>
            <p:nvPr/>
          </p:nvSpPr>
          <p:spPr>
            <a:xfrm>
              <a:off x="7129180"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7" name="Cube 1326"/>
            <p:cNvSpPr/>
            <p:nvPr/>
          </p:nvSpPr>
          <p:spPr>
            <a:xfrm>
              <a:off x="7447358"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8" name="Cube 1327"/>
            <p:cNvSpPr/>
            <p:nvPr/>
          </p:nvSpPr>
          <p:spPr>
            <a:xfrm>
              <a:off x="7765536"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3" name="Cube 1312"/>
            <p:cNvSpPr/>
            <p:nvPr/>
          </p:nvSpPr>
          <p:spPr>
            <a:xfrm>
              <a:off x="5538288"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4" name="Cube 1313"/>
            <p:cNvSpPr/>
            <p:nvPr/>
          </p:nvSpPr>
          <p:spPr>
            <a:xfrm>
              <a:off x="5856466"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5" name="Cube 1314"/>
            <p:cNvSpPr/>
            <p:nvPr/>
          </p:nvSpPr>
          <p:spPr>
            <a:xfrm>
              <a:off x="6174645"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6" name="Cube 1315"/>
            <p:cNvSpPr/>
            <p:nvPr/>
          </p:nvSpPr>
          <p:spPr>
            <a:xfrm>
              <a:off x="6492823"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7" name="Cube 1316"/>
            <p:cNvSpPr/>
            <p:nvPr/>
          </p:nvSpPr>
          <p:spPr>
            <a:xfrm>
              <a:off x="6811001"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8" name="Cube 1317"/>
            <p:cNvSpPr/>
            <p:nvPr/>
          </p:nvSpPr>
          <p:spPr>
            <a:xfrm>
              <a:off x="7129180"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9" name="Cube 1318"/>
            <p:cNvSpPr/>
            <p:nvPr/>
          </p:nvSpPr>
          <p:spPr>
            <a:xfrm>
              <a:off x="7447358"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0" name="Cube 1319"/>
            <p:cNvSpPr/>
            <p:nvPr/>
          </p:nvSpPr>
          <p:spPr>
            <a:xfrm>
              <a:off x="7765536"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5" name="Cube 1304"/>
            <p:cNvSpPr/>
            <p:nvPr/>
          </p:nvSpPr>
          <p:spPr>
            <a:xfrm>
              <a:off x="5538288"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6" name="Cube 1305"/>
            <p:cNvSpPr/>
            <p:nvPr/>
          </p:nvSpPr>
          <p:spPr>
            <a:xfrm>
              <a:off x="5856466"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7" name="Cube 1306"/>
            <p:cNvSpPr/>
            <p:nvPr/>
          </p:nvSpPr>
          <p:spPr>
            <a:xfrm>
              <a:off x="6174645"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8" name="Cube 1307"/>
            <p:cNvSpPr/>
            <p:nvPr/>
          </p:nvSpPr>
          <p:spPr>
            <a:xfrm>
              <a:off x="6492823"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9" name="Cube 1308"/>
            <p:cNvSpPr/>
            <p:nvPr/>
          </p:nvSpPr>
          <p:spPr>
            <a:xfrm>
              <a:off x="6811001"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0" name="Cube 1309"/>
            <p:cNvSpPr/>
            <p:nvPr/>
          </p:nvSpPr>
          <p:spPr>
            <a:xfrm>
              <a:off x="7129180"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1" name="Cube 1310"/>
            <p:cNvSpPr/>
            <p:nvPr/>
          </p:nvSpPr>
          <p:spPr>
            <a:xfrm>
              <a:off x="7447358"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2" name="Cube 1311"/>
            <p:cNvSpPr/>
            <p:nvPr/>
          </p:nvSpPr>
          <p:spPr>
            <a:xfrm>
              <a:off x="7765536"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7" name="Cube 1296"/>
            <p:cNvSpPr/>
            <p:nvPr/>
          </p:nvSpPr>
          <p:spPr>
            <a:xfrm>
              <a:off x="5538288"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8" name="Cube 1297"/>
            <p:cNvSpPr/>
            <p:nvPr/>
          </p:nvSpPr>
          <p:spPr>
            <a:xfrm>
              <a:off x="5856466"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9" name="Cube 1298"/>
            <p:cNvSpPr/>
            <p:nvPr/>
          </p:nvSpPr>
          <p:spPr>
            <a:xfrm>
              <a:off x="6174645"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0" name="Cube 1299"/>
            <p:cNvSpPr/>
            <p:nvPr/>
          </p:nvSpPr>
          <p:spPr>
            <a:xfrm>
              <a:off x="6492823"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1" name="Cube 1300"/>
            <p:cNvSpPr/>
            <p:nvPr/>
          </p:nvSpPr>
          <p:spPr>
            <a:xfrm>
              <a:off x="6811001"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2" name="Cube 1301"/>
            <p:cNvSpPr/>
            <p:nvPr/>
          </p:nvSpPr>
          <p:spPr>
            <a:xfrm>
              <a:off x="7129180"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3" name="Cube 1302"/>
            <p:cNvSpPr/>
            <p:nvPr/>
          </p:nvSpPr>
          <p:spPr>
            <a:xfrm>
              <a:off x="7447358"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4" name="Cube 1303"/>
            <p:cNvSpPr/>
            <p:nvPr/>
          </p:nvSpPr>
          <p:spPr>
            <a:xfrm>
              <a:off x="7765536"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9" name="Cube 1288"/>
            <p:cNvSpPr/>
            <p:nvPr/>
          </p:nvSpPr>
          <p:spPr>
            <a:xfrm>
              <a:off x="5538288"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0" name="Cube 1289"/>
            <p:cNvSpPr/>
            <p:nvPr/>
          </p:nvSpPr>
          <p:spPr>
            <a:xfrm>
              <a:off x="5856466"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1" name="Cube 1290"/>
            <p:cNvSpPr/>
            <p:nvPr/>
          </p:nvSpPr>
          <p:spPr>
            <a:xfrm>
              <a:off x="6174645"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2" name="Cube 1291"/>
            <p:cNvSpPr/>
            <p:nvPr/>
          </p:nvSpPr>
          <p:spPr>
            <a:xfrm>
              <a:off x="6492823"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3" name="Cube 1292"/>
            <p:cNvSpPr/>
            <p:nvPr/>
          </p:nvSpPr>
          <p:spPr>
            <a:xfrm>
              <a:off x="6811001"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4" name="Cube 1293"/>
            <p:cNvSpPr/>
            <p:nvPr/>
          </p:nvSpPr>
          <p:spPr>
            <a:xfrm>
              <a:off x="7129180"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5" name="Cube 1294"/>
            <p:cNvSpPr/>
            <p:nvPr/>
          </p:nvSpPr>
          <p:spPr>
            <a:xfrm>
              <a:off x="7447358"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6" name="Cube 1295"/>
            <p:cNvSpPr/>
            <p:nvPr/>
          </p:nvSpPr>
          <p:spPr>
            <a:xfrm>
              <a:off x="7765536"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1" name="Cube 1280"/>
            <p:cNvSpPr/>
            <p:nvPr/>
          </p:nvSpPr>
          <p:spPr>
            <a:xfrm>
              <a:off x="5538288"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2" name="Cube 1281"/>
            <p:cNvSpPr/>
            <p:nvPr/>
          </p:nvSpPr>
          <p:spPr>
            <a:xfrm>
              <a:off x="5856466"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3" name="Cube 1282"/>
            <p:cNvSpPr/>
            <p:nvPr/>
          </p:nvSpPr>
          <p:spPr>
            <a:xfrm>
              <a:off x="6174645"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4" name="Cube 1283"/>
            <p:cNvSpPr/>
            <p:nvPr/>
          </p:nvSpPr>
          <p:spPr>
            <a:xfrm>
              <a:off x="6492823"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5" name="Cube 1284"/>
            <p:cNvSpPr/>
            <p:nvPr/>
          </p:nvSpPr>
          <p:spPr>
            <a:xfrm>
              <a:off x="6811001"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6" name="Cube 1285"/>
            <p:cNvSpPr/>
            <p:nvPr/>
          </p:nvSpPr>
          <p:spPr>
            <a:xfrm>
              <a:off x="7129180"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7" name="Cube 1286"/>
            <p:cNvSpPr/>
            <p:nvPr/>
          </p:nvSpPr>
          <p:spPr>
            <a:xfrm>
              <a:off x="7447358"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8" name="Cube 1287"/>
            <p:cNvSpPr/>
            <p:nvPr/>
          </p:nvSpPr>
          <p:spPr>
            <a:xfrm>
              <a:off x="7765536"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3" name="Cube 1272"/>
            <p:cNvSpPr/>
            <p:nvPr/>
          </p:nvSpPr>
          <p:spPr>
            <a:xfrm>
              <a:off x="5538288"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4" name="Cube 1273"/>
            <p:cNvSpPr/>
            <p:nvPr/>
          </p:nvSpPr>
          <p:spPr>
            <a:xfrm>
              <a:off x="5856466"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5" name="Cube 1274"/>
            <p:cNvSpPr/>
            <p:nvPr/>
          </p:nvSpPr>
          <p:spPr>
            <a:xfrm>
              <a:off x="6174645"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6" name="Cube 1275"/>
            <p:cNvSpPr/>
            <p:nvPr/>
          </p:nvSpPr>
          <p:spPr>
            <a:xfrm>
              <a:off x="6492823"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7" name="Cube 1276"/>
            <p:cNvSpPr/>
            <p:nvPr/>
          </p:nvSpPr>
          <p:spPr>
            <a:xfrm>
              <a:off x="6811001"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8" name="Cube 1277"/>
            <p:cNvSpPr/>
            <p:nvPr/>
          </p:nvSpPr>
          <p:spPr>
            <a:xfrm>
              <a:off x="7129180"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9" name="Cube 1278"/>
            <p:cNvSpPr/>
            <p:nvPr/>
          </p:nvSpPr>
          <p:spPr>
            <a:xfrm>
              <a:off x="7447358"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0" name="Cube 1279"/>
            <p:cNvSpPr/>
            <p:nvPr/>
          </p:nvSpPr>
          <p:spPr>
            <a:xfrm>
              <a:off x="7765536"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5" name="Cube 1264"/>
            <p:cNvSpPr/>
            <p:nvPr/>
          </p:nvSpPr>
          <p:spPr>
            <a:xfrm>
              <a:off x="5538288"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6" name="Cube 1265"/>
            <p:cNvSpPr/>
            <p:nvPr/>
          </p:nvSpPr>
          <p:spPr>
            <a:xfrm>
              <a:off x="5856466"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7" name="Cube 1266"/>
            <p:cNvSpPr/>
            <p:nvPr/>
          </p:nvSpPr>
          <p:spPr>
            <a:xfrm>
              <a:off x="6174645"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8" name="Cube 1267"/>
            <p:cNvSpPr/>
            <p:nvPr/>
          </p:nvSpPr>
          <p:spPr>
            <a:xfrm>
              <a:off x="6492823"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9" name="Cube 1268"/>
            <p:cNvSpPr/>
            <p:nvPr/>
          </p:nvSpPr>
          <p:spPr>
            <a:xfrm>
              <a:off x="6811001"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0" name="Cube 1269"/>
            <p:cNvSpPr/>
            <p:nvPr/>
          </p:nvSpPr>
          <p:spPr>
            <a:xfrm>
              <a:off x="7129180"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1" name="Cube 1270"/>
            <p:cNvSpPr/>
            <p:nvPr/>
          </p:nvSpPr>
          <p:spPr>
            <a:xfrm>
              <a:off x="7447358"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2" name="Cube 1271"/>
            <p:cNvSpPr/>
            <p:nvPr/>
          </p:nvSpPr>
          <p:spPr>
            <a:xfrm>
              <a:off x="7765536"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9" name="Cube 1248"/>
            <p:cNvSpPr/>
            <p:nvPr/>
          </p:nvSpPr>
          <p:spPr>
            <a:xfrm>
              <a:off x="5404022"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0" name="Cube 1249"/>
            <p:cNvSpPr/>
            <p:nvPr/>
          </p:nvSpPr>
          <p:spPr>
            <a:xfrm>
              <a:off x="5722200"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1" name="Cube 1250"/>
            <p:cNvSpPr/>
            <p:nvPr/>
          </p:nvSpPr>
          <p:spPr>
            <a:xfrm>
              <a:off x="6040379"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2" name="Cube 1251"/>
            <p:cNvSpPr/>
            <p:nvPr/>
          </p:nvSpPr>
          <p:spPr>
            <a:xfrm>
              <a:off x="6358557"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3" name="Cube 1252"/>
            <p:cNvSpPr/>
            <p:nvPr/>
          </p:nvSpPr>
          <p:spPr>
            <a:xfrm>
              <a:off x="6676735"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4" name="Cube 1253"/>
            <p:cNvSpPr/>
            <p:nvPr/>
          </p:nvSpPr>
          <p:spPr>
            <a:xfrm>
              <a:off x="6994914"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5" name="Cube 1254"/>
            <p:cNvSpPr/>
            <p:nvPr/>
          </p:nvSpPr>
          <p:spPr>
            <a:xfrm>
              <a:off x="7313092"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6" name="Cube 1255"/>
            <p:cNvSpPr/>
            <p:nvPr/>
          </p:nvSpPr>
          <p:spPr>
            <a:xfrm>
              <a:off x="7631270"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1" name="Cube 1240"/>
            <p:cNvSpPr/>
            <p:nvPr/>
          </p:nvSpPr>
          <p:spPr>
            <a:xfrm>
              <a:off x="5404022"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2" name="Cube 1241"/>
            <p:cNvSpPr/>
            <p:nvPr/>
          </p:nvSpPr>
          <p:spPr>
            <a:xfrm>
              <a:off x="5722200"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3" name="Cube 1242"/>
            <p:cNvSpPr/>
            <p:nvPr/>
          </p:nvSpPr>
          <p:spPr>
            <a:xfrm>
              <a:off x="6040379"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4" name="Cube 1243"/>
            <p:cNvSpPr/>
            <p:nvPr/>
          </p:nvSpPr>
          <p:spPr>
            <a:xfrm>
              <a:off x="6358557"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5" name="Cube 1244"/>
            <p:cNvSpPr/>
            <p:nvPr/>
          </p:nvSpPr>
          <p:spPr>
            <a:xfrm>
              <a:off x="6676735"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6" name="Cube 1245"/>
            <p:cNvSpPr/>
            <p:nvPr/>
          </p:nvSpPr>
          <p:spPr>
            <a:xfrm>
              <a:off x="6994914"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7" name="Cube 1246"/>
            <p:cNvSpPr/>
            <p:nvPr/>
          </p:nvSpPr>
          <p:spPr>
            <a:xfrm>
              <a:off x="7313092"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8" name="Cube 1247"/>
            <p:cNvSpPr/>
            <p:nvPr/>
          </p:nvSpPr>
          <p:spPr>
            <a:xfrm>
              <a:off x="7631270"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3" name="Cube 1232"/>
            <p:cNvSpPr/>
            <p:nvPr/>
          </p:nvSpPr>
          <p:spPr>
            <a:xfrm>
              <a:off x="5404022"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4" name="Cube 1233"/>
            <p:cNvSpPr/>
            <p:nvPr/>
          </p:nvSpPr>
          <p:spPr>
            <a:xfrm>
              <a:off x="5722200"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5" name="Cube 1234"/>
            <p:cNvSpPr/>
            <p:nvPr/>
          </p:nvSpPr>
          <p:spPr>
            <a:xfrm>
              <a:off x="6040379"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6" name="Cube 1235"/>
            <p:cNvSpPr/>
            <p:nvPr/>
          </p:nvSpPr>
          <p:spPr>
            <a:xfrm>
              <a:off x="6358557"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7" name="Cube 1236"/>
            <p:cNvSpPr/>
            <p:nvPr/>
          </p:nvSpPr>
          <p:spPr>
            <a:xfrm>
              <a:off x="6676735"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8" name="Cube 1237"/>
            <p:cNvSpPr/>
            <p:nvPr/>
          </p:nvSpPr>
          <p:spPr>
            <a:xfrm>
              <a:off x="6994914"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9" name="Cube 1238"/>
            <p:cNvSpPr/>
            <p:nvPr/>
          </p:nvSpPr>
          <p:spPr>
            <a:xfrm>
              <a:off x="7313092"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0" name="Cube 1239"/>
            <p:cNvSpPr/>
            <p:nvPr/>
          </p:nvSpPr>
          <p:spPr>
            <a:xfrm>
              <a:off x="7631270"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5" name="Cube 1224"/>
            <p:cNvSpPr/>
            <p:nvPr/>
          </p:nvSpPr>
          <p:spPr>
            <a:xfrm>
              <a:off x="5404022"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6" name="Cube 1225"/>
            <p:cNvSpPr/>
            <p:nvPr/>
          </p:nvSpPr>
          <p:spPr>
            <a:xfrm>
              <a:off x="5722200"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7" name="Cube 1226"/>
            <p:cNvSpPr/>
            <p:nvPr/>
          </p:nvSpPr>
          <p:spPr>
            <a:xfrm>
              <a:off x="6040379"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8" name="Cube 1227"/>
            <p:cNvSpPr/>
            <p:nvPr/>
          </p:nvSpPr>
          <p:spPr>
            <a:xfrm>
              <a:off x="6358557"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9" name="Cube 1228"/>
            <p:cNvSpPr/>
            <p:nvPr/>
          </p:nvSpPr>
          <p:spPr>
            <a:xfrm>
              <a:off x="6676735"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0" name="Cube 1229"/>
            <p:cNvSpPr/>
            <p:nvPr/>
          </p:nvSpPr>
          <p:spPr>
            <a:xfrm>
              <a:off x="6994914"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1" name="Cube 1230"/>
            <p:cNvSpPr/>
            <p:nvPr/>
          </p:nvSpPr>
          <p:spPr>
            <a:xfrm>
              <a:off x="7313092"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2" name="Cube 1231"/>
            <p:cNvSpPr/>
            <p:nvPr/>
          </p:nvSpPr>
          <p:spPr>
            <a:xfrm>
              <a:off x="7631270"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7" name="Cube 1216"/>
            <p:cNvSpPr/>
            <p:nvPr/>
          </p:nvSpPr>
          <p:spPr>
            <a:xfrm>
              <a:off x="5404022"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8" name="Cube 1217"/>
            <p:cNvSpPr/>
            <p:nvPr/>
          </p:nvSpPr>
          <p:spPr>
            <a:xfrm>
              <a:off x="5722200"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9" name="Cube 1218"/>
            <p:cNvSpPr/>
            <p:nvPr/>
          </p:nvSpPr>
          <p:spPr>
            <a:xfrm>
              <a:off x="6040379"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0" name="Cube 1219"/>
            <p:cNvSpPr/>
            <p:nvPr/>
          </p:nvSpPr>
          <p:spPr>
            <a:xfrm>
              <a:off x="6358557"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1" name="Cube 1220"/>
            <p:cNvSpPr/>
            <p:nvPr/>
          </p:nvSpPr>
          <p:spPr>
            <a:xfrm>
              <a:off x="6676735"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2" name="Cube 1221"/>
            <p:cNvSpPr/>
            <p:nvPr/>
          </p:nvSpPr>
          <p:spPr>
            <a:xfrm>
              <a:off x="6994914"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3" name="Cube 1222"/>
            <p:cNvSpPr/>
            <p:nvPr/>
          </p:nvSpPr>
          <p:spPr>
            <a:xfrm>
              <a:off x="7313092"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4" name="Cube 1223"/>
            <p:cNvSpPr/>
            <p:nvPr/>
          </p:nvSpPr>
          <p:spPr>
            <a:xfrm>
              <a:off x="7631270"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9" name="Cube 1208"/>
            <p:cNvSpPr/>
            <p:nvPr/>
          </p:nvSpPr>
          <p:spPr>
            <a:xfrm>
              <a:off x="5404022"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0" name="Cube 1209"/>
            <p:cNvSpPr/>
            <p:nvPr/>
          </p:nvSpPr>
          <p:spPr>
            <a:xfrm>
              <a:off x="5722200"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1" name="Cube 1210"/>
            <p:cNvSpPr/>
            <p:nvPr/>
          </p:nvSpPr>
          <p:spPr>
            <a:xfrm>
              <a:off x="6040379"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2" name="Cube 1211"/>
            <p:cNvSpPr/>
            <p:nvPr/>
          </p:nvSpPr>
          <p:spPr>
            <a:xfrm>
              <a:off x="6358557"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3" name="Cube 1212"/>
            <p:cNvSpPr/>
            <p:nvPr/>
          </p:nvSpPr>
          <p:spPr>
            <a:xfrm>
              <a:off x="6676735"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4" name="Cube 1213"/>
            <p:cNvSpPr/>
            <p:nvPr/>
          </p:nvSpPr>
          <p:spPr>
            <a:xfrm>
              <a:off x="6994914"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5" name="Cube 1214"/>
            <p:cNvSpPr/>
            <p:nvPr/>
          </p:nvSpPr>
          <p:spPr>
            <a:xfrm>
              <a:off x="7313092"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6" name="Cube 1215"/>
            <p:cNvSpPr/>
            <p:nvPr/>
          </p:nvSpPr>
          <p:spPr>
            <a:xfrm>
              <a:off x="7631270"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1" name="Cube 1200"/>
            <p:cNvSpPr/>
            <p:nvPr/>
          </p:nvSpPr>
          <p:spPr>
            <a:xfrm>
              <a:off x="5404022"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2" name="Cube 1201"/>
            <p:cNvSpPr/>
            <p:nvPr/>
          </p:nvSpPr>
          <p:spPr>
            <a:xfrm>
              <a:off x="5722200"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3" name="Cube 1202"/>
            <p:cNvSpPr/>
            <p:nvPr/>
          </p:nvSpPr>
          <p:spPr>
            <a:xfrm>
              <a:off x="6040379"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4" name="Cube 1203"/>
            <p:cNvSpPr/>
            <p:nvPr/>
          </p:nvSpPr>
          <p:spPr>
            <a:xfrm>
              <a:off x="6358557"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5" name="Cube 1204"/>
            <p:cNvSpPr/>
            <p:nvPr/>
          </p:nvSpPr>
          <p:spPr>
            <a:xfrm>
              <a:off x="6676735"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6" name="Cube 1205"/>
            <p:cNvSpPr/>
            <p:nvPr/>
          </p:nvSpPr>
          <p:spPr>
            <a:xfrm>
              <a:off x="6994914"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7" name="Cube 1206"/>
            <p:cNvSpPr/>
            <p:nvPr/>
          </p:nvSpPr>
          <p:spPr>
            <a:xfrm>
              <a:off x="7313092"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8" name="Cube 1207"/>
            <p:cNvSpPr/>
            <p:nvPr/>
          </p:nvSpPr>
          <p:spPr>
            <a:xfrm>
              <a:off x="7631270"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3" name="Cube 1192"/>
            <p:cNvSpPr/>
            <p:nvPr/>
          </p:nvSpPr>
          <p:spPr>
            <a:xfrm>
              <a:off x="5404022"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4" name="Cube 1193"/>
            <p:cNvSpPr/>
            <p:nvPr/>
          </p:nvSpPr>
          <p:spPr>
            <a:xfrm>
              <a:off x="5722200"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5" name="Cube 1194"/>
            <p:cNvSpPr/>
            <p:nvPr/>
          </p:nvSpPr>
          <p:spPr>
            <a:xfrm>
              <a:off x="6040379"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6" name="Cube 1195"/>
            <p:cNvSpPr/>
            <p:nvPr/>
          </p:nvSpPr>
          <p:spPr>
            <a:xfrm>
              <a:off x="6358557"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7" name="Cube 1196"/>
            <p:cNvSpPr/>
            <p:nvPr/>
          </p:nvSpPr>
          <p:spPr>
            <a:xfrm>
              <a:off x="6676735"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8" name="Cube 1197"/>
            <p:cNvSpPr/>
            <p:nvPr/>
          </p:nvSpPr>
          <p:spPr>
            <a:xfrm>
              <a:off x="6994914"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9" name="Cube 1198"/>
            <p:cNvSpPr/>
            <p:nvPr/>
          </p:nvSpPr>
          <p:spPr>
            <a:xfrm>
              <a:off x="7313092"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0" name="Cube 1199"/>
            <p:cNvSpPr/>
            <p:nvPr/>
          </p:nvSpPr>
          <p:spPr>
            <a:xfrm>
              <a:off x="7631270"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3" name="Group 2"/>
          <p:cNvGrpSpPr/>
          <p:nvPr/>
        </p:nvGrpSpPr>
        <p:grpSpPr>
          <a:xfrm>
            <a:off x="792609" y="2285499"/>
            <a:ext cx="1270832" cy="1279174"/>
            <a:chOff x="792609" y="2285499"/>
            <a:chExt cx="1270832" cy="1279174"/>
          </a:xfrm>
        </p:grpSpPr>
        <p:sp>
          <p:nvSpPr>
            <p:cNvPr id="1033" name="Cube 1032"/>
            <p:cNvSpPr/>
            <p:nvPr/>
          </p:nvSpPr>
          <p:spPr>
            <a:xfrm>
              <a:off x="1598205"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4" name="Cube 1033"/>
            <p:cNvSpPr/>
            <p:nvPr/>
          </p:nvSpPr>
          <p:spPr>
            <a:xfrm>
              <a:off x="1598205"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1" name="Cube 1100"/>
            <p:cNvSpPr/>
            <p:nvPr/>
          </p:nvSpPr>
          <p:spPr>
            <a:xfrm>
              <a:off x="1463939"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1463939"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1329673"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1329673"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4" name="Cube 1173"/>
            <p:cNvSpPr/>
            <p:nvPr/>
          </p:nvSpPr>
          <p:spPr>
            <a:xfrm>
              <a:off x="1647851"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5" name="Cube 1174"/>
            <p:cNvSpPr/>
            <p:nvPr/>
          </p:nvSpPr>
          <p:spPr>
            <a:xfrm>
              <a:off x="1329673"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6" name="Cube 1175"/>
            <p:cNvSpPr/>
            <p:nvPr/>
          </p:nvSpPr>
          <p:spPr>
            <a:xfrm>
              <a:off x="1647851"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7" name="Cube 1176"/>
            <p:cNvSpPr/>
            <p:nvPr/>
          </p:nvSpPr>
          <p:spPr>
            <a:xfrm>
              <a:off x="1195407"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9" name="Cube 1178"/>
            <p:cNvSpPr/>
            <p:nvPr/>
          </p:nvSpPr>
          <p:spPr>
            <a:xfrm>
              <a:off x="1195407"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0" name="Cube 1179"/>
            <p:cNvSpPr/>
            <p:nvPr/>
          </p:nvSpPr>
          <p:spPr>
            <a:xfrm>
              <a:off x="1513585"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1" name="Cube 1180"/>
            <p:cNvSpPr/>
            <p:nvPr/>
          </p:nvSpPr>
          <p:spPr>
            <a:xfrm>
              <a:off x="1195407"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2" name="Cube 1181"/>
            <p:cNvSpPr/>
            <p:nvPr/>
          </p:nvSpPr>
          <p:spPr>
            <a:xfrm>
              <a:off x="1513585"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6" name="Cube 1185"/>
            <p:cNvSpPr/>
            <p:nvPr/>
          </p:nvSpPr>
          <p:spPr>
            <a:xfrm>
              <a:off x="1061141"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7" name="Cube 1186"/>
            <p:cNvSpPr/>
            <p:nvPr/>
          </p:nvSpPr>
          <p:spPr>
            <a:xfrm>
              <a:off x="1379319"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8" name="Cube 1187"/>
            <p:cNvSpPr/>
            <p:nvPr/>
          </p:nvSpPr>
          <p:spPr>
            <a:xfrm>
              <a:off x="1697498"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9" name="Cube 1188"/>
            <p:cNvSpPr/>
            <p:nvPr/>
          </p:nvSpPr>
          <p:spPr>
            <a:xfrm>
              <a:off x="1061141"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0" name="Cube 1189"/>
            <p:cNvSpPr/>
            <p:nvPr/>
          </p:nvSpPr>
          <p:spPr>
            <a:xfrm>
              <a:off x="1379319"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1" name="Cube 1190"/>
            <p:cNvSpPr/>
            <p:nvPr/>
          </p:nvSpPr>
          <p:spPr>
            <a:xfrm>
              <a:off x="1697498"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2" name="Cube 1191"/>
            <p:cNvSpPr/>
            <p:nvPr/>
          </p:nvSpPr>
          <p:spPr>
            <a:xfrm>
              <a:off x="1061141"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7" name="Cube 1256"/>
            <p:cNvSpPr/>
            <p:nvPr/>
          </p:nvSpPr>
          <p:spPr>
            <a:xfrm>
              <a:off x="1379319"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8" name="Cube 1257"/>
            <p:cNvSpPr/>
            <p:nvPr/>
          </p:nvSpPr>
          <p:spPr>
            <a:xfrm>
              <a:off x="1697498"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9" name="Cube 1258"/>
            <p:cNvSpPr/>
            <p:nvPr/>
          </p:nvSpPr>
          <p:spPr>
            <a:xfrm>
              <a:off x="926875"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0" name="Cube 1259"/>
            <p:cNvSpPr/>
            <p:nvPr/>
          </p:nvSpPr>
          <p:spPr>
            <a:xfrm>
              <a:off x="1245053"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1" name="Cube 1260"/>
            <p:cNvSpPr/>
            <p:nvPr/>
          </p:nvSpPr>
          <p:spPr>
            <a:xfrm>
              <a:off x="1563232"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2" name="Cube 1261"/>
            <p:cNvSpPr/>
            <p:nvPr/>
          </p:nvSpPr>
          <p:spPr>
            <a:xfrm>
              <a:off x="926875"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3" name="Cube 1262"/>
            <p:cNvSpPr/>
            <p:nvPr/>
          </p:nvSpPr>
          <p:spPr>
            <a:xfrm>
              <a:off x="1245053"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4" name="Cube 1263"/>
            <p:cNvSpPr/>
            <p:nvPr/>
          </p:nvSpPr>
          <p:spPr>
            <a:xfrm>
              <a:off x="1549502" y="275082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9" name="Cube 1328"/>
            <p:cNvSpPr/>
            <p:nvPr/>
          </p:nvSpPr>
          <p:spPr>
            <a:xfrm>
              <a:off x="926875"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0" name="Cube 1329"/>
            <p:cNvSpPr/>
            <p:nvPr/>
          </p:nvSpPr>
          <p:spPr>
            <a:xfrm>
              <a:off x="1245053"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1" name="Cube 1330"/>
            <p:cNvSpPr/>
            <p:nvPr/>
          </p:nvSpPr>
          <p:spPr>
            <a:xfrm>
              <a:off x="1563232"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2" name="Cube 1331"/>
            <p:cNvSpPr/>
            <p:nvPr/>
          </p:nvSpPr>
          <p:spPr>
            <a:xfrm>
              <a:off x="792609"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3" name="Cube 1332"/>
            <p:cNvSpPr/>
            <p:nvPr/>
          </p:nvSpPr>
          <p:spPr>
            <a:xfrm>
              <a:off x="1110787"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4" name="Cube 1333"/>
            <p:cNvSpPr/>
            <p:nvPr/>
          </p:nvSpPr>
          <p:spPr>
            <a:xfrm>
              <a:off x="1428966"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6" name="Cube 1335"/>
            <p:cNvSpPr/>
            <p:nvPr/>
          </p:nvSpPr>
          <p:spPr>
            <a:xfrm>
              <a:off x="792609"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1" name="Cube 1400"/>
            <p:cNvSpPr/>
            <p:nvPr/>
          </p:nvSpPr>
          <p:spPr>
            <a:xfrm>
              <a:off x="1110787"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2" name="Cube 1401"/>
            <p:cNvSpPr/>
            <p:nvPr/>
          </p:nvSpPr>
          <p:spPr>
            <a:xfrm>
              <a:off x="1428966" y="286107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4" name="Cube 1403"/>
            <p:cNvSpPr/>
            <p:nvPr/>
          </p:nvSpPr>
          <p:spPr>
            <a:xfrm>
              <a:off x="792609"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5" name="Cube 1404"/>
            <p:cNvSpPr/>
            <p:nvPr/>
          </p:nvSpPr>
          <p:spPr>
            <a:xfrm>
              <a:off x="1110787"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6" name="Cube 1405"/>
            <p:cNvSpPr/>
            <p:nvPr/>
          </p:nvSpPr>
          <p:spPr>
            <a:xfrm>
              <a:off x="1428966" y="252342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557" name="TextBox 556"/>
          <p:cNvSpPr txBox="1"/>
          <p:nvPr/>
        </p:nvSpPr>
        <p:spPr>
          <a:xfrm>
            <a:off x="5501368" y="5281851"/>
            <a:ext cx="1066800" cy="369332"/>
          </a:xfrm>
          <a:prstGeom prst="rect">
            <a:avLst/>
          </a:prstGeom>
          <a:noFill/>
        </p:spPr>
        <p:txBody>
          <a:bodyPr wrap="square" rtlCol="0">
            <a:spAutoFit/>
          </a:bodyPr>
          <a:lstStyle/>
          <a:p>
            <a:pPr algn="ctr"/>
            <a:r>
              <a:rPr lang="en-US" dirty="0"/>
              <a:t>output</a:t>
            </a:r>
          </a:p>
        </p:txBody>
      </p:sp>
      <p:sp>
        <p:nvSpPr>
          <p:cNvPr id="558" name="TextBox 557"/>
          <p:cNvSpPr txBox="1"/>
          <p:nvPr/>
        </p:nvSpPr>
        <p:spPr>
          <a:xfrm>
            <a:off x="510864" y="3583906"/>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spTree>
    <p:extLst>
      <p:ext uri="{BB962C8B-B14F-4D97-AF65-F5344CB8AC3E}">
        <p14:creationId xmlns:p14="http://schemas.microsoft.com/office/powerpoint/2010/main" val="1864589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0"/>
          </p:nvPr>
        </p:nvSpPr>
        <p:spPr/>
        <p:txBody>
          <a:bodyPr/>
          <a:lstStyle/>
          <a:p>
            <a:r>
              <a:rPr lang="en-US" dirty="0"/>
              <a:t>Stencil with Shared Memory Tiling Code</a:t>
            </a:r>
          </a:p>
        </p:txBody>
      </p:sp>
      <p:sp>
        <p:nvSpPr>
          <p:cNvPr id="3" name="Rectangle 2"/>
          <p:cNvSpPr/>
          <p:nvPr/>
        </p:nvSpPr>
        <p:spPr>
          <a:xfrm>
            <a:off x="255037" y="915026"/>
            <a:ext cx="8633926" cy="5170646"/>
          </a:xfrm>
          <a:prstGeom prst="rect">
            <a:avLst/>
          </a:prstGeom>
        </p:spPr>
        <p:txBody>
          <a:bodyPr wrap="square">
            <a:spAutoFit/>
          </a:bodyPr>
          <a:lstStyle/>
          <a:p>
            <a:r>
              <a:rPr lang="en-US" sz="1100" dirty="0">
                <a:solidFill>
                  <a:srgbClr val="BF00BF"/>
                </a:solidFill>
                <a:latin typeface="Lucida Console" panose="020B0609040504020204" pitchFamily="49" charset="0"/>
              </a:rPr>
              <a:t>#define BLOCK_DIM </a:t>
            </a:r>
            <a:r>
              <a:rPr lang="en-US" sz="1100" dirty="0">
                <a:solidFill>
                  <a:srgbClr val="BF0000"/>
                </a:solidFill>
                <a:latin typeface="Lucida Console" panose="020B0609040504020204" pitchFamily="49" charset="0"/>
              </a:rPr>
              <a:t>8</a:t>
            </a:r>
          </a:p>
          <a:p>
            <a:r>
              <a:rPr lang="en-US" sz="1100" dirty="0">
                <a:solidFill>
                  <a:srgbClr val="BF00BF"/>
                </a:solidFill>
                <a:latin typeface="Lucida Console" panose="020B0609040504020204" pitchFamily="49" charset="0"/>
              </a:rPr>
              <a:t>#define IN_TILE_DIM BLOCK_DIM</a:t>
            </a:r>
          </a:p>
          <a:p>
            <a:r>
              <a:rPr lang="en-US" sz="1100" dirty="0">
                <a:solidFill>
                  <a:srgbClr val="BF00BF"/>
                </a:solidFill>
                <a:latin typeface="Lucida Console" panose="020B0609040504020204" pitchFamily="49" charset="0"/>
              </a:rPr>
              <a:t>#define OUT_TILE_DIM (IN_TILE_DIM - </a:t>
            </a:r>
            <a:r>
              <a:rPr lang="en-US" sz="1100" dirty="0">
                <a:solidFill>
                  <a:srgbClr val="BF0000"/>
                </a:solidFill>
                <a:latin typeface="Lucida Console" panose="020B0609040504020204" pitchFamily="49" charset="0"/>
              </a:rPr>
              <a:t>2</a:t>
            </a:r>
            <a:r>
              <a:rPr lang="en-US" sz="1100" dirty="0">
                <a:solidFill>
                  <a:srgbClr val="BF00BF"/>
                </a:solidFill>
                <a:latin typeface="Lucida Console" panose="020B0609040504020204" pitchFamily="49" charset="0"/>
              </a:rPr>
              <a:t>)</a:t>
            </a:r>
          </a:p>
          <a:p>
            <a:endParaRPr lang="en-US" sz="1100" dirty="0">
              <a:solidFill>
                <a:srgbClr val="BF00BF"/>
              </a:solidFill>
              <a:latin typeface="Lucida Console" panose="020B0609040504020204" pitchFamily="49" charset="0"/>
            </a:endParaRPr>
          </a:p>
          <a:p>
            <a:r>
              <a:rPr lang="en-US" sz="1100" dirty="0">
                <a:solidFill>
                  <a:srgbClr val="00BF00"/>
                </a:solidFill>
                <a:latin typeface="Lucida Console" panose="020B0609040504020204" pitchFamily="49" charset="0"/>
              </a:rPr>
              <a:t>__global__</a:t>
            </a:r>
            <a:r>
              <a:rPr lang="en-US" sz="1100" dirty="0">
                <a:solidFill>
                  <a:prstClr val="black"/>
                </a:solidFill>
                <a:latin typeface="Lucida Console" panose="020B0609040504020204" pitchFamily="49" charset="0"/>
              </a:rPr>
              <a:t> </a:t>
            </a:r>
            <a:r>
              <a:rPr lang="en-US" sz="1100" dirty="0">
                <a:solidFill>
                  <a:srgbClr val="00BF00"/>
                </a:solidFill>
                <a:latin typeface="Lucida Console" panose="020B0609040504020204" pitchFamily="49" charset="0"/>
              </a:rPr>
              <a:t>void</a:t>
            </a:r>
            <a:r>
              <a:rPr lang="en-US" sz="1100" dirty="0">
                <a:solidFill>
                  <a:prstClr val="black"/>
                </a:solidFill>
                <a:latin typeface="Lucida Console" panose="020B0609040504020204" pitchFamily="49" charset="0"/>
              </a:rPr>
              <a:t> </a:t>
            </a:r>
            <a:r>
              <a:rPr lang="en-US" sz="1100" dirty="0" err="1">
                <a:solidFill>
                  <a:prstClr val="black"/>
                </a:solidFill>
                <a:latin typeface="Lucida Console" panose="020B0609040504020204" pitchFamily="49" charset="0"/>
              </a:rPr>
              <a:t>stencil_kernel</a:t>
            </a:r>
            <a:r>
              <a:rPr lang="en-US" sz="1100" dirty="0">
                <a:solidFill>
                  <a:prstClr val="black"/>
                </a:solidFill>
                <a:latin typeface="Lucida Console" panose="020B0609040504020204" pitchFamily="49" charset="0"/>
              </a:rPr>
              <a:t>(</a:t>
            </a:r>
            <a:r>
              <a:rPr lang="en-US" sz="1100" dirty="0">
                <a:solidFill>
                  <a:srgbClr val="00BF00"/>
                </a:solidFill>
                <a:latin typeface="Lucida Console" panose="020B0609040504020204" pitchFamily="49" charset="0"/>
              </a:rPr>
              <a:t>float</a:t>
            </a:r>
            <a:r>
              <a:rPr lang="en-US" sz="1100" dirty="0">
                <a:solidFill>
                  <a:prstClr val="black"/>
                </a:solidFill>
                <a:latin typeface="Lucida Console" panose="020B0609040504020204" pitchFamily="49" charset="0"/>
              </a:rPr>
              <a:t>* in, </a:t>
            </a:r>
            <a:r>
              <a:rPr lang="en-US" sz="1100" dirty="0">
                <a:solidFill>
                  <a:srgbClr val="00BF00"/>
                </a:solidFill>
                <a:latin typeface="Lucida Console" panose="020B0609040504020204" pitchFamily="49" charset="0"/>
              </a:rPr>
              <a:t>float</a:t>
            </a:r>
            <a:r>
              <a:rPr lang="en-US" sz="1100" dirty="0">
                <a:solidFill>
                  <a:prstClr val="black"/>
                </a:solidFill>
                <a:latin typeface="Lucida Console" panose="020B0609040504020204" pitchFamily="49" charset="0"/>
              </a:rPr>
              <a:t>* out, </a:t>
            </a:r>
            <a:r>
              <a:rPr lang="en-US" sz="1100" dirty="0">
                <a:solidFill>
                  <a:srgbClr val="00BF00"/>
                </a:solidFill>
                <a:latin typeface="Lucida Console" panose="020B0609040504020204" pitchFamily="49" charset="0"/>
              </a:rPr>
              <a:t>unsigned</a:t>
            </a:r>
            <a:r>
              <a:rPr lang="en-US" sz="1100" dirty="0">
                <a:solidFill>
                  <a:prstClr val="black"/>
                </a:solidFill>
                <a:latin typeface="Lucida Console" panose="020B0609040504020204" pitchFamily="49" charset="0"/>
              </a:rPr>
              <a:t> </a:t>
            </a:r>
            <a:r>
              <a:rPr lang="en-US" sz="1100" dirty="0" err="1">
                <a:solidFill>
                  <a:srgbClr val="00BF00"/>
                </a:solidFill>
                <a:latin typeface="Lucida Console" panose="020B0609040504020204" pitchFamily="49" charset="0"/>
              </a:rPr>
              <a:t>int</a:t>
            </a:r>
            <a:r>
              <a:rPr lang="en-US" sz="1100" dirty="0">
                <a:solidFill>
                  <a:prstClr val="black"/>
                </a:solidFill>
                <a:latin typeface="Lucida Console" panose="020B0609040504020204" pitchFamily="49" charset="0"/>
              </a:rPr>
              <a:t> N) {</a:t>
            </a:r>
          </a:p>
          <a:p>
            <a:endParaRPr lang="en-US" sz="1100" dirty="0">
              <a:solidFill>
                <a:prstClr val="black"/>
              </a:solidFill>
              <a:latin typeface="Lucida Console" panose="020B0609040504020204" pitchFamily="49" charset="0"/>
            </a:endParaRPr>
          </a:p>
          <a:p>
            <a:r>
              <a:rPr lang="en-US" sz="1100" dirty="0">
                <a:solidFill>
                  <a:prstClr val="black"/>
                </a:solidFill>
                <a:latin typeface="Lucida Console" panose="020B0609040504020204" pitchFamily="49" charset="0"/>
              </a:rPr>
              <a:t>    </a:t>
            </a:r>
            <a:r>
              <a:rPr lang="en-US" sz="1100" dirty="0" err="1">
                <a:solidFill>
                  <a:srgbClr val="00BF00"/>
                </a:solidFill>
                <a:latin typeface="Lucida Console" panose="020B0609040504020204" pitchFamily="49" charset="0"/>
              </a:rPr>
              <a:t>int</a:t>
            </a:r>
            <a:r>
              <a:rPr lang="en-US" sz="1100" dirty="0">
                <a:solidFill>
                  <a:prstClr val="black"/>
                </a:solidFill>
                <a:latin typeface="Lucida Console" panose="020B0609040504020204" pitchFamily="49" charset="0"/>
              </a:rPr>
              <a:t> </a:t>
            </a:r>
            <a:r>
              <a:rPr lang="en-US" sz="1100" dirty="0" err="1">
                <a:solidFill>
                  <a:prstClr val="black"/>
                </a:solidFill>
                <a:latin typeface="Lucida Console" panose="020B0609040504020204" pitchFamily="49" charset="0"/>
              </a:rPr>
              <a:t>i</a:t>
            </a:r>
            <a:r>
              <a:rPr lang="en-US" sz="1100" dirty="0">
                <a:solidFill>
                  <a:prstClr val="black"/>
                </a:solidFill>
                <a:latin typeface="Lucida Console" panose="020B0609040504020204" pitchFamily="49" charset="0"/>
              </a:rPr>
              <a:t> = </a:t>
            </a:r>
            <a:r>
              <a:rPr lang="en-US" sz="1100" dirty="0" err="1">
                <a:solidFill>
                  <a:srgbClr val="00BFBF"/>
                </a:solidFill>
                <a:latin typeface="Lucida Console" panose="020B0609040504020204" pitchFamily="49" charset="0"/>
              </a:rPr>
              <a:t>blockIdx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*OUT_TILE_DIM + </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a:t>
            </a:r>
          </a:p>
          <a:p>
            <a:r>
              <a:rPr lang="en-US" sz="1100" dirty="0">
                <a:solidFill>
                  <a:prstClr val="black"/>
                </a:solidFill>
                <a:latin typeface="Lucida Console" panose="020B0609040504020204" pitchFamily="49" charset="0"/>
              </a:rPr>
              <a:t>    </a:t>
            </a:r>
            <a:r>
              <a:rPr lang="en-US" sz="1100" dirty="0" err="1">
                <a:solidFill>
                  <a:srgbClr val="00BF00"/>
                </a:solidFill>
                <a:latin typeface="Lucida Console" panose="020B0609040504020204" pitchFamily="49" charset="0"/>
              </a:rPr>
              <a:t>int</a:t>
            </a:r>
            <a:r>
              <a:rPr lang="en-US" sz="1100" dirty="0">
                <a:solidFill>
                  <a:prstClr val="black"/>
                </a:solidFill>
                <a:latin typeface="Lucida Console" panose="020B0609040504020204" pitchFamily="49" charset="0"/>
              </a:rPr>
              <a:t> j = </a:t>
            </a:r>
            <a:r>
              <a:rPr lang="en-US" sz="1100" dirty="0" err="1">
                <a:solidFill>
                  <a:srgbClr val="00BFBF"/>
                </a:solidFill>
                <a:latin typeface="Lucida Console" panose="020B0609040504020204" pitchFamily="49" charset="0"/>
              </a:rPr>
              <a:t>blockIdx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*OUT_TILE_DIM + </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a:t>
            </a:r>
          </a:p>
          <a:p>
            <a:r>
              <a:rPr lang="en-US" sz="1100" dirty="0">
                <a:solidFill>
                  <a:prstClr val="black"/>
                </a:solidFill>
                <a:latin typeface="Lucida Console" panose="020B0609040504020204" pitchFamily="49" charset="0"/>
              </a:rPr>
              <a:t>    </a:t>
            </a:r>
            <a:r>
              <a:rPr lang="en-US" sz="1100" dirty="0" err="1">
                <a:solidFill>
                  <a:srgbClr val="00BF00"/>
                </a:solidFill>
                <a:latin typeface="Lucida Console" panose="020B0609040504020204" pitchFamily="49" charset="0"/>
              </a:rPr>
              <a:t>int</a:t>
            </a:r>
            <a:r>
              <a:rPr lang="en-US" sz="1100" dirty="0">
                <a:solidFill>
                  <a:prstClr val="black"/>
                </a:solidFill>
                <a:latin typeface="Lucida Console" panose="020B0609040504020204" pitchFamily="49" charset="0"/>
              </a:rPr>
              <a:t> k = </a:t>
            </a:r>
            <a:r>
              <a:rPr lang="en-US" sz="1100" dirty="0" err="1">
                <a:solidFill>
                  <a:srgbClr val="00BFBF"/>
                </a:solidFill>
                <a:latin typeface="Lucida Console" panose="020B0609040504020204" pitchFamily="49" charset="0"/>
              </a:rPr>
              <a:t>blockIdx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*OUT_TILE_DIM + </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a:t>
            </a:r>
          </a:p>
          <a:p>
            <a:endParaRPr lang="en-US" sz="1100" dirty="0">
              <a:solidFill>
                <a:prstClr val="black"/>
              </a:solidFill>
              <a:latin typeface="Lucida Console" panose="020B0609040504020204" pitchFamily="49" charset="0"/>
            </a:endParaRPr>
          </a:p>
          <a:p>
            <a:r>
              <a:rPr lang="en-US" sz="1100" dirty="0">
                <a:solidFill>
                  <a:prstClr val="black"/>
                </a:solidFill>
                <a:latin typeface="Lucida Console" panose="020B0609040504020204" pitchFamily="49" charset="0"/>
              </a:rPr>
              <a:t>    </a:t>
            </a:r>
            <a:r>
              <a:rPr lang="en-US" sz="1100" dirty="0">
                <a:solidFill>
                  <a:srgbClr val="00BF00"/>
                </a:solidFill>
                <a:latin typeface="Lucida Console" panose="020B0609040504020204" pitchFamily="49" charset="0"/>
              </a:rPr>
              <a:t>__shared__</a:t>
            </a:r>
            <a:r>
              <a:rPr lang="en-US" sz="1100" dirty="0">
                <a:solidFill>
                  <a:prstClr val="black"/>
                </a:solidFill>
                <a:latin typeface="Lucida Console" panose="020B0609040504020204" pitchFamily="49" charset="0"/>
              </a:rPr>
              <a:t> </a:t>
            </a:r>
            <a:r>
              <a:rPr lang="en-US" sz="1100" dirty="0">
                <a:solidFill>
                  <a:srgbClr val="00BF00"/>
                </a:solidFill>
                <a:latin typeface="Lucida Console" panose="020B0609040504020204" pitchFamily="49" charset="0"/>
              </a:rPr>
              <a:t>float</a:t>
            </a:r>
            <a:r>
              <a:rPr lang="en-US" sz="1100" dirty="0">
                <a:solidFill>
                  <a:prstClr val="black"/>
                </a:solidFill>
                <a:latin typeface="Lucida Console" panose="020B0609040504020204" pitchFamily="49" charset="0"/>
              </a:rPr>
              <a:t> </a:t>
            </a:r>
            <a:r>
              <a:rPr lang="en-US" sz="1100" dirty="0" err="1">
                <a:solidFill>
                  <a:prstClr val="black"/>
                </a:solidFill>
                <a:latin typeface="Lucida Console" panose="020B0609040504020204" pitchFamily="49" charset="0"/>
              </a:rPr>
              <a:t>in_s</a:t>
            </a:r>
            <a:r>
              <a:rPr lang="en-US" sz="1100" dirty="0">
                <a:solidFill>
                  <a:prstClr val="black"/>
                </a:solidFill>
                <a:latin typeface="Lucida Console" panose="020B0609040504020204" pitchFamily="49" charset="0"/>
              </a:rPr>
              <a:t>[IN_TILE_DIM][IN_TILE_DIM][IN_TILE_DIM];</a:t>
            </a:r>
          </a:p>
          <a:p>
            <a:r>
              <a:rPr lang="pt-BR" sz="1100" dirty="0">
                <a:solidFill>
                  <a:prstClr val="black"/>
                </a:solidFill>
                <a:latin typeface="Lucida Console" panose="020B0609040504020204" pitchFamily="49" charset="0"/>
              </a:rPr>
              <a:t>    </a:t>
            </a:r>
            <a:r>
              <a:rPr lang="pt-BR" sz="1100" dirty="0">
                <a:solidFill>
                  <a:srgbClr val="BFBF00"/>
                </a:solidFill>
                <a:latin typeface="Lucida Console" panose="020B0609040504020204" pitchFamily="49" charset="0"/>
              </a:rPr>
              <a:t>if</a:t>
            </a:r>
            <a:r>
              <a:rPr lang="pt-BR" sz="1100" dirty="0">
                <a:solidFill>
                  <a:prstClr val="black"/>
                </a:solidFill>
                <a:latin typeface="Lucida Console" panose="020B0609040504020204" pitchFamily="49" charset="0"/>
              </a:rPr>
              <a:t>(i &gt;= </a:t>
            </a:r>
            <a:r>
              <a:rPr lang="pt-BR" sz="1100" dirty="0">
                <a:solidFill>
                  <a:srgbClr val="BF0000"/>
                </a:solidFill>
                <a:latin typeface="Lucida Console" panose="020B0609040504020204" pitchFamily="49" charset="0"/>
              </a:rPr>
              <a:t>0</a:t>
            </a:r>
            <a:r>
              <a:rPr lang="pt-BR" sz="1100" dirty="0">
                <a:solidFill>
                  <a:prstClr val="black"/>
                </a:solidFill>
                <a:latin typeface="Lucida Console" panose="020B0609040504020204" pitchFamily="49" charset="0"/>
              </a:rPr>
              <a:t> &amp;&amp; i &lt; N &amp;&amp; j &gt;= </a:t>
            </a:r>
            <a:r>
              <a:rPr lang="pt-BR" sz="1100" dirty="0">
                <a:solidFill>
                  <a:srgbClr val="BF0000"/>
                </a:solidFill>
                <a:latin typeface="Lucida Console" panose="020B0609040504020204" pitchFamily="49" charset="0"/>
              </a:rPr>
              <a:t>0</a:t>
            </a:r>
            <a:r>
              <a:rPr lang="pt-BR" sz="1100" dirty="0">
                <a:solidFill>
                  <a:prstClr val="black"/>
                </a:solidFill>
                <a:latin typeface="Lucida Console" panose="020B0609040504020204" pitchFamily="49" charset="0"/>
              </a:rPr>
              <a:t> &amp;&amp; j &lt; N &amp;&amp; k &gt;= </a:t>
            </a:r>
            <a:r>
              <a:rPr lang="pt-BR" sz="1100" dirty="0">
                <a:solidFill>
                  <a:srgbClr val="BF0000"/>
                </a:solidFill>
                <a:latin typeface="Lucida Console" panose="020B0609040504020204" pitchFamily="49" charset="0"/>
              </a:rPr>
              <a:t>0</a:t>
            </a:r>
            <a:r>
              <a:rPr lang="pt-BR" sz="1100" dirty="0">
                <a:solidFill>
                  <a:prstClr val="black"/>
                </a:solidFill>
                <a:latin typeface="Lucida Console" panose="020B0609040504020204" pitchFamily="49" charset="0"/>
              </a:rPr>
              <a:t> &amp;&amp; k &lt; N) {</a:t>
            </a:r>
          </a:p>
          <a:p>
            <a:r>
              <a:rPr lang="en-US" sz="1100" dirty="0">
                <a:solidFill>
                  <a:prstClr val="black"/>
                </a:solidFill>
                <a:latin typeface="Lucida Console" panose="020B0609040504020204" pitchFamily="49" charset="0"/>
              </a:rPr>
              <a:t>        </a:t>
            </a:r>
            <a:r>
              <a:rPr lang="en-US" sz="1100" dirty="0" err="1">
                <a:solidFill>
                  <a:prstClr val="black"/>
                </a:solidFill>
                <a:latin typeface="Lucida Console" panose="020B0609040504020204" pitchFamily="49" charset="0"/>
              </a:rPr>
              <a:t>in_s</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 = in[</a:t>
            </a:r>
            <a:r>
              <a:rPr lang="en-US" sz="1100" dirty="0" err="1">
                <a:solidFill>
                  <a:prstClr val="black"/>
                </a:solidFill>
                <a:latin typeface="Lucida Console" panose="020B0609040504020204" pitchFamily="49" charset="0"/>
              </a:rPr>
              <a:t>i</a:t>
            </a:r>
            <a:r>
              <a:rPr lang="en-US" sz="1100" dirty="0">
                <a:solidFill>
                  <a:prstClr val="black"/>
                </a:solidFill>
                <a:latin typeface="Lucida Console" panose="020B0609040504020204" pitchFamily="49" charset="0"/>
              </a:rPr>
              <a:t>*N*N + j*N + k];</a:t>
            </a:r>
          </a:p>
          <a:p>
            <a:r>
              <a:rPr lang="en-US" sz="1100" dirty="0">
                <a:solidFill>
                  <a:prstClr val="black"/>
                </a:solidFill>
                <a:latin typeface="Lucida Console" panose="020B0609040504020204" pitchFamily="49" charset="0"/>
              </a:rPr>
              <a:t>    }</a:t>
            </a:r>
          </a:p>
          <a:p>
            <a:r>
              <a:rPr lang="en-US" sz="1100" dirty="0">
                <a:solidFill>
                  <a:prstClr val="black"/>
                </a:solidFill>
                <a:latin typeface="Lucida Console" panose="020B0609040504020204" pitchFamily="49" charset="0"/>
              </a:rPr>
              <a:t>    __</a:t>
            </a:r>
            <a:r>
              <a:rPr lang="en-US" sz="1100" dirty="0" err="1">
                <a:solidFill>
                  <a:prstClr val="black"/>
                </a:solidFill>
                <a:latin typeface="Lucida Console" panose="020B0609040504020204" pitchFamily="49" charset="0"/>
              </a:rPr>
              <a:t>syncthreads</a:t>
            </a:r>
            <a:r>
              <a:rPr lang="en-US" sz="1100" dirty="0">
                <a:solidFill>
                  <a:prstClr val="black"/>
                </a:solidFill>
                <a:latin typeface="Lucida Console" panose="020B0609040504020204" pitchFamily="49" charset="0"/>
              </a:rPr>
              <a:t>();</a:t>
            </a:r>
          </a:p>
          <a:p>
            <a:endParaRPr lang="en-US" sz="1100" dirty="0">
              <a:solidFill>
                <a:prstClr val="black"/>
              </a:solidFill>
              <a:latin typeface="Lucida Console" panose="020B0609040504020204" pitchFamily="49" charset="0"/>
            </a:endParaRPr>
          </a:p>
          <a:p>
            <a:r>
              <a:rPr lang="pt-BR" sz="1100" dirty="0">
                <a:solidFill>
                  <a:prstClr val="black"/>
                </a:solidFill>
                <a:latin typeface="Lucida Console" panose="020B0609040504020204" pitchFamily="49" charset="0"/>
              </a:rPr>
              <a:t>    </a:t>
            </a:r>
            <a:r>
              <a:rPr lang="pt-BR" sz="1100" dirty="0">
                <a:solidFill>
                  <a:srgbClr val="BFBF00"/>
                </a:solidFill>
                <a:latin typeface="Lucida Console" panose="020B0609040504020204" pitchFamily="49" charset="0"/>
              </a:rPr>
              <a:t>if</a:t>
            </a:r>
            <a:r>
              <a:rPr lang="pt-BR" sz="1100" dirty="0">
                <a:solidFill>
                  <a:prstClr val="black"/>
                </a:solidFill>
                <a:latin typeface="Lucida Console" panose="020B0609040504020204" pitchFamily="49" charset="0"/>
              </a:rPr>
              <a:t>(i &gt;= </a:t>
            </a:r>
            <a:r>
              <a:rPr lang="pt-BR" sz="1100" dirty="0">
                <a:solidFill>
                  <a:srgbClr val="BF0000"/>
                </a:solidFill>
                <a:latin typeface="Lucida Console" panose="020B0609040504020204" pitchFamily="49" charset="0"/>
              </a:rPr>
              <a:t>1</a:t>
            </a:r>
            <a:r>
              <a:rPr lang="pt-BR" sz="1100" dirty="0">
                <a:solidFill>
                  <a:prstClr val="black"/>
                </a:solidFill>
                <a:latin typeface="Lucida Console" panose="020B0609040504020204" pitchFamily="49" charset="0"/>
              </a:rPr>
              <a:t> &amp;&amp; i &lt; N - </a:t>
            </a:r>
            <a:r>
              <a:rPr lang="pt-BR" sz="1100" dirty="0">
                <a:solidFill>
                  <a:srgbClr val="BF0000"/>
                </a:solidFill>
                <a:latin typeface="Lucida Console" panose="020B0609040504020204" pitchFamily="49" charset="0"/>
              </a:rPr>
              <a:t>1</a:t>
            </a:r>
            <a:r>
              <a:rPr lang="pt-BR" sz="1100" dirty="0">
                <a:solidFill>
                  <a:prstClr val="black"/>
                </a:solidFill>
                <a:latin typeface="Lucida Console" panose="020B0609040504020204" pitchFamily="49" charset="0"/>
              </a:rPr>
              <a:t> &amp;&amp; j &gt;= </a:t>
            </a:r>
            <a:r>
              <a:rPr lang="pt-BR" sz="1100" dirty="0">
                <a:solidFill>
                  <a:srgbClr val="BF0000"/>
                </a:solidFill>
                <a:latin typeface="Lucida Console" panose="020B0609040504020204" pitchFamily="49" charset="0"/>
              </a:rPr>
              <a:t>1</a:t>
            </a:r>
            <a:r>
              <a:rPr lang="pt-BR" sz="1100" dirty="0">
                <a:solidFill>
                  <a:prstClr val="black"/>
                </a:solidFill>
                <a:latin typeface="Lucida Console" panose="020B0609040504020204" pitchFamily="49" charset="0"/>
              </a:rPr>
              <a:t> &amp;&amp; j &lt; N - </a:t>
            </a:r>
            <a:r>
              <a:rPr lang="pt-BR" sz="1100" dirty="0">
                <a:solidFill>
                  <a:srgbClr val="BF0000"/>
                </a:solidFill>
                <a:latin typeface="Lucida Console" panose="020B0609040504020204" pitchFamily="49" charset="0"/>
              </a:rPr>
              <a:t>1</a:t>
            </a:r>
            <a:r>
              <a:rPr lang="pt-BR" sz="1100" dirty="0">
                <a:solidFill>
                  <a:prstClr val="black"/>
                </a:solidFill>
                <a:latin typeface="Lucida Console" panose="020B0609040504020204" pitchFamily="49" charset="0"/>
              </a:rPr>
              <a:t> &amp;&amp; k &gt;= </a:t>
            </a:r>
            <a:r>
              <a:rPr lang="pt-BR" sz="1100" dirty="0">
                <a:solidFill>
                  <a:srgbClr val="BF0000"/>
                </a:solidFill>
                <a:latin typeface="Lucida Console" panose="020B0609040504020204" pitchFamily="49" charset="0"/>
              </a:rPr>
              <a:t>1</a:t>
            </a:r>
            <a:r>
              <a:rPr lang="pt-BR" sz="1100" dirty="0">
                <a:solidFill>
                  <a:prstClr val="black"/>
                </a:solidFill>
                <a:latin typeface="Lucida Console" panose="020B0609040504020204" pitchFamily="49" charset="0"/>
              </a:rPr>
              <a:t> &amp;&amp; k &lt; N - </a:t>
            </a:r>
            <a:r>
              <a:rPr lang="pt-BR" sz="1100" dirty="0">
                <a:solidFill>
                  <a:srgbClr val="BF0000"/>
                </a:solidFill>
                <a:latin typeface="Lucida Console" panose="020B0609040504020204" pitchFamily="49" charset="0"/>
              </a:rPr>
              <a:t>1</a:t>
            </a:r>
            <a:r>
              <a:rPr lang="pt-BR" sz="1100" dirty="0">
                <a:solidFill>
                  <a:prstClr val="black"/>
                </a:solidFill>
                <a:latin typeface="Lucida Console" panose="020B0609040504020204" pitchFamily="49" charset="0"/>
              </a:rPr>
              <a:t>) {</a:t>
            </a:r>
          </a:p>
          <a:p>
            <a:r>
              <a:rPr lang="en-US" sz="1100" dirty="0">
                <a:solidFill>
                  <a:prstClr val="black"/>
                </a:solidFill>
                <a:latin typeface="Lucida Console" panose="020B0609040504020204" pitchFamily="49" charset="0"/>
              </a:rPr>
              <a:t>         </a:t>
            </a:r>
            <a:r>
              <a:rPr lang="en-US" sz="1100" dirty="0">
                <a:solidFill>
                  <a:srgbClr val="BFBF00"/>
                </a:solidFill>
                <a:latin typeface="Lucida Console" panose="020B0609040504020204" pitchFamily="49" charset="0"/>
              </a:rPr>
              <a:t>if</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 &gt;=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 &amp;&amp; </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 &lt; IN_TILE_DIM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 &amp;&amp; </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 &gt;= </a:t>
            </a:r>
            <a:r>
              <a:rPr lang="en-US" sz="1100" dirty="0">
                <a:solidFill>
                  <a:srgbClr val="BF0000"/>
                </a:solidFill>
                <a:latin typeface="Lucida Console" panose="020B0609040504020204" pitchFamily="49" charset="0"/>
              </a:rPr>
              <a:t>1</a:t>
            </a:r>
            <a:endParaRPr lang="en-US" sz="1100" dirty="0">
              <a:solidFill>
                <a:prstClr val="black"/>
              </a:solidFill>
              <a:latin typeface="Lucida Console" panose="020B0609040504020204" pitchFamily="49" charset="0"/>
            </a:endParaRPr>
          </a:p>
          <a:p>
            <a:r>
              <a:rPr lang="en-US" sz="1100" dirty="0">
                <a:solidFill>
                  <a:prstClr val="black"/>
                </a:solidFill>
                <a:latin typeface="Lucida Console" panose="020B0609040504020204" pitchFamily="49" charset="0"/>
              </a:rPr>
              <a:t>            &amp;&amp; </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 &lt; IN_TILE_DIM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 &amp;&amp; </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 &gt;=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 &amp;&amp; </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 &lt; IN_TILE_DIM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 {</a:t>
            </a:r>
          </a:p>
          <a:p>
            <a:r>
              <a:rPr lang="en-US" sz="1100" dirty="0">
                <a:solidFill>
                  <a:prstClr val="black"/>
                </a:solidFill>
                <a:latin typeface="Lucida Console" panose="020B0609040504020204" pitchFamily="49" charset="0"/>
              </a:rPr>
              <a:t>            out[</a:t>
            </a:r>
            <a:r>
              <a:rPr lang="en-US" sz="1100" dirty="0" err="1">
                <a:solidFill>
                  <a:prstClr val="black"/>
                </a:solidFill>
                <a:latin typeface="Lucida Console" panose="020B0609040504020204" pitchFamily="49" charset="0"/>
              </a:rPr>
              <a:t>i</a:t>
            </a:r>
            <a:r>
              <a:rPr lang="en-US" sz="1100" dirty="0">
                <a:solidFill>
                  <a:prstClr val="black"/>
                </a:solidFill>
                <a:latin typeface="Lucida Console" panose="020B0609040504020204" pitchFamily="49" charset="0"/>
              </a:rPr>
              <a:t>*N*N + j*N + k] = C0*</a:t>
            </a:r>
            <a:r>
              <a:rPr lang="en-US" sz="1100" dirty="0" err="1">
                <a:solidFill>
                  <a:prstClr val="black"/>
                </a:solidFill>
                <a:latin typeface="Lucida Console" panose="020B0609040504020204" pitchFamily="49" charset="0"/>
              </a:rPr>
              <a:t>in_s</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a:t>
            </a:r>
          </a:p>
          <a:p>
            <a:r>
              <a:rPr lang="en-US" sz="1100" dirty="0">
                <a:solidFill>
                  <a:prstClr val="black"/>
                </a:solidFill>
                <a:latin typeface="Lucida Console" panose="020B0609040504020204" pitchFamily="49" charset="0"/>
              </a:rPr>
              <a:t>                                 + C1*</a:t>
            </a:r>
            <a:r>
              <a:rPr lang="en-US" sz="1100" dirty="0" err="1">
                <a:solidFill>
                  <a:prstClr val="black"/>
                </a:solidFill>
                <a:latin typeface="Lucida Console" panose="020B0609040504020204" pitchFamily="49" charset="0"/>
              </a:rPr>
              <a:t>in_s</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a:t>
            </a:r>
          </a:p>
          <a:p>
            <a:r>
              <a:rPr lang="en-US" sz="1100" dirty="0">
                <a:solidFill>
                  <a:prstClr val="black"/>
                </a:solidFill>
                <a:latin typeface="Lucida Console" panose="020B0609040504020204" pitchFamily="49" charset="0"/>
              </a:rPr>
              <a:t>                                 + C2*</a:t>
            </a:r>
            <a:r>
              <a:rPr lang="en-US" sz="1100" dirty="0" err="1">
                <a:solidFill>
                  <a:prstClr val="black"/>
                </a:solidFill>
                <a:latin typeface="Lucida Console" panose="020B0609040504020204" pitchFamily="49" charset="0"/>
              </a:rPr>
              <a:t>in_s</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a:t>
            </a:r>
          </a:p>
          <a:p>
            <a:r>
              <a:rPr lang="en-US" sz="1100" dirty="0">
                <a:solidFill>
                  <a:prstClr val="black"/>
                </a:solidFill>
                <a:latin typeface="Lucida Console" panose="020B0609040504020204" pitchFamily="49" charset="0"/>
              </a:rPr>
              <a:t>                                 + C3*</a:t>
            </a:r>
            <a:r>
              <a:rPr lang="en-US" sz="1100" dirty="0" err="1">
                <a:solidFill>
                  <a:prstClr val="black"/>
                </a:solidFill>
                <a:latin typeface="Lucida Console" panose="020B0609040504020204" pitchFamily="49" charset="0"/>
              </a:rPr>
              <a:t>in_s</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a:t>
            </a:r>
          </a:p>
          <a:p>
            <a:r>
              <a:rPr lang="en-US" sz="1100" dirty="0">
                <a:solidFill>
                  <a:prstClr val="black"/>
                </a:solidFill>
                <a:latin typeface="Lucida Console" panose="020B0609040504020204" pitchFamily="49" charset="0"/>
              </a:rPr>
              <a:t>                                 + C4*</a:t>
            </a:r>
            <a:r>
              <a:rPr lang="en-US" sz="1100" dirty="0" err="1">
                <a:solidFill>
                  <a:prstClr val="black"/>
                </a:solidFill>
                <a:latin typeface="Lucida Console" panose="020B0609040504020204" pitchFamily="49" charset="0"/>
              </a:rPr>
              <a:t>in_s</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a:t>
            </a:r>
          </a:p>
          <a:p>
            <a:r>
              <a:rPr lang="en-US" sz="1100" dirty="0">
                <a:solidFill>
                  <a:prstClr val="black"/>
                </a:solidFill>
                <a:latin typeface="Lucida Console" panose="020B0609040504020204" pitchFamily="49" charset="0"/>
              </a:rPr>
              <a:t>                                 + C5*</a:t>
            </a:r>
            <a:r>
              <a:rPr lang="en-US" sz="1100" dirty="0" err="1">
                <a:solidFill>
                  <a:prstClr val="black"/>
                </a:solidFill>
                <a:latin typeface="Lucida Console" panose="020B0609040504020204" pitchFamily="49" charset="0"/>
              </a:rPr>
              <a:t>in_s</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a:t>
            </a:r>
          </a:p>
          <a:p>
            <a:r>
              <a:rPr lang="en-US" sz="1100" dirty="0">
                <a:solidFill>
                  <a:prstClr val="black"/>
                </a:solidFill>
                <a:latin typeface="Lucida Console" panose="020B0609040504020204" pitchFamily="49" charset="0"/>
              </a:rPr>
              <a:t>                                 + C6*</a:t>
            </a:r>
            <a:r>
              <a:rPr lang="en-US" sz="1100" dirty="0" err="1">
                <a:solidFill>
                  <a:prstClr val="black"/>
                </a:solidFill>
                <a:latin typeface="Lucida Console" panose="020B0609040504020204" pitchFamily="49" charset="0"/>
              </a:rPr>
              <a:t>in_s</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.z</a:t>
            </a:r>
            <a:r>
              <a:rPr lang="en-US" sz="1100" dirty="0">
                <a:solidFill>
                  <a:prstClr val="black"/>
                </a:solidFill>
                <a:latin typeface="Lucida Console" panose="020B0609040504020204" pitchFamily="49" charset="0"/>
              </a:rPr>
              <a:t> + </a:t>
            </a:r>
            <a:r>
              <a:rPr lang="en-US" sz="1100" dirty="0">
                <a:solidFill>
                  <a:srgbClr val="BF0000"/>
                </a:solidFill>
                <a:latin typeface="Lucida Console" panose="020B0609040504020204" pitchFamily="49" charset="0"/>
              </a:rPr>
              <a:t>1</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.y</a:t>
            </a:r>
            <a:r>
              <a:rPr lang="en-US" sz="1100" dirty="0">
                <a:solidFill>
                  <a:prstClr val="black"/>
                </a:solidFill>
                <a:latin typeface="Lucida Console" panose="020B0609040504020204" pitchFamily="49" charset="0"/>
              </a:rPr>
              <a:t>][</a:t>
            </a:r>
            <a:r>
              <a:rPr lang="en-US" sz="1100" dirty="0" err="1">
                <a:solidFill>
                  <a:srgbClr val="00BFBF"/>
                </a:solidFill>
                <a:latin typeface="Lucida Console" panose="020B0609040504020204" pitchFamily="49" charset="0"/>
              </a:rPr>
              <a:t>threadIdx</a:t>
            </a:r>
            <a:r>
              <a:rPr lang="en-US" sz="1100" dirty="0" err="1">
                <a:solidFill>
                  <a:prstClr val="black"/>
                </a:solidFill>
                <a:latin typeface="Lucida Console" panose="020B0609040504020204" pitchFamily="49" charset="0"/>
              </a:rPr>
              <a:t>.x</a:t>
            </a:r>
            <a:r>
              <a:rPr lang="en-US" sz="1100" dirty="0">
                <a:solidFill>
                  <a:prstClr val="black"/>
                </a:solidFill>
                <a:latin typeface="Lucida Console" panose="020B0609040504020204" pitchFamily="49" charset="0"/>
              </a:rPr>
              <a:t>];</a:t>
            </a:r>
          </a:p>
          <a:p>
            <a:r>
              <a:rPr lang="en-US" sz="1100" dirty="0">
                <a:solidFill>
                  <a:prstClr val="black"/>
                </a:solidFill>
                <a:latin typeface="Lucida Console" panose="020B0609040504020204" pitchFamily="49" charset="0"/>
              </a:rPr>
              <a:t>        }</a:t>
            </a:r>
          </a:p>
          <a:p>
            <a:r>
              <a:rPr lang="en-US" sz="1100" dirty="0">
                <a:solidFill>
                  <a:prstClr val="black"/>
                </a:solidFill>
                <a:latin typeface="Lucida Console" panose="020B0609040504020204" pitchFamily="49" charset="0"/>
              </a:rPr>
              <a:t>    }</a:t>
            </a:r>
          </a:p>
          <a:p>
            <a:endParaRPr lang="en-US" sz="1100" dirty="0">
              <a:solidFill>
                <a:prstClr val="black"/>
              </a:solidFill>
              <a:latin typeface="Lucida Console" panose="020B0609040504020204" pitchFamily="49" charset="0"/>
            </a:endParaRPr>
          </a:p>
          <a:p>
            <a:r>
              <a:rPr lang="en-US" sz="1100" dirty="0">
                <a:solidFill>
                  <a:prstClr val="black"/>
                </a:solidFill>
                <a:latin typeface="Lucida Console" panose="020B0609040504020204" pitchFamily="49" charset="0"/>
              </a:rPr>
              <a:t>}</a:t>
            </a:r>
          </a:p>
        </p:txBody>
      </p:sp>
    </p:spTree>
    <p:extLst>
      <p:ext uri="{BB962C8B-B14F-4D97-AF65-F5344CB8AC3E}">
        <p14:creationId xmlns:p14="http://schemas.microsoft.com/office/powerpoint/2010/main" val="1501952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Arithmetic to Global Memory Access Ratio</a:t>
            </a:r>
          </a:p>
        </p:txBody>
      </p:sp>
      <p:sp>
        <p:nvSpPr>
          <p:cNvPr id="4" name="Content Placeholder 3"/>
          <p:cNvSpPr>
            <a:spLocks noGrp="1"/>
          </p:cNvSpPr>
          <p:nvPr>
            <p:ph sz="half" idx="1"/>
          </p:nvPr>
        </p:nvSpPr>
        <p:spPr/>
        <p:txBody>
          <a:bodyPr>
            <a:noAutofit/>
          </a:bodyPr>
          <a:lstStyle/>
          <a:p>
            <a:r>
              <a:rPr lang="en-US" sz="2400" dirty="0"/>
              <a:t>Original kernel:</a:t>
            </a:r>
          </a:p>
          <a:p>
            <a:pPr lvl="1"/>
            <a:r>
              <a:rPr lang="en-US" sz="2000" dirty="0"/>
              <a:t>Each thread performs 13 OPs (6 FP adds and 7 FP </a:t>
            </a:r>
            <a:r>
              <a:rPr lang="en-US" sz="2000" dirty="0" err="1"/>
              <a:t>muls</a:t>
            </a:r>
            <a:r>
              <a:rPr lang="en-US" sz="2000" dirty="0"/>
              <a:t>)</a:t>
            </a:r>
          </a:p>
          <a:p>
            <a:pPr lvl="1"/>
            <a:r>
              <a:rPr lang="en-US" sz="2000" dirty="0"/>
              <a:t>Each thread loads 28 B from global memory (7 FP values)</a:t>
            </a:r>
          </a:p>
          <a:p>
            <a:pPr lvl="1"/>
            <a:r>
              <a:rPr lang="en-US" sz="2000" dirty="0"/>
              <a:t>Ratio: (13 OPs)/(28 B) = 0.46 OP/B</a:t>
            </a:r>
          </a:p>
          <a:p>
            <a:r>
              <a:rPr lang="en-US" sz="2400" dirty="0"/>
              <a:t>Tiled kernel:</a:t>
            </a:r>
          </a:p>
          <a:p>
            <a:pPr lvl="1"/>
            <a:r>
              <a:rPr lang="en-US" sz="2000" dirty="0"/>
              <a:t>Assume the input tile size is T (output tile size is T – 2)</a:t>
            </a:r>
          </a:p>
          <a:p>
            <a:pPr lvl="1"/>
            <a:r>
              <a:rPr lang="en-US" sz="2000" dirty="0"/>
              <a:t>Each block performs (13 OPs)*(T – 2)</a:t>
            </a:r>
            <a:r>
              <a:rPr lang="en-US" sz="2000" baseline="30000" dirty="0"/>
              <a:t>3</a:t>
            </a:r>
            <a:r>
              <a:rPr lang="en-US" sz="2000" dirty="0"/>
              <a:t> = 13(T – 2)</a:t>
            </a:r>
            <a:r>
              <a:rPr lang="en-US" sz="2000" baseline="30000" dirty="0"/>
              <a:t>3</a:t>
            </a:r>
            <a:r>
              <a:rPr lang="en-US" sz="2000" dirty="0"/>
              <a:t> OPs</a:t>
            </a:r>
          </a:p>
          <a:p>
            <a:pPr lvl="1"/>
            <a:r>
              <a:rPr lang="en-US" sz="2000" dirty="0"/>
              <a:t>Each block loads (4 B)*T</a:t>
            </a:r>
            <a:r>
              <a:rPr lang="en-US" sz="2000" baseline="30000" dirty="0"/>
              <a:t>3</a:t>
            </a:r>
            <a:endParaRPr lang="en-US" sz="2000" dirty="0"/>
          </a:p>
          <a:p>
            <a:pPr lvl="1"/>
            <a:r>
              <a:rPr lang="en-US" sz="2000" dirty="0"/>
              <a:t>Ratio: [13*(T – 2)</a:t>
            </a:r>
            <a:r>
              <a:rPr lang="en-US" sz="2000" baseline="30000" dirty="0"/>
              <a:t>3</a:t>
            </a:r>
            <a:r>
              <a:rPr lang="en-US" sz="2000" dirty="0"/>
              <a:t>]/[4*T</a:t>
            </a:r>
            <a:r>
              <a:rPr lang="en-US" sz="2000" baseline="30000" dirty="0"/>
              <a:t>3</a:t>
            </a:r>
            <a:r>
              <a:rPr lang="en-US" sz="2000" dirty="0"/>
              <a:t>] = 3.25*(1 – 2/T)</a:t>
            </a:r>
            <a:r>
              <a:rPr lang="en-US" sz="2000" baseline="30000" dirty="0"/>
              <a:t>3</a:t>
            </a:r>
            <a:endParaRPr lang="en-US" sz="2000" dirty="0"/>
          </a:p>
          <a:p>
            <a:pPr lvl="2"/>
            <a:r>
              <a:rPr lang="en-US" sz="1800" dirty="0"/>
              <a:t>For T=8, the ratio is 1.37 OP/B</a:t>
            </a:r>
          </a:p>
          <a:p>
            <a:pPr lvl="2"/>
            <a:r>
              <a:rPr lang="en-US" sz="1800" dirty="0"/>
              <a:t>Increasing T will improve the ratio</a:t>
            </a:r>
          </a:p>
          <a:p>
            <a:pPr lvl="3"/>
            <a:r>
              <a:rPr lang="en-US" sz="1600" dirty="0"/>
              <a:t>For T=32, ratio is 2.68 (≈2× improvement)</a:t>
            </a:r>
          </a:p>
          <a:p>
            <a:pPr lvl="3"/>
            <a:r>
              <a:rPr lang="en-US" sz="1600" dirty="0"/>
              <a:t>Intuition: boundary elements have lower data reuse, and increasing tile size decreases the ratio of boundary elements to total elements</a:t>
            </a:r>
          </a:p>
        </p:txBody>
      </p:sp>
    </p:spTree>
    <p:extLst>
      <p:ext uri="{BB962C8B-B14F-4D97-AF65-F5344CB8AC3E}">
        <p14:creationId xmlns:p14="http://schemas.microsoft.com/office/powerpoint/2010/main" val="2869096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5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fade">
                                      <p:cBhvr>
                                        <p:cTn id="62" dur="500"/>
                                        <p:tgtEl>
                                          <p:spTgt spid="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fade">
                                      <p:cBhvr>
                                        <p:cTn id="67"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0"/>
          </p:nvPr>
        </p:nvSpPr>
        <p:spPr/>
        <p:txBody>
          <a:bodyPr/>
          <a:lstStyle/>
          <a:p>
            <a:r>
              <a:rPr lang="en-US" dirty="0"/>
              <a:t>Small Tile Size</a:t>
            </a:r>
          </a:p>
        </p:txBody>
      </p:sp>
      <p:grpSp>
        <p:nvGrpSpPr>
          <p:cNvPr id="2" name="Group 1"/>
          <p:cNvGrpSpPr/>
          <p:nvPr/>
        </p:nvGrpSpPr>
        <p:grpSpPr>
          <a:xfrm>
            <a:off x="4797050" y="1383329"/>
            <a:ext cx="3533056" cy="3562249"/>
            <a:chOff x="5404022" y="1930991"/>
            <a:chExt cx="3533056" cy="3562249"/>
          </a:xfrm>
        </p:grpSpPr>
        <p:sp>
          <p:nvSpPr>
            <p:cNvPr id="1753" name="Cube 1752"/>
            <p:cNvSpPr/>
            <p:nvPr/>
          </p:nvSpPr>
          <p:spPr>
            <a:xfrm>
              <a:off x="6343887"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4" name="Cube 1753"/>
            <p:cNvSpPr/>
            <p:nvPr/>
          </p:nvSpPr>
          <p:spPr>
            <a:xfrm>
              <a:off x="6662065"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5" name="Cube 1754"/>
            <p:cNvSpPr/>
            <p:nvPr/>
          </p:nvSpPr>
          <p:spPr>
            <a:xfrm>
              <a:off x="6980244"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6" name="Cube 1755"/>
            <p:cNvSpPr/>
            <p:nvPr/>
          </p:nvSpPr>
          <p:spPr>
            <a:xfrm>
              <a:off x="7298422"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7" name="Cube 1756"/>
            <p:cNvSpPr/>
            <p:nvPr/>
          </p:nvSpPr>
          <p:spPr>
            <a:xfrm>
              <a:off x="7616600"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8" name="Cube 1757"/>
            <p:cNvSpPr/>
            <p:nvPr/>
          </p:nvSpPr>
          <p:spPr>
            <a:xfrm>
              <a:off x="7934779"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9" name="Cube 1758"/>
            <p:cNvSpPr/>
            <p:nvPr/>
          </p:nvSpPr>
          <p:spPr>
            <a:xfrm>
              <a:off x="8252957"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60" name="Cube 1759"/>
            <p:cNvSpPr/>
            <p:nvPr/>
          </p:nvSpPr>
          <p:spPr>
            <a:xfrm>
              <a:off x="8571135"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5" name="Cube 1744"/>
            <p:cNvSpPr/>
            <p:nvPr/>
          </p:nvSpPr>
          <p:spPr>
            <a:xfrm>
              <a:off x="6343887"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6" name="Cube 1745"/>
            <p:cNvSpPr/>
            <p:nvPr/>
          </p:nvSpPr>
          <p:spPr>
            <a:xfrm>
              <a:off x="6662065"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7" name="Cube 1746"/>
            <p:cNvSpPr/>
            <p:nvPr/>
          </p:nvSpPr>
          <p:spPr>
            <a:xfrm>
              <a:off x="6980244"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8" name="Cube 1747"/>
            <p:cNvSpPr/>
            <p:nvPr/>
          </p:nvSpPr>
          <p:spPr>
            <a:xfrm>
              <a:off x="7298422"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9" name="Cube 1748"/>
            <p:cNvSpPr/>
            <p:nvPr/>
          </p:nvSpPr>
          <p:spPr>
            <a:xfrm>
              <a:off x="7616600"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0" name="Cube 1749"/>
            <p:cNvSpPr/>
            <p:nvPr/>
          </p:nvSpPr>
          <p:spPr>
            <a:xfrm>
              <a:off x="7934779"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1" name="Cube 1750"/>
            <p:cNvSpPr/>
            <p:nvPr/>
          </p:nvSpPr>
          <p:spPr>
            <a:xfrm>
              <a:off x="8252957"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52" name="Cube 1751"/>
            <p:cNvSpPr/>
            <p:nvPr/>
          </p:nvSpPr>
          <p:spPr>
            <a:xfrm>
              <a:off x="8571135"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7" name="Cube 1736"/>
            <p:cNvSpPr/>
            <p:nvPr/>
          </p:nvSpPr>
          <p:spPr>
            <a:xfrm>
              <a:off x="6343887"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8" name="Cube 1737"/>
            <p:cNvSpPr/>
            <p:nvPr/>
          </p:nvSpPr>
          <p:spPr>
            <a:xfrm>
              <a:off x="6662065"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9" name="Cube 1738"/>
            <p:cNvSpPr/>
            <p:nvPr/>
          </p:nvSpPr>
          <p:spPr>
            <a:xfrm>
              <a:off x="6980244"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0" name="Cube 1739"/>
            <p:cNvSpPr/>
            <p:nvPr/>
          </p:nvSpPr>
          <p:spPr>
            <a:xfrm>
              <a:off x="7298422"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1" name="Cube 1740"/>
            <p:cNvSpPr/>
            <p:nvPr/>
          </p:nvSpPr>
          <p:spPr>
            <a:xfrm>
              <a:off x="7616600"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2" name="Cube 1741"/>
            <p:cNvSpPr/>
            <p:nvPr/>
          </p:nvSpPr>
          <p:spPr>
            <a:xfrm>
              <a:off x="7934779"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3" name="Cube 1742"/>
            <p:cNvSpPr/>
            <p:nvPr/>
          </p:nvSpPr>
          <p:spPr>
            <a:xfrm>
              <a:off x="8252957"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44" name="Cube 1743"/>
            <p:cNvSpPr/>
            <p:nvPr/>
          </p:nvSpPr>
          <p:spPr>
            <a:xfrm>
              <a:off x="8571135"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9" name="Cube 1728"/>
            <p:cNvSpPr/>
            <p:nvPr/>
          </p:nvSpPr>
          <p:spPr>
            <a:xfrm>
              <a:off x="6343887"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0" name="Cube 1729"/>
            <p:cNvSpPr/>
            <p:nvPr/>
          </p:nvSpPr>
          <p:spPr>
            <a:xfrm>
              <a:off x="6662065"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1" name="Cube 1730"/>
            <p:cNvSpPr/>
            <p:nvPr/>
          </p:nvSpPr>
          <p:spPr>
            <a:xfrm>
              <a:off x="6980244"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2" name="Cube 1731"/>
            <p:cNvSpPr/>
            <p:nvPr/>
          </p:nvSpPr>
          <p:spPr>
            <a:xfrm>
              <a:off x="7298422"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3" name="Cube 1732"/>
            <p:cNvSpPr/>
            <p:nvPr/>
          </p:nvSpPr>
          <p:spPr>
            <a:xfrm>
              <a:off x="7616600"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4" name="Cube 1733"/>
            <p:cNvSpPr/>
            <p:nvPr/>
          </p:nvSpPr>
          <p:spPr>
            <a:xfrm>
              <a:off x="7934779"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5" name="Cube 1734"/>
            <p:cNvSpPr/>
            <p:nvPr/>
          </p:nvSpPr>
          <p:spPr>
            <a:xfrm>
              <a:off x="8252957"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36" name="Cube 1735"/>
            <p:cNvSpPr/>
            <p:nvPr/>
          </p:nvSpPr>
          <p:spPr>
            <a:xfrm>
              <a:off x="8571135"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1" name="Cube 1720"/>
            <p:cNvSpPr/>
            <p:nvPr/>
          </p:nvSpPr>
          <p:spPr>
            <a:xfrm>
              <a:off x="6343887"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2" name="Cube 1721"/>
            <p:cNvSpPr/>
            <p:nvPr/>
          </p:nvSpPr>
          <p:spPr>
            <a:xfrm>
              <a:off x="6662065"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3" name="Cube 1722"/>
            <p:cNvSpPr/>
            <p:nvPr/>
          </p:nvSpPr>
          <p:spPr>
            <a:xfrm>
              <a:off x="6980244"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4" name="Cube 1723"/>
            <p:cNvSpPr/>
            <p:nvPr/>
          </p:nvSpPr>
          <p:spPr>
            <a:xfrm>
              <a:off x="7298422"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5" name="Cube 1724"/>
            <p:cNvSpPr/>
            <p:nvPr/>
          </p:nvSpPr>
          <p:spPr>
            <a:xfrm>
              <a:off x="7616600"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6" name="Cube 1725"/>
            <p:cNvSpPr/>
            <p:nvPr/>
          </p:nvSpPr>
          <p:spPr>
            <a:xfrm>
              <a:off x="7934779"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7" name="Cube 1726"/>
            <p:cNvSpPr/>
            <p:nvPr/>
          </p:nvSpPr>
          <p:spPr>
            <a:xfrm>
              <a:off x="8252957"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8" name="Cube 1727"/>
            <p:cNvSpPr/>
            <p:nvPr/>
          </p:nvSpPr>
          <p:spPr>
            <a:xfrm>
              <a:off x="8571135"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3" name="Cube 1712"/>
            <p:cNvSpPr/>
            <p:nvPr/>
          </p:nvSpPr>
          <p:spPr>
            <a:xfrm>
              <a:off x="6343887"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4" name="Cube 1713"/>
            <p:cNvSpPr/>
            <p:nvPr/>
          </p:nvSpPr>
          <p:spPr>
            <a:xfrm>
              <a:off x="6662065"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5" name="Cube 1714"/>
            <p:cNvSpPr/>
            <p:nvPr/>
          </p:nvSpPr>
          <p:spPr>
            <a:xfrm>
              <a:off x="6980244"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6" name="Cube 1715"/>
            <p:cNvSpPr/>
            <p:nvPr/>
          </p:nvSpPr>
          <p:spPr>
            <a:xfrm>
              <a:off x="7298422"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7" name="Cube 1716"/>
            <p:cNvSpPr/>
            <p:nvPr/>
          </p:nvSpPr>
          <p:spPr>
            <a:xfrm>
              <a:off x="7616600"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8" name="Cube 1717"/>
            <p:cNvSpPr/>
            <p:nvPr/>
          </p:nvSpPr>
          <p:spPr>
            <a:xfrm>
              <a:off x="7934779"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9" name="Cube 1718"/>
            <p:cNvSpPr/>
            <p:nvPr/>
          </p:nvSpPr>
          <p:spPr>
            <a:xfrm>
              <a:off x="8252957"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20" name="Cube 1719"/>
            <p:cNvSpPr/>
            <p:nvPr/>
          </p:nvSpPr>
          <p:spPr>
            <a:xfrm>
              <a:off x="8571135"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5" name="Cube 1704"/>
            <p:cNvSpPr/>
            <p:nvPr/>
          </p:nvSpPr>
          <p:spPr>
            <a:xfrm>
              <a:off x="6343887"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6" name="Cube 1705"/>
            <p:cNvSpPr/>
            <p:nvPr/>
          </p:nvSpPr>
          <p:spPr>
            <a:xfrm>
              <a:off x="6662065"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7" name="Cube 1706"/>
            <p:cNvSpPr/>
            <p:nvPr/>
          </p:nvSpPr>
          <p:spPr>
            <a:xfrm>
              <a:off x="6980244"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8" name="Cube 1707"/>
            <p:cNvSpPr/>
            <p:nvPr/>
          </p:nvSpPr>
          <p:spPr>
            <a:xfrm>
              <a:off x="7298422"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9" name="Cube 1708"/>
            <p:cNvSpPr/>
            <p:nvPr/>
          </p:nvSpPr>
          <p:spPr>
            <a:xfrm>
              <a:off x="7616600"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0" name="Cube 1709"/>
            <p:cNvSpPr/>
            <p:nvPr/>
          </p:nvSpPr>
          <p:spPr>
            <a:xfrm>
              <a:off x="7934779"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1" name="Cube 1710"/>
            <p:cNvSpPr/>
            <p:nvPr/>
          </p:nvSpPr>
          <p:spPr>
            <a:xfrm>
              <a:off x="8252957"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12" name="Cube 1711"/>
            <p:cNvSpPr/>
            <p:nvPr/>
          </p:nvSpPr>
          <p:spPr>
            <a:xfrm>
              <a:off x="8571135"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97" name="Cube 1696"/>
            <p:cNvSpPr/>
            <p:nvPr/>
          </p:nvSpPr>
          <p:spPr>
            <a:xfrm>
              <a:off x="6343887"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98" name="Cube 1697"/>
            <p:cNvSpPr/>
            <p:nvPr/>
          </p:nvSpPr>
          <p:spPr>
            <a:xfrm>
              <a:off x="6662065"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99" name="Cube 1698"/>
            <p:cNvSpPr/>
            <p:nvPr/>
          </p:nvSpPr>
          <p:spPr>
            <a:xfrm>
              <a:off x="6980244"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0" name="Cube 1699"/>
            <p:cNvSpPr/>
            <p:nvPr/>
          </p:nvSpPr>
          <p:spPr>
            <a:xfrm>
              <a:off x="7298422"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1" name="Cube 1700"/>
            <p:cNvSpPr/>
            <p:nvPr/>
          </p:nvSpPr>
          <p:spPr>
            <a:xfrm>
              <a:off x="7616600"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2" name="Cube 1701"/>
            <p:cNvSpPr/>
            <p:nvPr/>
          </p:nvSpPr>
          <p:spPr>
            <a:xfrm>
              <a:off x="7934779"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3" name="Cube 1702"/>
            <p:cNvSpPr/>
            <p:nvPr/>
          </p:nvSpPr>
          <p:spPr>
            <a:xfrm>
              <a:off x="8252957"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04" name="Cube 1703"/>
            <p:cNvSpPr/>
            <p:nvPr/>
          </p:nvSpPr>
          <p:spPr>
            <a:xfrm>
              <a:off x="8571135"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1" name="Cube 1680"/>
            <p:cNvSpPr/>
            <p:nvPr/>
          </p:nvSpPr>
          <p:spPr>
            <a:xfrm>
              <a:off x="6209618"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2" name="Cube 1681"/>
            <p:cNvSpPr/>
            <p:nvPr/>
          </p:nvSpPr>
          <p:spPr>
            <a:xfrm>
              <a:off x="6527796"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3" name="Cube 1682"/>
            <p:cNvSpPr/>
            <p:nvPr/>
          </p:nvSpPr>
          <p:spPr>
            <a:xfrm>
              <a:off x="6845975"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4" name="Cube 1683"/>
            <p:cNvSpPr/>
            <p:nvPr/>
          </p:nvSpPr>
          <p:spPr>
            <a:xfrm>
              <a:off x="7164153"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5" name="Cube 1684"/>
            <p:cNvSpPr/>
            <p:nvPr/>
          </p:nvSpPr>
          <p:spPr>
            <a:xfrm>
              <a:off x="7482331"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6" name="Cube 1685"/>
            <p:cNvSpPr/>
            <p:nvPr/>
          </p:nvSpPr>
          <p:spPr>
            <a:xfrm>
              <a:off x="7800510"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7" name="Cube 1686"/>
            <p:cNvSpPr/>
            <p:nvPr/>
          </p:nvSpPr>
          <p:spPr>
            <a:xfrm>
              <a:off x="8118688"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8" name="Cube 1687"/>
            <p:cNvSpPr/>
            <p:nvPr/>
          </p:nvSpPr>
          <p:spPr>
            <a:xfrm>
              <a:off x="8436866"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3" name="Cube 1672"/>
            <p:cNvSpPr/>
            <p:nvPr/>
          </p:nvSpPr>
          <p:spPr>
            <a:xfrm>
              <a:off x="6209618"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4" name="Cube 1673"/>
            <p:cNvSpPr/>
            <p:nvPr/>
          </p:nvSpPr>
          <p:spPr>
            <a:xfrm>
              <a:off x="6527796"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5" name="Cube 1674"/>
            <p:cNvSpPr/>
            <p:nvPr/>
          </p:nvSpPr>
          <p:spPr>
            <a:xfrm>
              <a:off x="6845975"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6" name="Cube 1675"/>
            <p:cNvSpPr/>
            <p:nvPr/>
          </p:nvSpPr>
          <p:spPr>
            <a:xfrm>
              <a:off x="7164153"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7" name="Cube 1676"/>
            <p:cNvSpPr/>
            <p:nvPr/>
          </p:nvSpPr>
          <p:spPr>
            <a:xfrm>
              <a:off x="7482331"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8" name="Cube 1677"/>
            <p:cNvSpPr/>
            <p:nvPr/>
          </p:nvSpPr>
          <p:spPr>
            <a:xfrm>
              <a:off x="7800510"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9" name="Cube 1678"/>
            <p:cNvSpPr/>
            <p:nvPr/>
          </p:nvSpPr>
          <p:spPr>
            <a:xfrm>
              <a:off x="8118688"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80" name="Cube 1679"/>
            <p:cNvSpPr/>
            <p:nvPr/>
          </p:nvSpPr>
          <p:spPr>
            <a:xfrm>
              <a:off x="8436866"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5" name="Cube 1664"/>
            <p:cNvSpPr/>
            <p:nvPr/>
          </p:nvSpPr>
          <p:spPr>
            <a:xfrm>
              <a:off x="6209618"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6" name="Cube 1665"/>
            <p:cNvSpPr/>
            <p:nvPr/>
          </p:nvSpPr>
          <p:spPr>
            <a:xfrm>
              <a:off x="6527796"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7" name="Cube 1666"/>
            <p:cNvSpPr/>
            <p:nvPr/>
          </p:nvSpPr>
          <p:spPr>
            <a:xfrm>
              <a:off x="6845975"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8" name="Cube 1667"/>
            <p:cNvSpPr/>
            <p:nvPr/>
          </p:nvSpPr>
          <p:spPr>
            <a:xfrm>
              <a:off x="7164153"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9" name="Cube 1668"/>
            <p:cNvSpPr/>
            <p:nvPr/>
          </p:nvSpPr>
          <p:spPr>
            <a:xfrm>
              <a:off x="7482331"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0" name="Cube 1669"/>
            <p:cNvSpPr/>
            <p:nvPr/>
          </p:nvSpPr>
          <p:spPr>
            <a:xfrm>
              <a:off x="7800510"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1" name="Cube 1670"/>
            <p:cNvSpPr/>
            <p:nvPr/>
          </p:nvSpPr>
          <p:spPr>
            <a:xfrm>
              <a:off x="8118688"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72" name="Cube 1671"/>
            <p:cNvSpPr/>
            <p:nvPr/>
          </p:nvSpPr>
          <p:spPr>
            <a:xfrm>
              <a:off x="8436866"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7" name="Cube 1656"/>
            <p:cNvSpPr/>
            <p:nvPr/>
          </p:nvSpPr>
          <p:spPr>
            <a:xfrm>
              <a:off x="6209618"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8" name="Cube 1657"/>
            <p:cNvSpPr/>
            <p:nvPr/>
          </p:nvSpPr>
          <p:spPr>
            <a:xfrm>
              <a:off x="6527796"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9" name="Cube 1658"/>
            <p:cNvSpPr/>
            <p:nvPr/>
          </p:nvSpPr>
          <p:spPr>
            <a:xfrm>
              <a:off x="6845975"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0" name="Cube 1659"/>
            <p:cNvSpPr/>
            <p:nvPr/>
          </p:nvSpPr>
          <p:spPr>
            <a:xfrm>
              <a:off x="7164153"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1" name="Cube 1660"/>
            <p:cNvSpPr/>
            <p:nvPr/>
          </p:nvSpPr>
          <p:spPr>
            <a:xfrm>
              <a:off x="7482331"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2" name="Cube 1661"/>
            <p:cNvSpPr/>
            <p:nvPr/>
          </p:nvSpPr>
          <p:spPr>
            <a:xfrm>
              <a:off x="7800510"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3" name="Cube 1662"/>
            <p:cNvSpPr/>
            <p:nvPr/>
          </p:nvSpPr>
          <p:spPr>
            <a:xfrm>
              <a:off x="8118688"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64" name="Cube 1663"/>
            <p:cNvSpPr/>
            <p:nvPr/>
          </p:nvSpPr>
          <p:spPr>
            <a:xfrm>
              <a:off x="8436866"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9" name="Cube 1648"/>
            <p:cNvSpPr/>
            <p:nvPr/>
          </p:nvSpPr>
          <p:spPr>
            <a:xfrm>
              <a:off x="6209618"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0" name="Cube 1649"/>
            <p:cNvSpPr/>
            <p:nvPr/>
          </p:nvSpPr>
          <p:spPr>
            <a:xfrm>
              <a:off x="6527796"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1" name="Cube 1650"/>
            <p:cNvSpPr/>
            <p:nvPr/>
          </p:nvSpPr>
          <p:spPr>
            <a:xfrm>
              <a:off x="6845975"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2" name="Cube 1651"/>
            <p:cNvSpPr/>
            <p:nvPr/>
          </p:nvSpPr>
          <p:spPr>
            <a:xfrm>
              <a:off x="7164153"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3" name="Cube 1652"/>
            <p:cNvSpPr/>
            <p:nvPr/>
          </p:nvSpPr>
          <p:spPr>
            <a:xfrm>
              <a:off x="7482331"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4" name="Cube 1653"/>
            <p:cNvSpPr/>
            <p:nvPr/>
          </p:nvSpPr>
          <p:spPr>
            <a:xfrm>
              <a:off x="7800510"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5" name="Cube 1654"/>
            <p:cNvSpPr/>
            <p:nvPr/>
          </p:nvSpPr>
          <p:spPr>
            <a:xfrm>
              <a:off x="8118688"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56" name="Cube 1655"/>
            <p:cNvSpPr/>
            <p:nvPr/>
          </p:nvSpPr>
          <p:spPr>
            <a:xfrm>
              <a:off x="8436866"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1" name="Cube 1640"/>
            <p:cNvSpPr/>
            <p:nvPr/>
          </p:nvSpPr>
          <p:spPr>
            <a:xfrm>
              <a:off x="6209618"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2" name="Cube 1641"/>
            <p:cNvSpPr/>
            <p:nvPr/>
          </p:nvSpPr>
          <p:spPr>
            <a:xfrm>
              <a:off x="6527796"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3" name="Cube 1642"/>
            <p:cNvSpPr/>
            <p:nvPr/>
          </p:nvSpPr>
          <p:spPr>
            <a:xfrm>
              <a:off x="6845975"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4" name="Cube 1643"/>
            <p:cNvSpPr/>
            <p:nvPr/>
          </p:nvSpPr>
          <p:spPr>
            <a:xfrm>
              <a:off x="7164153"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5" name="Cube 1644"/>
            <p:cNvSpPr/>
            <p:nvPr/>
          </p:nvSpPr>
          <p:spPr>
            <a:xfrm>
              <a:off x="7482331"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6" name="Cube 1645"/>
            <p:cNvSpPr/>
            <p:nvPr/>
          </p:nvSpPr>
          <p:spPr>
            <a:xfrm>
              <a:off x="7800510"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7" name="Cube 1646"/>
            <p:cNvSpPr/>
            <p:nvPr/>
          </p:nvSpPr>
          <p:spPr>
            <a:xfrm>
              <a:off x="8118688"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8" name="Cube 1647"/>
            <p:cNvSpPr/>
            <p:nvPr/>
          </p:nvSpPr>
          <p:spPr>
            <a:xfrm>
              <a:off x="8436866"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3" name="Cube 1632"/>
            <p:cNvSpPr/>
            <p:nvPr/>
          </p:nvSpPr>
          <p:spPr>
            <a:xfrm>
              <a:off x="6209618"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4" name="Cube 1633"/>
            <p:cNvSpPr/>
            <p:nvPr/>
          </p:nvSpPr>
          <p:spPr>
            <a:xfrm>
              <a:off x="6527796"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5" name="Cube 1634"/>
            <p:cNvSpPr/>
            <p:nvPr/>
          </p:nvSpPr>
          <p:spPr>
            <a:xfrm>
              <a:off x="6845975"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6" name="Cube 1635"/>
            <p:cNvSpPr/>
            <p:nvPr/>
          </p:nvSpPr>
          <p:spPr>
            <a:xfrm>
              <a:off x="7164153"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7" name="Cube 1636"/>
            <p:cNvSpPr/>
            <p:nvPr/>
          </p:nvSpPr>
          <p:spPr>
            <a:xfrm>
              <a:off x="7482331"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8" name="Cube 1637"/>
            <p:cNvSpPr/>
            <p:nvPr/>
          </p:nvSpPr>
          <p:spPr>
            <a:xfrm>
              <a:off x="7800510"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9" name="Cube 1638"/>
            <p:cNvSpPr/>
            <p:nvPr/>
          </p:nvSpPr>
          <p:spPr>
            <a:xfrm>
              <a:off x="8118688"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40" name="Cube 1639"/>
            <p:cNvSpPr/>
            <p:nvPr/>
          </p:nvSpPr>
          <p:spPr>
            <a:xfrm>
              <a:off x="8436866"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5" name="Cube 1624"/>
            <p:cNvSpPr/>
            <p:nvPr/>
          </p:nvSpPr>
          <p:spPr>
            <a:xfrm>
              <a:off x="6209618"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6" name="Cube 1625"/>
            <p:cNvSpPr/>
            <p:nvPr/>
          </p:nvSpPr>
          <p:spPr>
            <a:xfrm>
              <a:off x="6527796"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7" name="Cube 1626"/>
            <p:cNvSpPr/>
            <p:nvPr/>
          </p:nvSpPr>
          <p:spPr>
            <a:xfrm>
              <a:off x="6845975"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8" name="Cube 1627"/>
            <p:cNvSpPr/>
            <p:nvPr/>
          </p:nvSpPr>
          <p:spPr>
            <a:xfrm>
              <a:off x="7164153"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29" name="Cube 1628"/>
            <p:cNvSpPr/>
            <p:nvPr/>
          </p:nvSpPr>
          <p:spPr>
            <a:xfrm>
              <a:off x="7482331"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0" name="Cube 1629"/>
            <p:cNvSpPr/>
            <p:nvPr/>
          </p:nvSpPr>
          <p:spPr>
            <a:xfrm>
              <a:off x="7800510"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1" name="Cube 1630"/>
            <p:cNvSpPr/>
            <p:nvPr/>
          </p:nvSpPr>
          <p:spPr>
            <a:xfrm>
              <a:off x="8118688"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32" name="Cube 1631"/>
            <p:cNvSpPr/>
            <p:nvPr/>
          </p:nvSpPr>
          <p:spPr>
            <a:xfrm>
              <a:off x="8436866"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9" name="Cube 1608"/>
            <p:cNvSpPr/>
            <p:nvPr/>
          </p:nvSpPr>
          <p:spPr>
            <a:xfrm>
              <a:off x="6075352"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0" name="Cube 1609"/>
            <p:cNvSpPr/>
            <p:nvPr/>
          </p:nvSpPr>
          <p:spPr>
            <a:xfrm>
              <a:off x="6393530"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1" name="Cube 1610"/>
            <p:cNvSpPr/>
            <p:nvPr/>
          </p:nvSpPr>
          <p:spPr>
            <a:xfrm>
              <a:off x="6711709"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2" name="Cube 1611"/>
            <p:cNvSpPr/>
            <p:nvPr/>
          </p:nvSpPr>
          <p:spPr>
            <a:xfrm>
              <a:off x="7029887"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3" name="Cube 1612"/>
            <p:cNvSpPr/>
            <p:nvPr/>
          </p:nvSpPr>
          <p:spPr>
            <a:xfrm>
              <a:off x="7348065"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4" name="Cube 1613"/>
            <p:cNvSpPr/>
            <p:nvPr/>
          </p:nvSpPr>
          <p:spPr>
            <a:xfrm>
              <a:off x="7666244"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5" name="Cube 1614"/>
            <p:cNvSpPr/>
            <p:nvPr/>
          </p:nvSpPr>
          <p:spPr>
            <a:xfrm>
              <a:off x="7984422"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6" name="Cube 1615"/>
            <p:cNvSpPr/>
            <p:nvPr/>
          </p:nvSpPr>
          <p:spPr>
            <a:xfrm>
              <a:off x="8302600"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1" name="Cube 1600"/>
            <p:cNvSpPr/>
            <p:nvPr/>
          </p:nvSpPr>
          <p:spPr>
            <a:xfrm>
              <a:off x="6075352"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2" name="Cube 1601"/>
            <p:cNvSpPr/>
            <p:nvPr/>
          </p:nvSpPr>
          <p:spPr>
            <a:xfrm>
              <a:off x="6393530"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3" name="Cube 1602"/>
            <p:cNvSpPr/>
            <p:nvPr/>
          </p:nvSpPr>
          <p:spPr>
            <a:xfrm>
              <a:off x="6711709"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4" name="Cube 1603"/>
            <p:cNvSpPr/>
            <p:nvPr/>
          </p:nvSpPr>
          <p:spPr>
            <a:xfrm>
              <a:off x="7029887"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5" name="Cube 1604"/>
            <p:cNvSpPr/>
            <p:nvPr/>
          </p:nvSpPr>
          <p:spPr>
            <a:xfrm>
              <a:off x="7348065"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6" name="Cube 1605"/>
            <p:cNvSpPr/>
            <p:nvPr/>
          </p:nvSpPr>
          <p:spPr>
            <a:xfrm>
              <a:off x="7666244"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7" name="Cube 1606"/>
            <p:cNvSpPr/>
            <p:nvPr/>
          </p:nvSpPr>
          <p:spPr>
            <a:xfrm>
              <a:off x="7984422"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8" name="Cube 1607"/>
            <p:cNvSpPr/>
            <p:nvPr/>
          </p:nvSpPr>
          <p:spPr>
            <a:xfrm>
              <a:off x="8302600"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3" name="Cube 1592"/>
            <p:cNvSpPr/>
            <p:nvPr/>
          </p:nvSpPr>
          <p:spPr>
            <a:xfrm>
              <a:off x="6075352"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4" name="Cube 1593"/>
            <p:cNvSpPr/>
            <p:nvPr/>
          </p:nvSpPr>
          <p:spPr>
            <a:xfrm>
              <a:off x="6393530"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5" name="Cube 1594"/>
            <p:cNvSpPr/>
            <p:nvPr/>
          </p:nvSpPr>
          <p:spPr>
            <a:xfrm>
              <a:off x="6711709"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6" name="Cube 1595"/>
            <p:cNvSpPr/>
            <p:nvPr/>
          </p:nvSpPr>
          <p:spPr>
            <a:xfrm>
              <a:off x="7029887"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7" name="Cube 1596"/>
            <p:cNvSpPr/>
            <p:nvPr/>
          </p:nvSpPr>
          <p:spPr>
            <a:xfrm>
              <a:off x="7348065"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8" name="Cube 1597"/>
            <p:cNvSpPr/>
            <p:nvPr/>
          </p:nvSpPr>
          <p:spPr>
            <a:xfrm>
              <a:off x="7666244"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9" name="Cube 1598"/>
            <p:cNvSpPr/>
            <p:nvPr/>
          </p:nvSpPr>
          <p:spPr>
            <a:xfrm>
              <a:off x="7984422"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0" name="Cube 1599"/>
            <p:cNvSpPr/>
            <p:nvPr/>
          </p:nvSpPr>
          <p:spPr>
            <a:xfrm>
              <a:off x="8302600"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5" name="Cube 1584"/>
            <p:cNvSpPr/>
            <p:nvPr/>
          </p:nvSpPr>
          <p:spPr>
            <a:xfrm>
              <a:off x="6075352"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6" name="Cube 1585"/>
            <p:cNvSpPr/>
            <p:nvPr/>
          </p:nvSpPr>
          <p:spPr>
            <a:xfrm>
              <a:off x="6393530"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7" name="Cube 1586"/>
            <p:cNvSpPr/>
            <p:nvPr/>
          </p:nvSpPr>
          <p:spPr>
            <a:xfrm>
              <a:off x="6711709"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8" name="Cube 1587"/>
            <p:cNvSpPr/>
            <p:nvPr/>
          </p:nvSpPr>
          <p:spPr>
            <a:xfrm>
              <a:off x="7029887"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9" name="Cube 1588"/>
            <p:cNvSpPr/>
            <p:nvPr/>
          </p:nvSpPr>
          <p:spPr>
            <a:xfrm>
              <a:off x="7348065"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0" name="Cube 1589"/>
            <p:cNvSpPr/>
            <p:nvPr/>
          </p:nvSpPr>
          <p:spPr>
            <a:xfrm>
              <a:off x="7666244"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1" name="Cube 1590"/>
            <p:cNvSpPr/>
            <p:nvPr/>
          </p:nvSpPr>
          <p:spPr>
            <a:xfrm>
              <a:off x="7984422"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2" name="Cube 1591"/>
            <p:cNvSpPr/>
            <p:nvPr/>
          </p:nvSpPr>
          <p:spPr>
            <a:xfrm>
              <a:off x="8302600"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7" name="Cube 1576"/>
            <p:cNvSpPr/>
            <p:nvPr/>
          </p:nvSpPr>
          <p:spPr>
            <a:xfrm>
              <a:off x="6075352"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8" name="Cube 1577"/>
            <p:cNvSpPr/>
            <p:nvPr/>
          </p:nvSpPr>
          <p:spPr>
            <a:xfrm>
              <a:off x="6393530"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9" name="Cube 1578"/>
            <p:cNvSpPr/>
            <p:nvPr/>
          </p:nvSpPr>
          <p:spPr>
            <a:xfrm>
              <a:off x="6711709"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0" name="Cube 1579"/>
            <p:cNvSpPr/>
            <p:nvPr/>
          </p:nvSpPr>
          <p:spPr>
            <a:xfrm>
              <a:off x="7029887"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1" name="Cube 1580"/>
            <p:cNvSpPr/>
            <p:nvPr/>
          </p:nvSpPr>
          <p:spPr>
            <a:xfrm>
              <a:off x="7348065"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2" name="Cube 1581"/>
            <p:cNvSpPr/>
            <p:nvPr/>
          </p:nvSpPr>
          <p:spPr>
            <a:xfrm>
              <a:off x="7666244"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3" name="Cube 1582"/>
            <p:cNvSpPr/>
            <p:nvPr/>
          </p:nvSpPr>
          <p:spPr>
            <a:xfrm>
              <a:off x="7984422"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4" name="Cube 1583"/>
            <p:cNvSpPr/>
            <p:nvPr/>
          </p:nvSpPr>
          <p:spPr>
            <a:xfrm>
              <a:off x="8302600"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9" name="Cube 1568"/>
            <p:cNvSpPr/>
            <p:nvPr/>
          </p:nvSpPr>
          <p:spPr>
            <a:xfrm>
              <a:off x="6075352"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0" name="Cube 1569"/>
            <p:cNvSpPr/>
            <p:nvPr/>
          </p:nvSpPr>
          <p:spPr>
            <a:xfrm>
              <a:off x="6393530"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1" name="Cube 1570"/>
            <p:cNvSpPr/>
            <p:nvPr/>
          </p:nvSpPr>
          <p:spPr>
            <a:xfrm>
              <a:off x="6711709"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2" name="Cube 1571"/>
            <p:cNvSpPr/>
            <p:nvPr/>
          </p:nvSpPr>
          <p:spPr>
            <a:xfrm>
              <a:off x="7029887"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3" name="Cube 1572"/>
            <p:cNvSpPr/>
            <p:nvPr/>
          </p:nvSpPr>
          <p:spPr>
            <a:xfrm>
              <a:off x="7348065"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4" name="Cube 1573"/>
            <p:cNvSpPr/>
            <p:nvPr/>
          </p:nvSpPr>
          <p:spPr>
            <a:xfrm>
              <a:off x="7666244"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5" name="Cube 1574"/>
            <p:cNvSpPr/>
            <p:nvPr/>
          </p:nvSpPr>
          <p:spPr>
            <a:xfrm>
              <a:off x="7984422"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6" name="Cube 1575"/>
            <p:cNvSpPr/>
            <p:nvPr/>
          </p:nvSpPr>
          <p:spPr>
            <a:xfrm>
              <a:off x="8302600"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1" name="Cube 1560"/>
            <p:cNvSpPr/>
            <p:nvPr/>
          </p:nvSpPr>
          <p:spPr>
            <a:xfrm>
              <a:off x="6075352"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2" name="Cube 1561"/>
            <p:cNvSpPr/>
            <p:nvPr/>
          </p:nvSpPr>
          <p:spPr>
            <a:xfrm>
              <a:off x="6393530"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3" name="Cube 1562"/>
            <p:cNvSpPr/>
            <p:nvPr/>
          </p:nvSpPr>
          <p:spPr>
            <a:xfrm>
              <a:off x="6711709"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4" name="Cube 1563"/>
            <p:cNvSpPr/>
            <p:nvPr/>
          </p:nvSpPr>
          <p:spPr>
            <a:xfrm>
              <a:off x="7029887"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5" name="Cube 1564"/>
            <p:cNvSpPr/>
            <p:nvPr/>
          </p:nvSpPr>
          <p:spPr>
            <a:xfrm>
              <a:off x="7348065"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6" name="Cube 1565"/>
            <p:cNvSpPr/>
            <p:nvPr/>
          </p:nvSpPr>
          <p:spPr>
            <a:xfrm>
              <a:off x="7666244"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7" name="Cube 1566"/>
            <p:cNvSpPr/>
            <p:nvPr/>
          </p:nvSpPr>
          <p:spPr>
            <a:xfrm>
              <a:off x="7984422"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8" name="Cube 1567"/>
            <p:cNvSpPr/>
            <p:nvPr/>
          </p:nvSpPr>
          <p:spPr>
            <a:xfrm>
              <a:off x="8302600"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3" name="Cube 1552"/>
            <p:cNvSpPr/>
            <p:nvPr/>
          </p:nvSpPr>
          <p:spPr>
            <a:xfrm>
              <a:off x="6075352"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4" name="Cube 1553"/>
            <p:cNvSpPr/>
            <p:nvPr/>
          </p:nvSpPr>
          <p:spPr>
            <a:xfrm>
              <a:off x="6393530"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5" name="Cube 1554"/>
            <p:cNvSpPr/>
            <p:nvPr/>
          </p:nvSpPr>
          <p:spPr>
            <a:xfrm>
              <a:off x="6711709"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6" name="Cube 1555"/>
            <p:cNvSpPr/>
            <p:nvPr/>
          </p:nvSpPr>
          <p:spPr>
            <a:xfrm>
              <a:off x="7029887"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7" name="Cube 1556"/>
            <p:cNvSpPr/>
            <p:nvPr/>
          </p:nvSpPr>
          <p:spPr>
            <a:xfrm>
              <a:off x="7348065"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8" name="Cube 1557"/>
            <p:cNvSpPr/>
            <p:nvPr/>
          </p:nvSpPr>
          <p:spPr>
            <a:xfrm>
              <a:off x="7666244"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9" name="Cube 1558"/>
            <p:cNvSpPr/>
            <p:nvPr/>
          </p:nvSpPr>
          <p:spPr>
            <a:xfrm>
              <a:off x="7984422"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0" name="Cube 1559"/>
            <p:cNvSpPr/>
            <p:nvPr/>
          </p:nvSpPr>
          <p:spPr>
            <a:xfrm>
              <a:off x="8302600"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7" name="Cube 1536"/>
            <p:cNvSpPr/>
            <p:nvPr/>
          </p:nvSpPr>
          <p:spPr>
            <a:xfrm>
              <a:off x="5941086"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8" name="Cube 1537"/>
            <p:cNvSpPr/>
            <p:nvPr/>
          </p:nvSpPr>
          <p:spPr>
            <a:xfrm>
              <a:off x="6259264"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9" name="Cube 1538"/>
            <p:cNvSpPr/>
            <p:nvPr/>
          </p:nvSpPr>
          <p:spPr>
            <a:xfrm>
              <a:off x="6577443"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0" name="Cube 1539"/>
            <p:cNvSpPr/>
            <p:nvPr/>
          </p:nvSpPr>
          <p:spPr>
            <a:xfrm>
              <a:off x="6895621"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1" name="Cube 1540"/>
            <p:cNvSpPr/>
            <p:nvPr/>
          </p:nvSpPr>
          <p:spPr>
            <a:xfrm>
              <a:off x="7213799"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2" name="Cube 1541"/>
            <p:cNvSpPr/>
            <p:nvPr/>
          </p:nvSpPr>
          <p:spPr>
            <a:xfrm>
              <a:off x="7531978"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3" name="Cube 1542"/>
            <p:cNvSpPr/>
            <p:nvPr/>
          </p:nvSpPr>
          <p:spPr>
            <a:xfrm>
              <a:off x="7850156"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4" name="Cube 1543"/>
            <p:cNvSpPr/>
            <p:nvPr/>
          </p:nvSpPr>
          <p:spPr>
            <a:xfrm>
              <a:off x="8168334"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9" name="Cube 1528"/>
            <p:cNvSpPr/>
            <p:nvPr/>
          </p:nvSpPr>
          <p:spPr>
            <a:xfrm>
              <a:off x="5941086"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0" name="Cube 1529"/>
            <p:cNvSpPr/>
            <p:nvPr/>
          </p:nvSpPr>
          <p:spPr>
            <a:xfrm>
              <a:off x="6259264"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1" name="Cube 1530"/>
            <p:cNvSpPr/>
            <p:nvPr/>
          </p:nvSpPr>
          <p:spPr>
            <a:xfrm>
              <a:off x="6577443"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2" name="Cube 1531"/>
            <p:cNvSpPr/>
            <p:nvPr/>
          </p:nvSpPr>
          <p:spPr>
            <a:xfrm>
              <a:off x="6895621"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3" name="Cube 1532"/>
            <p:cNvSpPr/>
            <p:nvPr/>
          </p:nvSpPr>
          <p:spPr>
            <a:xfrm>
              <a:off x="7213799"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4" name="Cube 1533"/>
            <p:cNvSpPr/>
            <p:nvPr/>
          </p:nvSpPr>
          <p:spPr>
            <a:xfrm>
              <a:off x="7531978"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5" name="Cube 1534"/>
            <p:cNvSpPr/>
            <p:nvPr/>
          </p:nvSpPr>
          <p:spPr>
            <a:xfrm>
              <a:off x="7850156"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6" name="Cube 1535"/>
            <p:cNvSpPr/>
            <p:nvPr/>
          </p:nvSpPr>
          <p:spPr>
            <a:xfrm>
              <a:off x="8168334"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1" name="Cube 1520"/>
            <p:cNvSpPr/>
            <p:nvPr/>
          </p:nvSpPr>
          <p:spPr>
            <a:xfrm>
              <a:off x="5941086"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2" name="Cube 1521"/>
            <p:cNvSpPr/>
            <p:nvPr/>
          </p:nvSpPr>
          <p:spPr>
            <a:xfrm>
              <a:off x="6259264"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3" name="Cube 1522"/>
            <p:cNvSpPr/>
            <p:nvPr/>
          </p:nvSpPr>
          <p:spPr>
            <a:xfrm>
              <a:off x="6577443"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4" name="Cube 1523"/>
            <p:cNvSpPr/>
            <p:nvPr/>
          </p:nvSpPr>
          <p:spPr>
            <a:xfrm>
              <a:off x="6895621"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5" name="Cube 1524"/>
            <p:cNvSpPr/>
            <p:nvPr/>
          </p:nvSpPr>
          <p:spPr>
            <a:xfrm>
              <a:off x="7213799"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6" name="Cube 1525"/>
            <p:cNvSpPr/>
            <p:nvPr/>
          </p:nvSpPr>
          <p:spPr>
            <a:xfrm>
              <a:off x="7531978"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7" name="Cube 1526"/>
            <p:cNvSpPr/>
            <p:nvPr/>
          </p:nvSpPr>
          <p:spPr>
            <a:xfrm>
              <a:off x="7850156"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8" name="Cube 1527"/>
            <p:cNvSpPr/>
            <p:nvPr/>
          </p:nvSpPr>
          <p:spPr>
            <a:xfrm>
              <a:off x="8168334"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3" name="Cube 1512"/>
            <p:cNvSpPr/>
            <p:nvPr/>
          </p:nvSpPr>
          <p:spPr>
            <a:xfrm>
              <a:off x="5941086"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4" name="Cube 1513"/>
            <p:cNvSpPr/>
            <p:nvPr/>
          </p:nvSpPr>
          <p:spPr>
            <a:xfrm>
              <a:off x="6259264"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5" name="Cube 1514"/>
            <p:cNvSpPr/>
            <p:nvPr/>
          </p:nvSpPr>
          <p:spPr>
            <a:xfrm>
              <a:off x="6577443"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6" name="Cube 1515"/>
            <p:cNvSpPr/>
            <p:nvPr/>
          </p:nvSpPr>
          <p:spPr>
            <a:xfrm>
              <a:off x="6895621"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7" name="Cube 1516"/>
            <p:cNvSpPr/>
            <p:nvPr/>
          </p:nvSpPr>
          <p:spPr>
            <a:xfrm>
              <a:off x="7213799"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8" name="Cube 1517"/>
            <p:cNvSpPr/>
            <p:nvPr/>
          </p:nvSpPr>
          <p:spPr>
            <a:xfrm>
              <a:off x="7531978"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9" name="Cube 1518"/>
            <p:cNvSpPr/>
            <p:nvPr/>
          </p:nvSpPr>
          <p:spPr>
            <a:xfrm>
              <a:off x="7850156"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0" name="Cube 1519"/>
            <p:cNvSpPr/>
            <p:nvPr/>
          </p:nvSpPr>
          <p:spPr>
            <a:xfrm>
              <a:off x="8168334"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5" name="Cube 1504"/>
            <p:cNvSpPr/>
            <p:nvPr/>
          </p:nvSpPr>
          <p:spPr>
            <a:xfrm>
              <a:off x="5941086"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6" name="Cube 1505"/>
            <p:cNvSpPr/>
            <p:nvPr/>
          </p:nvSpPr>
          <p:spPr>
            <a:xfrm>
              <a:off x="6259264"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7" name="Cube 1506"/>
            <p:cNvSpPr/>
            <p:nvPr/>
          </p:nvSpPr>
          <p:spPr>
            <a:xfrm>
              <a:off x="6577443"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8" name="Cube 1507"/>
            <p:cNvSpPr/>
            <p:nvPr/>
          </p:nvSpPr>
          <p:spPr>
            <a:xfrm>
              <a:off x="6895621"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9" name="Cube 1508"/>
            <p:cNvSpPr/>
            <p:nvPr/>
          </p:nvSpPr>
          <p:spPr>
            <a:xfrm>
              <a:off x="7213799"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0" name="Cube 1509"/>
            <p:cNvSpPr/>
            <p:nvPr/>
          </p:nvSpPr>
          <p:spPr>
            <a:xfrm>
              <a:off x="7531978"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1" name="Cube 1510"/>
            <p:cNvSpPr/>
            <p:nvPr/>
          </p:nvSpPr>
          <p:spPr>
            <a:xfrm>
              <a:off x="7850156"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2" name="Cube 1511"/>
            <p:cNvSpPr/>
            <p:nvPr/>
          </p:nvSpPr>
          <p:spPr>
            <a:xfrm>
              <a:off x="8168334"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7" name="Cube 1496"/>
            <p:cNvSpPr/>
            <p:nvPr/>
          </p:nvSpPr>
          <p:spPr>
            <a:xfrm>
              <a:off x="5941086"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8" name="Cube 1497"/>
            <p:cNvSpPr/>
            <p:nvPr/>
          </p:nvSpPr>
          <p:spPr>
            <a:xfrm>
              <a:off x="6259264"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9" name="Cube 1498"/>
            <p:cNvSpPr/>
            <p:nvPr/>
          </p:nvSpPr>
          <p:spPr>
            <a:xfrm>
              <a:off x="6577443"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0" name="Cube 1499"/>
            <p:cNvSpPr/>
            <p:nvPr/>
          </p:nvSpPr>
          <p:spPr>
            <a:xfrm>
              <a:off x="6895621"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1" name="Cube 1500"/>
            <p:cNvSpPr/>
            <p:nvPr/>
          </p:nvSpPr>
          <p:spPr>
            <a:xfrm>
              <a:off x="7213799"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2" name="Cube 1501"/>
            <p:cNvSpPr/>
            <p:nvPr/>
          </p:nvSpPr>
          <p:spPr>
            <a:xfrm>
              <a:off x="7531978"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3" name="Cube 1502"/>
            <p:cNvSpPr/>
            <p:nvPr/>
          </p:nvSpPr>
          <p:spPr>
            <a:xfrm>
              <a:off x="7850156"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4" name="Cube 1503"/>
            <p:cNvSpPr/>
            <p:nvPr/>
          </p:nvSpPr>
          <p:spPr>
            <a:xfrm>
              <a:off x="8168334"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9" name="Cube 1488"/>
            <p:cNvSpPr/>
            <p:nvPr/>
          </p:nvSpPr>
          <p:spPr>
            <a:xfrm>
              <a:off x="5941086"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0" name="Cube 1489"/>
            <p:cNvSpPr/>
            <p:nvPr/>
          </p:nvSpPr>
          <p:spPr>
            <a:xfrm>
              <a:off x="6259264"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1" name="Cube 1490"/>
            <p:cNvSpPr/>
            <p:nvPr/>
          </p:nvSpPr>
          <p:spPr>
            <a:xfrm>
              <a:off x="6577443"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2" name="Cube 1491"/>
            <p:cNvSpPr/>
            <p:nvPr/>
          </p:nvSpPr>
          <p:spPr>
            <a:xfrm>
              <a:off x="6895621"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3" name="Cube 1492"/>
            <p:cNvSpPr/>
            <p:nvPr/>
          </p:nvSpPr>
          <p:spPr>
            <a:xfrm>
              <a:off x="7213799"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4" name="Cube 1493"/>
            <p:cNvSpPr/>
            <p:nvPr/>
          </p:nvSpPr>
          <p:spPr>
            <a:xfrm>
              <a:off x="7531978"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5" name="Cube 1494"/>
            <p:cNvSpPr/>
            <p:nvPr/>
          </p:nvSpPr>
          <p:spPr>
            <a:xfrm>
              <a:off x="7850156"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6" name="Cube 1495"/>
            <p:cNvSpPr/>
            <p:nvPr/>
          </p:nvSpPr>
          <p:spPr>
            <a:xfrm>
              <a:off x="8168334"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1" name="Cube 1480"/>
            <p:cNvSpPr/>
            <p:nvPr/>
          </p:nvSpPr>
          <p:spPr>
            <a:xfrm>
              <a:off x="5941086"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2" name="Cube 1481"/>
            <p:cNvSpPr/>
            <p:nvPr/>
          </p:nvSpPr>
          <p:spPr>
            <a:xfrm>
              <a:off x="6259264"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3" name="Cube 1482"/>
            <p:cNvSpPr/>
            <p:nvPr/>
          </p:nvSpPr>
          <p:spPr>
            <a:xfrm>
              <a:off x="6577443"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4" name="Cube 1483"/>
            <p:cNvSpPr/>
            <p:nvPr/>
          </p:nvSpPr>
          <p:spPr>
            <a:xfrm>
              <a:off x="6895621"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5" name="Cube 1484"/>
            <p:cNvSpPr/>
            <p:nvPr/>
          </p:nvSpPr>
          <p:spPr>
            <a:xfrm>
              <a:off x="7213799"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6" name="Cube 1485"/>
            <p:cNvSpPr/>
            <p:nvPr/>
          </p:nvSpPr>
          <p:spPr>
            <a:xfrm>
              <a:off x="7531978"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7" name="Cube 1486"/>
            <p:cNvSpPr/>
            <p:nvPr/>
          </p:nvSpPr>
          <p:spPr>
            <a:xfrm>
              <a:off x="7850156"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8" name="Cube 1487"/>
            <p:cNvSpPr/>
            <p:nvPr/>
          </p:nvSpPr>
          <p:spPr>
            <a:xfrm>
              <a:off x="8168334"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5" name="Cube 1464"/>
            <p:cNvSpPr/>
            <p:nvPr/>
          </p:nvSpPr>
          <p:spPr>
            <a:xfrm>
              <a:off x="5806820"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6" name="Cube 1465"/>
            <p:cNvSpPr/>
            <p:nvPr/>
          </p:nvSpPr>
          <p:spPr>
            <a:xfrm>
              <a:off x="6124998"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7" name="Cube 1466"/>
            <p:cNvSpPr/>
            <p:nvPr/>
          </p:nvSpPr>
          <p:spPr>
            <a:xfrm>
              <a:off x="6443177"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8" name="Cube 1467"/>
            <p:cNvSpPr/>
            <p:nvPr/>
          </p:nvSpPr>
          <p:spPr>
            <a:xfrm>
              <a:off x="6761355"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9" name="Cube 1468"/>
            <p:cNvSpPr/>
            <p:nvPr/>
          </p:nvSpPr>
          <p:spPr>
            <a:xfrm>
              <a:off x="7079533"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0" name="Cube 1469"/>
            <p:cNvSpPr/>
            <p:nvPr/>
          </p:nvSpPr>
          <p:spPr>
            <a:xfrm>
              <a:off x="7397712"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1" name="Cube 1470"/>
            <p:cNvSpPr/>
            <p:nvPr/>
          </p:nvSpPr>
          <p:spPr>
            <a:xfrm>
              <a:off x="7715890"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2" name="Cube 1471"/>
            <p:cNvSpPr/>
            <p:nvPr/>
          </p:nvSpPr>
          <p:spPr>
            <a:xfrm>
              <a:off x="8034068"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7" name="Cube 1456"/>
            <p:cNvSpPr/>
            <p:nvPr/>
          </p:nvSpPr>
          <p:spPr>
            <a:xfrm>
              <a:off x="5806820"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8" name="Cube 1457"/>
            <p:cNvSpPr/>
            <p:nvPr/>
          </p:nvSpPr>
          <p:spPr>
            <a:xfrm>
              <a:off x="6124998"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9" name="Cube 1458"/>
            <p:cNvSpPr/>
            <p:nvPr/>
          </p:nvSpPr>
          <p:spPr>
            <a:xfrm>
              <a:off x="6443177"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0" name="Cube 1459"/>
            <p:cNvSpPr/>
            <p:nvPr/>
          </p:nvSpPr>
          <p:spPr>
            <a:xfrm>
              <a:off x="6761355"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1" name="Cube 1460"/>
            <p:cNvSpPr/>
            <p:nvPr/>
          </p:nvSpPr>
          <p:spPr>
            <a:xfrm>
              <a:off x="7079533"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2" name="Cube 1461"/>
            <p:cNvSpPr/>
            <p:nvPr/>
          </p:nvSpPr>
          <p:spPr>
            <a:xfrm>
              <a:off x="7397712"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3" name="Cube 1462"/>
            <p:cNvSpPr/>
            <p:nvPr/>
          </p:nvSpPr>
          <p:spPr>
            <a:xfrm>
              <a:off x="7715890"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4" name="Cube 1463"/>
            <p:cNvSpPr/>
            <p:nvPr/>
          </p:nvSpPr>
          <p:spPr>
            <a:xfrm>
              <a:off x="8034068"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9" name="Cube 1448"/>
            <p:cNvSpPr/>
            <p:nvPr/>
          </p:nvSpPr>
          <p:spPr>
            <a:xfrm>
              <a:off x="5806820"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0" name="Cube 1449"/>
            <p:cNvSpPr/>
            <p:nvPr/>
          </p:nvSpPr>
          <p:spPr>
            <a:xfrm>
              <a:off x="6124998"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1" name="Cube 1450"/>
            <p:cNvSpPr/>
            <p:nvPr/>
          </p:nvSpPr>
          <p:spPr>
            <a:xfrm>
              <a:off x="6443177"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2" name="Cube 1451"/>
            <p:cNvSpPr/>
            <p:nvPr/>
          </p:nvSpPr>
          <p:spPr>
            <a:xfrm>
              <a:off x="6761355"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3" name="Cube 1452"/>
            <p:cNvSpPr/>
            <p:nvPr/>
          </p:nvSpPr>
          <p:spPr>
            <a:xfrm>
              <a:off x="7079533"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4" name="Cube 1453"/>
            <p:cNvSpPr/>
            <p:nvPr/>
          </p:nvSpPr>
          <p:spPr>
            <a:xfrm>
              <a:off x="7397712"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5" name="Cube 1454"/>
            <p:cNvSpPr/>
            <p:nvPr/>
          </p:nvSpPr>
          <p:spPr>
            <a:xfrm>
              <a:off x="7715890"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6" name="Cube 1455"/>
            <p:cNvSpPr/>
            <p:nvPr/>
          </p:nvSpPr>
          <p:spPr>
            <a:xfrm>
              <a:off x="8034068"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1" name="Cube 1440"/>
            <p:cNvSpPr/>
            <p:nvPr/>
          </p:nvSpPr>
          <p:spPr>
            <a:xfrm>
              <a:off x="5806820"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2" name="Cube 1441"/>
            <p:cNvSpPr/>
            <p:nvPr/>
          </p:nvSpPr>
          <p:spPr>
            <a:xfrm>
              <a:off x="6124998"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3" name="Cube 1442"/>
            <p:cNvSpPr/>
            <p:nvPr/>
          </p:nvSpPr>
          <p:spPr>
            <a:xfrm>
              <a:off x="6443177"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4" name="Cube 1443"/>
            <p:cNvSpPr/>
            <p:nvPr/>
          </p:nvSpPr>
          <p:spPr>
            <a:xfrm>
              <a:off x="6761355"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5" name="Cube 1444"/>
            <p:cNvSpPr/>
            <p:nvPr/>
          </p:nvSpPr>
          <p:spPr>
            <a:xfrm>
              <a:off x="7079533"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6" name="Cube 1445"/>
            <p:cNvSpPr/>
            <p:nvPr/>
          </p:nvSpPr>
          <p:spPr>
            <a:xfrm>
              <a:off x="7397712"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7" name="Cube 1446"/>
            <p:cNvSpPr/>
            <p:nvPr/>
          </p:nvSpPr>
          <p:spPr>
            <a:xfrm>
              <a:off x="7715890"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8" name="Cube 1447"/>
            <p:cNvSpPr/>
            <p:nvPr/>
          </p:nvSpPr>
          <p:spPr>
            <a:xfrm>
              <a:off x="8034068"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3" name="Cube 1432"/>
            <p:cNvSpPr/>
            <p:nvPr/>
          </p:nvSpPr>
          <p:spPr>
            <a:xfrm>
              <a:off x="5806820"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4" name="Cube 1433"/>
            <p:cNvSpPr/>
            <p:nvPr/>
          </p:nvSpPr>
          <p:spPr>
            <a:xfrm>
              <a:off x="6124998"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5" name="Cube 1434"/>
            <p:cNvSpPr/>
            <p:nvPr/>
          </p:nvSpPr>
          <p:spPr>
            <a:xfrm>
              <a:off x="6443177"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6" name="Cube 1435"/>
            <p:cNvSpPr/>
            <p:nvPr/>
          </p:nvSpPr>
          <p:spPr>
            <a:xfrm>
              <a:off x="6761355"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7" name="Cube 1436"/>
            <p:cNvSpPr/>
            <p:nvPr/>
          </p:nvSpPr>
          <p:spPr>
            <a:xfrm>
              <a:off x="7079533"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8" name="Cube 1437"/>
            <p:cNvSpPr/>
            <p:nvPr/>
          </p:nvSpPr>
          <p:spPr>
            <a:xfrm>
              <a:off x="7397712"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9" name="Cube 1438"/>
            <p:cNvSpPr/>
            <p:nvPr/>
          </p:nvSpPr>
          <p:spPr>
            <a:xfrm>
              <a:off x="7715890"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0" name="Cube 1439"/>
            <p:cNvSpPr/>
            <p:nvPr/>
          </p:nvSpPr>
          <p:spPr>
            <a:xfrm>
              <a:off x="8034068"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5" name="Cube 1424"/>
            <p:cNvSpPr/>
            <p:nvPr/>
          </p:nvSpPr>
          <p:spPr>
            <a:xfrm>
              <a:off x="5806820"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6" name="Cube 1425"/>
            <p:cNvSpPr/>
            <p:nvPr/>
          </p:nvSpPr>
          <p:spPr>
            <a:xfrm>
              <a:off x="6124998"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7" name="Cube 1426"/>
            <p:cNvSpPr/>
            <p:nvPr/>
          </p:nvSpPr>
          <p:spPr>
            <a:xfrm>
              <a:off x="6443177"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8" name="Cube 1427"/>
            <p:cNvSpPr/>
            <p:nvPr/>
          </p:nvSpPr>
          <p:spPr>
            <a:xfrm>
              <a:off x="6761355"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9" name="Cube 1428"/>
            <p:cNvSpPr/>
            <p:nvPr/>
          </p:nvSpPr>
          <p:spPr>
            <a:xfrm>
              <a:off x="7079533"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0" name="Cube 1429"/>
            <p:cNvSpPr/>
            <p:nvPr/>
          </p:nvSpPr>
          <p:spPr>
            <a:xfrm>
              <a:off x="7397712"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1" name="Cube 1430"/>
            <p:cNvSpPr/>
            <p:nvPr/>
          </p:nvSpPr>
          <p:spPr>
            <a:xfrm>
              <a:off x="7715890"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2" name="Cube 1431"/>
            <p:cNvSpPr/>
            <p:nvPr/>
          </p:nvSpPr>
          <p:spPr>
            <a:xfrm>
              <a:off x="8034068"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7" name="Cube 1416"/>
            <p:cNvSpPr/>
            <p:nvPr/>
          </p:nvSpPr>
          <p:spPr>
            <a:xfrm>
              <a:off x="5806820"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8" name="Cube 1417"/>
            <p:cNvSpPr/>
            <p:nvPr/>
          </p:nvSpPr>
          <p:spPr>
            <a:xfrm>
              <a:off x="6124998"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9" name="Cube 1418"/>
            <p:cNvSpPr/>
            <p:nvPr/>
          </p:nvSpPr>
          <p:spPr>
            <a:xfrm>
              <a:off x="6443177"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0" name="Cube 1419"/>
            <p:cNvSpPr/>
            <p:nvPr/>
          </p:nvSpPr>
          <p:spPr>
            <a:xfrm>
              <a:off x="6761355"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1" name="Cube 1420"/>
            <p:cNvSpPr/>
            <p:nvPr/>
          </p:nvSpPr>
          <p:spPr>
            <a:xfrm>
              <a:off x="7079533"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2" name="Cube 1421"/>
            <p:cNvSpPr/>
            <p:nvPr/>
          </p:nvSpPr>
          <p:spPr>
            <a:xfrm>
              <a:off x="7397712"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3" name="Cube 1422"/>
            <p:cNvSpPr/>
            <p:nvPr/>
          </p:nvSpPr>
          <p:spPr>
            <a:xfrm>
              <a:off x="7715890"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4" name="Cube 1423"/>
            <p:cNvSpPr/>
            <p:nvPr/>
          </p:nvSpPr>
          <p:spPr>
            <a:xfrm>
              <a:off x="8034068"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9" name="Cube 1408"/>
            <p:cNvSpPr/>
            <p:nvPr/>
          </p:nvSpPr>
          <p:spPr>
            <a:xfrm>
              <a:off x="5806820"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0" name="Cube 1409"/>
            <p:cNvSpPr/>
            <p:nvPr/>
          </p:nvSpPr>
          <p:spPr>
            <a:xfrm>
              <a:off x="6124998"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1" name="Cube 1410"/>
            <p:cNvSpPr/>
            <p:nvPr/>
          </p:nvSpPr>
          <p:spPr>
            <a:xfrm>
              <a:off x="6443177"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2" name="Cube 1411"/>
            <p:cNvSpPr/>
            <p:nvPr/>
          </p:nvSpPr>
          <p:spPr>
            <a:xfrm>
              <a:off x="6761355"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3" name="Cube 1412"/>
            <p:cNvSpPr/>
            <p:nvPr/>
          </p:nvSpPr>
          <p:spPr>
            <a:xfrm>
              <a:off x="7079533"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4" name="Cube 1413"/>
            <p:cNvSpPr/>
            <p:nvPr/>
          </p:nvSpPr>
          <p:spPr>
            <a:xfrm>
              <a:off x="7397712"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5" name="Cube 1414"/>
            <p:cNvSpPr/>
            <p:nvPr/>
          </p:nvSpPr>
          <p:spPr>
            <a:xfrm>
              <a:off x="7715890"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16" name="Cube 1415"/>
            <p:cNvSpPr/>
            <p:nvPr/>
          </p:nvSpPr>
          <p:spPr>
            <a:xfrm>
              <a:off x="8034068"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3" name="Cube 1392"/>
            <p:cNvSpPr/>
            <p:nvPr/>
          </p:nvSpPr>
          <p:spPr>
            <a:xfrm>
              <a:off x="5672554"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4" name="Cube 1393"/>
            <p:cNvSpPr/>
            <p:nvPr/>
          </p:nvSpPr>
          <p:spPr>
            <a:xfrm>
              <a:off x="5990732"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5" name="Cube 1394"/>
            <p:cNvSpPr/>
            <p:nvPr/>
          </p:nvSpPr>
          <p:spPr>
            <a:xfrm>
              <a:off x="6308911"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6" name="Cube 1395"/>
            <p:cNvSpPr/>
            <p:nvPr/>
          </p:nvSpPr>
          <p:spPr>
            <a:xfrm>
              <a:off x="6627089"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7" name="Cube 1396"/>
            <p:cNvSpPr/>
            <p:nvPr/>
          </p:nvSpPr>
          <p:spPr>
            <a:xfrm>
              <a:off x="6945267"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8" name="Cube 1397"/>
            <p:cNvSpPr/>
            <p:nvPr/>
          </p:nvSpPr>
          <p:spPr>
            <a:xfrm>
              <a:off x="7263446"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9" name="Cube 1398"/>
            <p:cNvSpPr/>
            <p:nvPr/>
          </p:nvSpPr>
          <p:spPr>
            <a:xfrm>
              <a:off x="7581624"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0" name="Cube 1399"/>
            <p:cNvSpPr/>
            <p:nvPr/>
          </p:nvSpPr>
          <p:spPr>
            <a:xfrm>
              <a:off x="7899802"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5" name="Cube 1384"/>
            <p:cNvSpPr/>
            <p:nvPr/>
          </p:nvSpPr>
          <p:spPr>
            <a:xfrm>
              <a:off x="5672554"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6" name="Cube 1385"/>
            <p:cNvSpPr/>
            <p:nvPr/>
          </p:nvSpPr>
          <p:spPr>
            <a:xfrm>
              <a:off x="5990732"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7" name="Cube 1386"/>
            <p:cNvSpPr/>
            <p:nvPr/>
          </p:nvSpPr>
          <p:spPr>
            <a:xfrm>
              <a:off x="6308911"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8" name="Cube 1387"/>
            <p:cNvSpPr/>
            <p:nvPr/>
          </p:nvSpPr>
          <p:spPr>
            <a:xfrm>
              <a:off x="6627089"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9" name="Cube 1388"/>
            <p:cNvSpPr/>
            <p:nvPr/>
          </p:nvSpPr>
          <p:spPr>
            <a:xfrm>
              <a:off x="6945267"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0" name="Cube 1389"/>
            <p:cNvSpPr/>
            <p:nvPr/>
          </p:nvSpPr>
          <p:spPr>
            <a:xfrm>
              <a:off x="7263446"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1" name="Cube 1390"/>
            <p:cNvSpPr/>
            <p:nvPr/>
          </p:nvSpPr>
          <p:spPr>
            <a:xfrm>
              <a:off x="7581624"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92" name="Cube 1391"/>
            <p:cNvSpPr/>
            <p:nvPr/>
          </p:nvSpPr>
          <p:spPr>
            <a:xfrm>
              <a:off x="7899802"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7" name="Cube 1376"/>
            <p:cNvSpPr/>
            <p:nvPr/>
          </p:nvSpPr>
          <p:spPr>
            <a:xfrm>
              <a:off x="5672554"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8" name="Cube 1377"/>
            <p:cNvSpPr/>
            <p:nvPr/>
          </p:nvSpPr>
          <p:spPr>
            <a:xfrm>
              <a:off x="5990732"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9" name="Cube 1378"/>
            <p:cNvSpPr/>
            <p:nvPr/>
          </p:nvSpPr>
          <p:spPr>
            <a:xfrm>
              <a:off x="6308911"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0" name="Cube 1379"/>
            <p:cNvSpPr/>
            <p:nvPr/>
          </p:nvSpPr>
          <p:spPr>
            <a:xfrm>
              <a:off x="6627089"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1" name="Cube 1380"/>
            <p:cNvSpPr/>
            <p:nvPr/>
          </p:nvSpPr>
          <p:spPr>
            <a:xfrm>
              <a:off x="6945267"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2" name="Cube 1381"/>
            <p:cNvSpPr/>
            <p:nvPr/>
          </p:nvSpPr>
          <p:spPr>
            <a:xfrm>
              <a:off x="7263446"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3" name="Cube 1382"/>
            <p:cNvSpPr/>
            <p:nvPr/>
          </p:nvSpPr>
          <p:spPr>
            <a:xfrm>
              <a:off x="7581624"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84" name="Cube 1383"/>
            <p:cNvSpPr/>
            <p:nvPr/>
          </p:nvSpPr>
          <p:spPr>
            <a:xfrm>
              <a:off x="7899802"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9" name="Cube 1368"/>
            <p:cNvSpPr/>
            <p:nvPr/>
          </p:nvSpPr>
          <p:spPr>
            <a:xfrm>
              <a:off x="5672554"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0" name="Cube 1369"/>
            <p:cNvSpPr/>
            <p:nvPr/>
          </p:nvSpPr>
          <p:spPr>
            <a:xfrm>
              <a:off x="5990732"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1" name="Cube 1370"/>
            <p:cNvSpPr/>
            <p:nvPr/>
          </p:nvSpPr>
          <p:spPr>
            <a:xfrm>
              <a:off x="6308911"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2" name="Cube 1371"/>
            <p:cNvSpPr/>
            <p:nvPr/>
          </p:nvSpPr>
          <p:spPr>
            <a:xfrm>
              <a:off x="6627089"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3" name="Cube 1372"/>
            <p:cNvSpPr/>
            <p:nvPr/>
          </p:nvSpPr>
          <p:spPr>
            <a:xfrm>
              <a:off x="6945267"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4" name="Cube 1373"/>
            <p:cNvSpPr/>
            <p:nvPr/>
          </p:nvSpPr>
          <p:spPr>
            <a:xfrm>
              <a:off x="7263446"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5" name="Cube 1374"/>
            <p:cNvSpPr/>
            <p:nvPr/>
          </p:nvSpPr>
          <p:spPr>
            <a:xfrm>
              <a:off x="7581624"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76" name="Cube 1375"/>
            <p:cNvSpPr/>
            <p:nvPr/>
          </p:nvSpPr>
          <p:spPr>
            <a:xfrm>
              <a:off x="7899802"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1" name="Cube 1360"/>
            <p:cNvSpPr/>
            <p:nvPr/>
          </p:nvSpPr>
          <p:spPr>
            <a:xfrm>
              <a:off x="5672554"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2" name="Cube 1361"/>
            <p:cNvSpPr/>
            <p:nvPr/>
          </p:nvSpPr>
          <p:spPr>
            <a:xfrm>
              <a:off x="5990732"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3" name="Cube 1362"/>
            <p:cNvSpPr/>
            <p:nvPr/>
          </p:nvSpPr>
          <p:spPr>
            <a:xfrm>
              <a:off x="6308911"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4" name="Cube 1363"/>
            <p:cNvSpPr/>
            <p:nvPr/>
          </p:nvSpPr>
          <p:spPr>
            <a:xfrm>
              <a:off x="6627089"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5" name="Cube 1364"/>
            <p:cNvSpPr/>
            <p:nvPr/>
          </p:nvSpPr>
          <p:spPr>
            <a:xfrm>
              <a:off x="6945267"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6" name="Cube 1365"/>
            <p:cNvSpPr/>
            <p:nvPr/>
          </p:nvSpPr>
          <p:spPr>
            <a:xfrm>
              <a:off x="7263446"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7" name="Cube 1366"/>
            <p:cNvSpPr/>
            <p:nvPr/>
          </p:nvSpPr>
          <p:spPr>
            <a:xfrm>
              <a:off x="7581624"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8" name="Cube 1367"/>
            <p:cNvSpPr/>
            <p:nvPr/>
          </p:nvSpPr>
          <p:spPr>
            <a:xfrm>
              <a:off x="7899802"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3" name="Cube 1352"/>
            <p:cNvSpPr/>
            <p:nvPr/>
          </p:nvSpPr>
          <p:spPr>
            <a:xfrm>
              <a:off x="5672554"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4" name="Cube 1353"/>
            <p:cNvSpPr/>
            <p:nvPr/>
          </p:nvSpPr>
          <p:spPr>
            <a:xfrm>
              <a:off x="5990732"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5" name="Cube 1354"/>
            <p:cNvSpPr/>
            <p:nvPr/>
          </p:nvSpPr>
          <p:spPr>
            <a:xfrm>
              <a:off x="6308911"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6" name="Cube 1355"/>
            <p:cNvSpPr/>
            <p:nvPr/>
          </p:nvSpPr>
          <p:spPr>
            <a:xfrm>
              <a:off x="6627089"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7" name="Cube 1356"/>
            <p:cNvSpPr/>
            <p:nvPr/>
          </p:nvSpPr>
          <p:spPr>
            <a:xfrm>
              <a:off x="6945267"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8" name="Cube 1357"/>
            <p:cNvSpPr/>
            <p:nvPr/>
          </p:nvSpPr>
          <p:spPr>
            <a:xfrm>
              <a:off x="7263446"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9" name="Cube 1358"/>
            <p:cNvSpPr/>
            <p:nvPr/>
          </p:nvSpPr>
          <p:spPr>
            <a:xfrm>
              <a:off x="7581624"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60" name="Cube 1359"/>
            <p:cNvSpPr/>
            <p:nvPr/>
          </p:nvSpPr>
          <p:spPr>
            <a:xfrm>
              <a:off x="7899802"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5" name="Cube 1344"/>
            <p:cNvSpPr/>
            <p:nvPr/>
          </p:nvSpPr>
          <p:spPr>
            <a:xfrm>
              <a:off x="5672554"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6" name="Cube 1345"/>
            <p:cNvSpPr/>
            <p:nvPr/>
          </p:nvSpPr>
          <p:spPr>
            <a:xfrm>
              <a:off x="5990732"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7" name="Cube 1346"/>
            <p:cNvSpPr/>
            <p:nvPr/>
          </p:nvSpPr>
          <p:spPr>
            <a:xfrm>
              <a:off x="6308911"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8" name="Cube 1347"/>
            <p:cNvSpPr/>
            <p:nvPr/>
          </p:nvSpPr>
          <p:spPr>
            <a:xfrm>
              <a:off x="6627089"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9" name="Cube 1348"/>
            <p:cNvSpPr/>
            <p:nvPr/>
          </p:nvSpPr>
          <p:spPr>
            <a:xfrm>
              <a:off x="6945267"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0" name="Cube 1349"/>
            <p:cNvSpPr/>
            <p:nvPr/>
          </p:nvSpPr>
          <p:spPr>
            <a:xfrm>
              <a:off x="7263446"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1" name="Cube 1350"/>
            <p:cNvSpPr/>
            <p:nvPr/>
          </p:nvSpPr>
          <p:spPr>
            <a:xfrm>
              <a:off x="7581624"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52" name="Cube 1351"/>
            <p:cNvSpPr/>
            <p:nvPr/>
          </p:nvSpPr>
          <p:spPr>
            <a:xfrm>
              <a:off x="7899802"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7" name="Cube 1336"/>
            <p:cNvSpPr/>
            <p:nvPr/>
          </p:nvSpPr>
          <p:spPr>
            <a:xfrm>
              <a:off x="5672554"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8" name="Cube 1337"/>
            <p:cNvSpPr/>
            <p:nvPr/>
          </p:nvSpPr>
          <p:spPr>
            <a:xfrm>
              <a:off x="5990732"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9" name="Cube 1338"/>
            <p:cNvSpPr/>
            <p:nvPr/>
          </p:nvSpPr>
          <p:spPr>
            <a:xfrm>
              <a:off x="6308911"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0" name="Cube 1339"/>
            <p:cNvSpPr/>
            <p:nvPr/>
          </p:nvSpPr>
          <p:spPr>
            <a:xfrm>
              <a:off x="6627089"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1" name="Cube 1340"/>
            <p:cNvSpPr/>
            <p:nvPr/>
          </p:nvSpPr>
          <p:spPr>
            <a:xfrm>
              <a:off x="6945267"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2" name="Cube 1341"/>
            <p:cNvSpPr/>
            <p:nvPr/>
          </p:nvSpPr>
          <p:spPr>
            <a:xfrm>
              <a:off x="7263446"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3" name="Cube 1342"/>
            <p:cNvSpPr/>
            <p:nvPr/>
          </p:nvSpPr>
          <p:spPr>
            <a:xfrm>
              <a:off x="7581624"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44" name="Cube 1343"/>
            <p:cNvSpPr/>
            <p:nvPr/>
          </p:nvSpPr>
          <p:spPr>
            <a:xfrm>
              <a:off x="7899802"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1" name="Cube 1320"/>
            <p:cNvSpPr/>
            <p:nvPr/>
          </p:nvSpPr>
          <p:spPr>
            <a:xfrm>
              <a:off x="5538288"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2" name="Cube 1321"/>
            <p:cNvSpPr/>
            <p:nvPr/>
          </p:nvSpPr>
          <p:spPr>
            <a:xfrm>
              <a:off x="5856466"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3" name="Cube 1322"/>
            <p:cNvSpPr/>
            <p:nvPr/>
          </p:nvSpPr>
          <p:spPr>
            <a:xfrm>
              <a:off x="6174645"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4" name="Cube 1323"/>
            <p:cNvSpPr/>
            <p:nvPr/>
          </p:nvSpPr>
          <p:spPr>
            <a:xfrm>
              <a:off x="6492823"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5" name="Cube 1324"/>
            <p:cNvSpPr/>
            <p:nvPr/>
          </p:nvSpPr>
          <p:spPr>
            <a:xfrm>
              <a:off x="6811001"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6" name="Cube 1325"/>
            <p:cNvSpPr/>
            <p:nvPr/>
          </p:nvSpPr>
          <p:spPr>
            <a:xfrm>
              <a:off x="7129180"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7" name="Cube 1326"/>
            <p:cNvSpPr/>
            <p:nvPr/>
          </p:nvSpPr>
          <p:spPr>
            <a:xfrm>
              <a:off x="7447358"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8" name="Cube 1327"/>
            <p:cNvSpPr/>
            <p:nvPr/>
          </p:nvSpPr>
          <p:spPr>
            <a:xfrm>
              <a:off x="7765536"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3" name="Cube 1312"/>
            <p:cNvSpPr/>
            <p:nvPr/>
          </p:nvSpPr>
          <p:spPr>
            <a:xfrm>
              <a:off x="5538288"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4" name="Cube 1313"/>
            <p:cNvSpPr/>
            <p:nvPr/>
          </p:nvSpPr>
          <p:spPr>
            <a:xfrm>
              <a:off x="5856466"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5" name="Cube 1314"/>
            <p:cNvSpPr/>
            <p:nvPr/>
          </p:nvSpPr>
          <p:spPr>
            <a:xfrm>
              <a:off x="6174645"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6" name="Cube 1315"/>
            <p:cNvSpPr/>
            <p:nvPr/>
          </p:nvSpPr>
          <p:spPr>
            <a:xfrm>
              <a:off x="6492823"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7" name="Cube 1316"/>
            <p:cNvSpPr/>
            <p:nvPr/>
          </p:nvSpPr>
          <p:spPr>
            <a:xfrm>
              <a:off x="6811001"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8" name="Cube 1317"/>
            <p:cNvSpPr/>
            <p:nvPr/>
          </p:nvSpPr>
          <p:spPr>
            <a:xfrm>
              <a:off x="7129180"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9" name="Cube 1318"/>
            <p:cNvSpPr/>
            <p:nvPr/>
          </p:nvSpPr>
          <p:spPr>
            <a:xfrm>
              <a:off x="7447358"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0" name="Cube 1319"/>
            <p:cNvSpPr/>
            <p:nvPr/>
          </p:nvSpPr>
          <p:spPr>
            <a:xfrm>
              <a:off x="7765536"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5" name="Cube 1304"/>
            <p:cNvSpPr/>
            <p:nvPr/>
          </p:nvSpPr>
          <p:spPr>
            <a:xfrm>
              <a:off x="5538288"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6" name="Cube 1305"/>
            <p:cNvSpPr/>
            <p:nvPr/>
          </p:nvSpPr>
          <p:spPr>
            <a:xfrm>
              <a:off x="5856466"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7" name="Cube 1306"/>
            <p:cNvSpPr/>
            <p:nvPr/>
          </p:nvSpPr>
          <p:spPr>
            <a:xfrm>
              <a:off x="6174645"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8" name="Cube 1307"/>
            <p:cNvSpPr/>
            <p:nvPr/>
          </p:nvSpPr>
          <p:spPr>
            <a:xfrm>
              <a:off x="6492823"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9" name="Cube 1308"/>
            <p:cNvSpPr/>
            <p:nvPr/>
          </p:nvSpPr>
          <p:spPr>
            <a:xfrm>
              <a:off x="6811001"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0" name="Cube 1309"/>
            <p:cNvSpPr/>
            <p:nvPr/>
          </p:nvSpPr>
          <p:spPr>
            <a:xfrm>
              <a:off x="7129180"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1" name="Cube 1310"/>
            <p:cNvSpPr/>
            <p:nvPr/>
          </p:nvSpPr>
          <p:spPr>
            <a:xfrm>
              <a:off x="7447358"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12" name="Cube 1311"/>
            <p:cNvSpPr/>
            <p:nvPr/>
          </p:nvSpPr>
          <p:spPr>
            <a:xfrm>
              <a:off x="7765536"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7" name="Cube 1296"/>
            <p:cNvSpPr/>
            <p:nvPr/>
          </p:nvSpPr>
          <p:spPr>
            <a:xfrm>
              <a:off x="5538288"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8" name="Cube 1297"/>
            <p:cNvSpPr/>
            <p:nvPr/>
          </p:nvSpPr>
          <p:spPr>
            <a:xfrm>
              <a:off x="5856466"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9" name="Cube 1298"/>
            <p:cNvSpPr/>
            <p:nvPr/>
          </p:nvSpPr>
          <p:spPr>
            <a:xfrm>
              <a:off x="6174645"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0" name="Cube 1299"/>
            <p:cNvSpPr/>
            <p:nvPr/>
          </p:nvSpPr>
          <p:spPr>
            <a:xfrm>
              <a:off x="6492823"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1" name="Cube 1300"/>
            <p:cNvSpPr/>
            <p:nvPr/>
          </p:nvSpPr>
          <p:spPr>
            <a:xfrm>
              <a:off x="6811001"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2" name="Cube 1301"/>
            <p:cNvSpPr/>
            <p:nvPr/>
          </p:nvSpPr>
          <p:spPr>
            <a:xfrm>
              <a:off x="7129180"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3" name="Cube 1302"/>
            <p:cNvSpPr/>
            <p:nvPr/>
          </p:nvSpPr>
          <p:spPr>
            <a:xfrm>
              <a:off x="7447358"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04" name="Cube 1303"/>
            <p:cNvSpPr/>
            <p:nvPr/>
          </p:nvSpPr>
          <p:spPr>
            <a:xfrm>
              <a:off x="7765536"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9" name="Cube 1288"/>
            <p:cNvSpPr/>
            <p:nvPr/>
          </p:nvSpPr>
          <p:spPr>
            <a:xfrm>
              <a:off x="5538288"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0" name="Cube 1289"/>
            <p:cNvSpPr/>
            <p:nvPr/>
          </p:nvSpPr>
          <p:spPr>
            <a:xfrm>
              <a:off x="5856466"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1" name="Cube 1290"/>
            <p:cNvSpPr/>
            <p:nvPr/>
          </p:nvSpPr>
          <p:spPr>
            <a:xfrm>
              <a:off x="6174645"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2" name="Cube 1291"/>
            <p:cNvSpPr/>
            <p:nvPr/>
          </p:nvSpPr>
          <p:spPr>
            <a:xfrm>
              <a:off x="6492823"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3" name="Cube 1292"/>
            <p:cNvSpPr/>
            <p:nvPr/>
          </p:nvSpPr>
          <p:spPr>
            <a:xfrm>
              <a:off x="6811001"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4" name="Cube 1293"/>
            <p:cNvSpPr/>
            <p:nvPr/>
          </p:nvSpPr>
          <p:spPr>
            <a:xfrm>
              <a:off x="7129180"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5" name="Cube 1294"/>
            <p:cNvSpPr/>
            <p:nvPr/>
          </p:nvSpPr>
          <p:spPr>
            <a:xfrm>
              <a:off x="7447358"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6" name="Cube 1295"/>
            <p:cNvSpPr/>
            <p:nvPr/>
          </p:nvSpPr>
          <p:spPr>
            <a:xfrm>
              <a:off x="7765536"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1" name="Cube 1280"/>
            <p:cNvSpPr/>
            <p:nvPr/>
          </p:nvSpPr>
          <p:spPr>
            <a:xfrm>
              <a:off x="5538288"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2" name="Cube 1281"/>
            <p:cNvSpPr/>
            <p:nvPr/>
          </p:nvSpPr>
          <p:spPr>
            <a:xfrm>
              <a:off x="5856466"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3" name="Cube 1282"/>
            <p:cNvSpPr/>
            <p:nvPr/>
          </p:nvSpPr>
          <p:spPr>
            <a:xfrm>
              <a:off x="6174645"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4" name="Cube 1283"/>
            <p:cNvSpPr/>
            <p:nvPr/>
          </p:nvSpPr>
          <p:spPr>
            <a:xfrm>
              <a:off x="6492823"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5" name="Cube 1284"/>
            <p:cNvSpPr/>
            <p:nvPr/>
          </p:nvSpPr>
          <p:spPr>
            <a:xfrm>
              <a:off x="6811001"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6" name="Cube 1285"/>
            <p:cNvSpPr/>
            <p:nvPr/>
          </p:nvSpPr>
          <p:spPr>
            <a:xfrm>
              <a:off x="7129180"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7" name="Cube 1286"/>
            <p:cNvSpPr/>
            <p:nvPr/>
          </p:nvSpPr>
          <p:spPr>
            <a:xfrm>
              <a:off x="7447358"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8" name="Cube 1287"/>
            <p:cNvSpPr/>
            <p:nvPr/>
          </p:nvSpPr>
          <p:spPr>
            <a:xfrm>
              <a:off x="7765536"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3" name="Cube 1272"/>
            <p:cNvSpPr/>
            <p:nvPr/>
          </p:nvSpPr>
          <p:spPr>
            <a:xfrm>
              <a:off x="5538288"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4" name="Cube 1273"/>
            <p:cNvSpPr/>
            <p:nvPr/>
          </p:nvSpPr>
          <p:spPr>
            <a:xfrm>
              <a:off x="5856466"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5" name="Cube 1274"/>
            <p:cNvSpPr/>
            <p:nvPr/>
          </p:nvSpPr>
          <p:spPr>
            <a:xfrm>
              <a:off x="6174645"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6" name="Cube 1275"/>
            <p:cNvSpPr/>
            <p:nvPr/>
          </p:nvSpPr>
          <p:spPr>
            <a:xfrm>
              <a:off x="6492823"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7" name="Cube 1276"/>
            <p:cNvSpPr/>
            <p:nvPr/>
          </p:nvSpPr>
          <p:spPr>
            <a:xfrm>
              <a:off x="6811001"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8" name="Cube 1277"/>
            <p:cNvSpPr/>
            <p:nvPr/>
          </p:nvSpPr>
          <p:spPr>
            <a:xfrm>
              <a:off x="7129180"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9" name="Cube 1278"/>
            <p:cNvSpPr/>
            <p:nvPr/>
          </p:nvSpPr>
          <p:spPr>
            <a:xfrm>
              <a:off x="7447358"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0" name="Cube 1279"/>
            <p:cNvSpPr/>
            <p:nvPr/>
          </p:nvSpPr>
          <p:spPr>
            <a:xfrm>
              <a:off x="7765536"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5" name="Cube 1264"/>
            <p:cNvSpPr/>
            <p:nvPr/>
          </p:nvSpPr>
          <p:spPr>
            <a:xfrm>
              <a:off x="5538288"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6" name="Cube 1265"/>
            <p:cNvSpPr/>
            <p:nvPr/>
          </p:nvSpPr>
          <p:spPr>
            <a:xfrm>
              <a:off x="5856466"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7" name="Cube 1266"/>
            <p:cNvSpPr/>
            <p:nvPr/>
          </p:nvSpPr>
          <p:spPr>
            <a:xfrm>
              <a:off x="6174645"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8" name="Cube 1267"/>
            <p:cNvSpPr/>
            <p:nvPr/>
          </p:nvSpPr>
          <p:spPr>
            <a:xfrm>
              <a:off x="6492823"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9" name="Cube 1268"/>
            <p:cNvSpPr/>
            <p:nvPr/>
          </p:nvSpPr>
          <p:spPr>
            <a:xfrm>
              <a:off x="6811001"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0" name="Cube 1269"/>
            <p:cNvSpPr/>
            <p:nvPr/>
          </p:nvSpPr>
          <p:spPr>
            <a:xfrm>
              <a:off x="7129180"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1" name="Cube 1270"/>
            <p:cNvSpPr/>
            <p:nvPr/>
          </p:nvSpPr>
          <p:spPr>
            <a:xfrm>
              <a:off x="7447358"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72" name="Cube 1271"/>
            <p:cNvSpPr/>
            <p:nvPr/>
          </p:nvSpPr>
          <p:spPr>
            <a:xfrm>
              <a:off x="7765536"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9" name="Cube 1248"/>
            <p:cNvSpPr/>
            <p:nvPr/>
          </p:nvSpPr>
          <p:spPr>
            <a:xfrm>
              <a:off x="5404022"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0" name="Cube 1249"/>
            <p:cNvSpPr/>
            <p:nvPr/>
          </p:nvSpPr>
          <p:spPr>
            <a:xfrm>
              <a:off x="5722200"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1" name="Cube 1250"/>
            <p:cNvSpPr/>
            <p:nvPr/>
          </p:nvSpPr>
          <p:spPr>
            <a:xfrm>
              <a:off x="6040379"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2" name="Cube 1251"/>
            <p:cNvSpPr/>
            <p:nvPr/>
          </p:nvSpPr>
          <p:spPr>
            <a:xfrm>
              <a:off x="6358557"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3" name="Cube 1252"/>
            <p:cNvSpPr/>
            <p:nvPr/>
          </p:nvSpPr>
          <p:spPr>
            <a:xfrm>
              <a:off x="6676735"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4" name="Cube 1253"/>
            <p:cNvSpPr/>
            <p:nvPr/>
          </p:nvSpPr>
          <p:spPr>
            <a:xfrm>
              <a:off x="6994914"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5" name="Cube 1254"/>
            <p:cNvSpPr/>
            <p:nvPr/>
          </p:nvSpPr>
          <p:spPr>
            <a:xfrm>
              <a:off x="7313092"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6" name="Cube 1255"/>
            <p:cNvSpPr/>
            <p:nvPr/>
          </p:nvSpPr>
          <p:spPr>
            <a:xfrm>
              <a:off x="7631270"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1" name="Cube 1240"/>
            <p:cNvSpPr/>
            <p:nvPr/>
          </p:nvSpPr>
          <p:spPr>
            <a:xfrm>
              <a:off x="5404022"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2" name="Cube 1241"/>
            <p:cNvSpPr/>
            <p:nvPr/>
          </p:nvSpPr>
          <p:spPr>
            <a:xfrm>
              <a:off x="5722200"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3" name="Cube 1242"/>
            <p:cNvSpPr/>
            <p:nvPr/>
          </p:nvSpPr>
          <p:spPr>
            <a:xfrm>
              <a:off x="6040379"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4" name="Cube 1243"/>
            <p:cNvSpPr/>
            <p:nvPr/>
          </p:nvSpPr>
          <p:spPr>
            <a:xfrm>
              <a:off x="6358557"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5" name="Cube 1244"/>
            <p:cNvSpPr/>
            <p:nvPr/>
          </p:nvSpPr>
          <p:spPr>
            <a:xfrm>
              <a:off x="6676735"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6" name="Cube 1245"/>
            <p:cNvSpPr/>
            <p:nvPr/>
          </p:nvSpPr>
          <p:spPr>
            <a:xfrm>
              <a:off x="6994914"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7" name="Cube 1246"/>
            <p:cNvSpPr/>
            <p:nvPr/>
          </p:nvSpPr>
          <p:spPr>
            <a:xfrm>
              <a:off x="7313092"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8" name="Cube 1247"/>
            <p:cNvSpPr/>
            <p:nvPr/>
          </p:nvSpPr>
          <p:spPr>
            <a:xfrm>
              <a:off x="7631270"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3" name="Cube 1232"/>
            <p:cNvSpPr/>
            <p:nvPr/>
          </p:nvSpPr>
          <p:spPr>
            <a:xfrm>
              <a:off x="5404022"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4" name="Cube 1233"/>
            <p:cNvSpPr/>
            <p:nvPr/>
          </p:nvSpPr>
          <p:spPr>
            <a:xfrm>
              <a:off x="5722200"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5" name="Cube 1234"/>
            <p:cNvSpPr/>
            <p:nvPr/>
          </p:nvSpPr>
          <p:spPr>
            <a:xfrm>
              <a:off x="6040379"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6" name="Cube 1235"/>
            <p:cNvSpPr/>
            <p:nvPr/>
          </p:nvSpPr>
          <p:spPr>
            <a:xfrm>
              <a:off x="6358557"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7" name="Cube 1236"/>
            <p:cNvSpPr/>
            <p:nvPr/>
          </p:nvSpPr>
          <p:spPr>
            <a:xfrm>
              <a:off x="6676735"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8" name="Cube 1237"/>
            <p:cNvSpPr/>
            <p:nvPr/>
          </p:nvSpPr>
          <p:spPr>
            <a:xfrm>
              <a:off x="6994914"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9" name="Cube 1238"/>
            <p:cNvSpPr/>
            <p:nvPr/>
          </p:nvSpPr>
          <p:spPr>
            <a:xfrm>
              <a:off x="7313092"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0" name="Cube 1239"/>
            <p:cNvSpPr/>
            <p:nvPr/>
          </p:nvSpPr>
          <p:spPr>
            <a:xfrm>
              <a:off x="7631270"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5" name="Cube 1224"/>
            <p:cNvSpPr/>
            <p:nvPr/>
          </p:nvSpPr>
          <p:spPr>
            <a:xfrm>
              <a:off x="5404022"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6" name="Cube 1225"/>
            <p:cNvSpPr/>
            <p:nvPr/>
          </p:nvSpPr>
          <p:spPr>
            <a:xfrm>
              <a:off x="5722200"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7" name="Cube 1226"/>
            <p:cNvSpPr/>
            <p:nvPr/>
          </p:nvSpPr>
          <p:spPr>
            <a:xfrm>
              <a:off x="6040379"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8" name="Cube 1227"/>
            <p:cNvSpPr/>
            <p:nvPr/>
          </p:nvSpPr>
          <p:spPr>
            <a:xfrm>
              <a:off x="6358557"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9" name="Cube 1228"/>
            <p:cNvSpPr/>
            <p:nvPr/>
          </p:nvSpPr>
          <p:spPr>
            <a:xfrm>
              <a:off x="6676735"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0" name="Cube 1229"/>
            <p:cNvSpPr/>
            <p:nvPr/>
          </p:nvSpPr>
          <p:spPr>
            <a:xfrm>
              <a:off x="6994914"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1" name="Cube 1230"/>
            <p:cNvSpPr/>
            <p:nvPr/>
          </p:nvSpPr>
          <p:spPr>
            <a:xfrm>
              <a:off x="7313092"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2" name="Cube 1231"/>
            <p:cNvSpPr/>
            <p:nvPr/>
          </p:nvSpPr>
          <p:spPr>
            <a:xfrm>
              <a:off x="7631270"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7" name="Cube 1216"/>
            <p:cNvSpPr/>
            <p:nvPr/>
          </p:nvSpPr>
          <p:spPr>
            <a:xfrm>
              <a:off x="5404022"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8" name="Cube 1217"/>
            <p:cNvSpPr/>
            <p:nvPr/>
          </p:nvSpPr>
          <p:spPr>
            <a:xfrm>
              <a:off x="5722200"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9" name="Cube 1218"/>
            <p:cNvSpPr/>
            <p:nvPr/>
          </p:nvSpPr>
          <p:spPr>
            <a:xfrm>
              <a:off x="6040379"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0" name="Cube 1219"/>
            <p:cNvSpPr/>
            <p:nvPr/>
          </p:nvSpPr>
          <p:spPr>
            <a:xfrm>
              <a:off x="6358557"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1" name="Cube 1220"/>
            <p:cNvSpPr/>
            <p:nvPr/>
          </p:nvSpPr>
          <p:spPr>
            <a:xfrm>
              <a:off x="6676735"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2" name="Cube 1221"/>
            <p:cNvSpPr/>
            <p:nvPr/>
          </p:nvSpPr>
          <p:spPr>
            <a:xfrm>
              <a:off x="6994914"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3" name="Cube 1222"/>
            <p:cNvSpPr/>
            <p:nvPr/>
          </p:nvSpPr>
          <p:spPr>
            <a:xfrm>
              <a:off x="7313092"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4" name="Cube 1223"/>
            <p:cNvSpPr/>
            <p:nvPr/>
          </p:nvSpPr>
          <p:spPr>
            <a:xfrm>
              <a:off x="7631270"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9" name="Cube 1208"/>
            <p:cNvSpPr/>
            <p:nvPr/>
          </p:nvSpPr>
          <p:spPr>
            <a:xfrm>
              <a:off x="5404022"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0" name="Cube 1209"/>
            <p:cNvSpPr/>
            <p:nvPr/>
          </p:nvSpPr>
          <p:spPr>
            <a:xfrm>
              <a:off x="5722200"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1" name="Cube 1210"/>
            <p:cNvSpPr/>
            <p:nvPr/>
          </p:nvSpPr>
          <p:spPr>
            <a:xfrm>
              <a:off x="6040379"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2" name="Cube 1211"/>
            <p:cNvSpPr/>
            <p:nvPr/>
          </p:nvSpPr>
          <p:spPr>
            <a:xfrm>
              <a:off x="6358557"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3" name="Cube 1212"/>
            <p:cNvSpPr/>
            <p:nvPr/>
          </p:nvSpPr>
          <p:spPr>
            <a:xfrm>
              <a:off x="6676735"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4" name="Cube 1213"/>
            <p:cNvSpPr/>
            <p:nvPr/>
          </p:nvSpPr>
          <p:spPr>
            <a:xfrm>
              <a:off x="6994914"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5" name="Cube 1214"/>
            <p:cNvSpPr/>
            <p:nvPr/>
          </p:nvSpPr>
          <p:spPr>
            <a:xfrm>
              <a:off x="7313092"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6" name="Cube 1215"/>
            <p:cNvSpPr/>
            <p:nvPr/>
          </p:nvSpPr>
          <p:spPr>
            <a:xfrm>
              <a:off x="7631270"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1" name="Cube 1200"/>
            <p:cNvSpPr/>
            <p:nvPr/>
          </p:nvSpPr>
          <p:spPr>
            <a:xfrm>
              <a:off x="5404022"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2" name="Cube 1201"/>
            <p:cNvSpPr/>
            <p:nvPr/>
          </p:nvSpPr>
          <p:spPr>
            <a:xfrm>
              <a:off x="5722200"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3" name="Cube 1202"/>
            <p:cNvSpPr/>
            <p:nvPr/>
          </p:nvSpPr>
          <p:spPr>
            <a:xfrm>
              <a:off x="6040379"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4" name="Cube 1203"/>
            <p:cNvSpPr/>
            <p:nvPr/>
          </p:nvSpPr>
          <p:spPr>
            <a:xfrm>
              <a:off x="6358557"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5" name="Cube 1204"/>
            <p:cNvSpPr/>
            <p:nvPr/>
          </p:nvSpPr>
          <p:spPr>
            <a:xfrm>
              <a:off x="6676735"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6" name="Cube 1205"/>
            <p:cNvSpPr/>
            <p:nvPr/>
          </p:nvSpPr>
          <p:spPr>
            <a:xfrm>
              <a:off x="6994914"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7" name="Cube 1206"/>
            <p:cNvSpPr/>
            <p:nvPr/>
          </p:nvSpPr>
          <p:spPr>
            <a:xfrm>
              <a:off x="7313092"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8" name="Cube 1207"/>
            <p:cNvSpPr/>
            <p:nvPr/>
          </p:nvSpPr>
          <p:spPr>
            <a:xfrm>
              <a:off x="7631270"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3" name="Cube 1192"/>
            <p:cNvSpPr/>
            <p:nvPr/>
          </p:nvSpPr>
          <p:spPr>
            <a:xfrm>
              <a:off x="5404022"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4" name="Cube 1193"/>
            <p:cNvSpPr/>
            <p:nvPr/>
          </p:nvSpPr>
          <p:spPr>
            <a:xfrm>
              <a:off x="5722200"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5" name="Cube 1194"/>
            <p:cNvSpPr/>
            <p:nvPr/>
          </p:nvSpPr>
          <p:spPr>
            <a:xfrm>
              <a:off x="6040379"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6" name="Cube 1195"/>
            <p:cNvSpPr/>
            <p:nvPr/>
          </p:nvSpPr>
          <p:spPr>
            <a:xfrm>
              <a:off x="6358557"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7" name="Cube 1196"/>
            <p:cNvSpPr/>
            <p:nvPr/>
          </p:nvSpPr>
          <p:spPr>
            <a:xfrm>
              <a:off x="6676735"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8" name="Cube 1197"/>
            <p:cNvSpPr/>
            <p:nvPr/>
          </p:nvSpPr>
          <p:spPr>
            <a:xfrm>
              <a:off x="6994914"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9" name="Cube 1198"/>
            <p:cNvSpPr/>
            <p:nvPr/>
          </p:nvSpPr>
          <p:spPr>
            <a:xfrm>
              <a:off x="7313092"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0" name="Cube 1199"/>
            <p:cNvSpPr/>
            <p:nvPr/>
          </p:nvSpPr>
          <p:spPr>
            <a:xfrm>
              <a:off x="7631270"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3" name="Group 2"/>
          <p:cNvGrpSpPr/>
          <p:nvPr/>
        </p:nvGrpSpPr>
        <p:grpSpPr>
          <a:xfrm>
            <a:off x="792609" y="1978139"/>
            <a:ext cx="1270832" cy="1279174"/>
            <a:chOff x="792609" y="2285499"/>
            <a:chExt cx="1270832" cy="1279174"/>
          </a:xfrm>
        </p:grpSpPr>
        <p:sp>
          <p:nvSpPr>
            <p:cNvPr id="1033" name="Cube 1032"/>
            <p:cNvSpPr/>
            <p:nvPr/>
          </p:nvSpPr>
          <p:spPr>
            <a:xfrm>
              <a:off x="1598205"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4" name="Cube 1033"/>
            <p:cNvSpPr/>
            <p:nvPr/>
          </p:nvSpPr>
          <p:spPr>
            <a:xfrm>
              <a:off x="1598205"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1" name="Cube 1100"/>
            <p:cNvSpPr/>
            <p:nvPr/>
          </p:nvSpPr>
          <p:spPr>
            <a:xfrm>
              <a:off x="1463939"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1463939"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1329673"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1329673"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4" name="Cube 1173"/>
            <p:cNvSpPr/>
            <p:nvPr/>
          </p:nvSpPr>
          <p:spPr>
            <a:xfrm>
              <a:off x="1647851"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5" name="Cube 1174"/>
            <p:cNvSpPr/>
            <p:nvPr/>
          </p:nvSpPr>
          <p:spPr>
            <a:xfrm>
              <a:off x="1329673"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6" name="Cube 1175"/>
            <p:cNvSpPr/>
            <p:nvPr/>
          </p:nvSpPr>
          <p:spPr>
            <a:xfrm>
              <a:off x="1647851"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7" name="Cube 1176"/>
            <p:cNvSpPr/>
            <p:nvPr/>
          </p:nvSpPr>
          <p:spPr>
            <a:xfrm>
              <a:off x="1195407"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9" name="Cube 1178"/>
            <p:cNvSpPr/>
            <p:nvPr/>
          </p:nvSpPr>
          <p:spPr>
            <a:xfrm>
              <a:off x="1195407"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0" name="Cube 1179"/>
            <p:cNvSpPr/>
            <p:nvPr/>
          </p:nvSpPr>
          <p:spPr>
            <a:xfrm>
              <a:off x="1513585"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1" name="Cube 1180"/>
            <p:cNvSpPr/>
            <p:nvPr/>
          </p:nvSpPr>
          <p:spPr>
            <a:xfrm>
              <a:off x="1195407"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2" name="Cube 1181"/>
            <p:cNvSpPr/>
            <p:nvPr/>
          </p:nvSpPr>
          <p:spPr>
            <a:xfrm>
              <a:off x="1513585"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6" name="Cube 1185"/>
            <p:cNvSpPr/>
            <p:nvPr/>
          </p:nvSpPr>
          <p:spPr>
            <a:xfrm>
              <a:off x="1061141"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7" name="Cube 1186"/>
            <p:cNvSpPr/>
            <p:nvPr/>
          </p:nvSpPr>
          <p:spPr>
            <a:xfrm>
              <a:off x="1379319"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8" name="Cube 1187"/>
            <p:cNvSpPr/>
            <p:nvPr/>
          </p:nvSpPr>
          <p:spPr>
            <a:xfrm>
              <a:off x="1697498"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9" name="Cube 1188"/>
            <p:cNvSpPr/>
            <p:nvPr/>
          </p:nvSpPr>
          <p:spPr>
            <a:xfrm>
              <a:off x="1061141"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0" name="Cube 1189"/>
            <p:cNvSpPr/>
            <p:nvPr/>
          </p:nvSpPr>
          <p:spPr>
            <a:xfrm>
              <a:off x="1379319"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1" name="Cube 1190"/>
            <p:cNvSpPr/>
            <p:nvPr/>
          </p:nvSpPr>
          <p:spPr>
            <a:xfrm>
              <a:off x="1697498"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2" name="Cube 1191"/>
            <p:cNvSpPr/>
            <p:nvPr/>
          </p:nvSpPr>
          <p:spPr>
            <a:xfrm>
              <a:off x="1061141"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7" name="Cube 1256"/>
            <p:cNvSpPr/>
            <p:nvPr/>
          </p:nvSpPr>
          <p:spPr>
            <a:xfrm>
              <a:off x="1379319"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8" name="Cube 1257"/>
            <p:cNvSpPr/>
            <p:nvPr/>
          </p:nvSpPr>
          <p:spPr>
            <a:xfrm>
              <a:off x="1697498"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9" name="Cube 1258"/>
            <p:cNvSpPr/>
            <p:nvPr/>
          </p:nvSpPr>
          <p:spPr>
            <a:xfrm>
              <a:off x="926875"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0" name="Cube 1259"/>
            <p:cNvSpPr/>
            <p:nvPr/>
          </p:nvSpPr>
          <p:spPr>
            <a:xfrm>
              <a:off x="1245053"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1" name="Cube 1260"/>
            <p:cNvSpPr/>
            <p:nvPr/>
          </p:nvSpPr>
          <p:spPr>
            <a:xfrm>
              <a:off x="1563232"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2" name="Cube 1261"/>
            <p:cNvSpPr/>
            <p:nvPr/>
          </p:nvSpPr>
          <p:spPr>
            <a:xfrm>
              <a:off x="926875"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3" name="Cube 1262"/>
            <p:cNvSpPr/>
            <p:nvPr/>
          </p:nvSpPr>
          <p:spPr>
            <a:xfrm>
              <a:off x="1245053"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64" name="Cube 1263"/>
            <p:cNvSpPr/>
            <p:nvPr/>
          </p:nvSpPr>
          <p:spPr>
            <a:xfrm>
              <a:off x="1549502" y="275082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9" name="Cube 1328"/>
            <p:cNvSpPr/>
            <p:nvPr/>
          </p:nvSpPr>
          <p:spPr>
            <a:xfrm>
              <a:off x="926875"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0" name="Cube 1329"/>
            <p:cNvSpPr/>
            <p:nvPr/>
          </p:nvSpPr>
          <p:spPr>
            <a:xfrm>
              <a:off x="1245053"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1" name="Cube 1330"/>
            <p:cNvSpPr/>
            <p:nvPr/>
          </p:nvSpPr>
          <p:spPr>
            <a:xfrm>
              <a:off x="1563232"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2" name="Cube 1331"/>
            <p:cNvSpPr/>
            <p:nvPr/>
          </p:nvSpPr>
          <p:spPr>
            <a:xfrm>
              <a:off x="792609"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3" name="Cube 1332"/>
            <p:cNvSpPr/>
            <p:nvPr/>
          </p:nvSpPr>
          <p:spPr>
            <a:xfrm>
              <a:off x="1110787"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4" name="Cube 1333"/>
            <p:cNvSpPr/>
            <p:nvPr/>
          </p:nvSpPr>
          <p:spPr>
            <a:xfrm>
              <a:off x="1428966"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36" name="Cube 1335"/>
            <p:cNvSpPr/>
            <p:nvPr/>
          </p:nvSpPr>
          <p:spPr>
            <a:xfrm>
              <a:off x="792609"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1" name="Cube 1400"/>
            <p:cNvSpPr/>
            <p:nvPr/>
          </p:nvSpPr>
          <p:spPr>
            <a:xfrm>
              <a:off x="1110787"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2" name="Cube 1401"/>
            <p:cNvSpPr/>
            <p:nvPr/>
          </p:nvSpPr>
          <p:spPr>
            <a:xfrm>
              <a:off x="1428966" y="286107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4" name="Cube 1403"/>
            <p:cNvSpPr/>
            <p:nvPr/>
          </p:nvSpPr>
          <p:spPr>
            <a:xfrm>
              <a:off x="792609"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5" name="Cube 1404"/>
            <p:cNvSpPr/>
            <p:nvPr/>
          </p:nvSpPr>
          <p:spPr>
            <a:xfrm>
              <a:off x="1110787"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06" name="Cube 1405"/>
            <p:cNvSpPr/>
            <p:nvPr/>
          </p:nvSpPr>
          <p:spPr>
            <a:xfrm>
              <a:off x="1428966" y="252342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557" name="TextBox 556"/>
          <p:cNvSpPr txBox="1"/>
          <p:nvPr/>
        </p:nvSpPr>
        <p:spPr>
          <a:xfrm>
            <a:off x="5501368" y="4974491"/>
            <a:ext cx="1066800" cy="369332"/>
          </a:xfrm>
          <a:prstGeom prst="rect">
            <a:avLst/>
          </a:prstGeom>
          <a:noFill/>
        </p:spPr>
        <p:txBody>
          <a:bodyPr wrap="square" rtlCol="0">
            <a:spAutoFit/>
          </a:bodyPr>
          <a:lstStyle/>
          <a:p>
            <a:pPr algn="ctr"/>
            <a:r>
              <a:rPr lang="en-US" dirty="0"/>
              <a:t>output</a:t>
            </a:r>
          </a:p>
        </p:txBody>
      </p:sp>
      <p:sp>
        <p:nvSpPr>
          <p:cNvPr id="558" name="TextBox 557"/>
          <p:cNvSpPr txBox="1"/>
          <p:nvPr/>
        </p:nvSpPr>
        <p:spPr>
          <a:xfrm>
            <a:off x="510864" y="3276546"/>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spTree>
    <p:extLst>
      <p:ext uri="{BB962C8B-B14F-4D97-AF65-F5344CB8AC3E}">
        <p14:creationId xmlns:p14="http://schemas.microsoft.com/office/powerpoint/2010/main" val="2983350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0"/>
          </p:nvPr>
        </p:nvSpPr>
        <p:spPr/>
        <p:txBody>
          <a:bodyPr/>
          <a:lstStyle/>
          <a:p>
            <a:r>
              <a:rPr lang="en-US" dirty="0"/>
              <a:t>Large Tile Size</a:t>
            </a:r>
          </a:p>
        </p:txBody>
      </p:sp>
      <p:grpSp>
        <p:nvGrpSpPr>
          <p:cNvPr id="3208" name="Group 3207"/>
          <p:cNvGrpSpPr/>
          <p:nvPr/>
        </p:nvGrpSpPr>
        <p:grpSpPr>
          <a:xfrm>
            <a:off x="4797050" y="1383329"/>
            <a:ext cx="3533056" cy="3562249"/>
            <a:chOff x="5404022" y="1930991"/>
            <a:chExt cx="3533056" cy="3562249"/>
          </a:xfrm>
        </p:grpSpPr>
        <p:sp>
          <p:nvSpPr>
            <p:cNvPr id="3209" name="Cube 3208"/>
            <p:cNvSpPr/>
            <p:nvPr/>
          </p:nvSpPr>
          <p:spPr>
            <a:xfrm>
              <a:off x="6343887"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0" name="Cube 3209"/>
            <p:cNvSpPr/>
            <p:nvPr/>
          </p:nvSpPr>
          <p:spPr>
            <a:xfrm>
              <a:off x="6662065"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1" name="Cube 3210"/>
            <p:cNvSpPr/>
            <p:nvPr/>
          </p:nvSpPr>
          <p:spPr>
            <a:xfrm>
              <a:off x="6980244"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2" name="Cube 3211"/>
            <p:cNvSpPr/>
            <p:nvPr/>
          </p:nvSpPr>
          <p:spPr>
            <a:xfrm>
              <a:off x="7298422"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3" name="Cube 3212"/>
            <p:cNvSpPr/>
            <p:nvPr/>
          </p:nvSpPr>
          <p:spPr>
            <a:xfrm>
              <a:off x="7616600"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4" name="Cube 3213"/>
            <p:cNvSpPr/>
            <p:nvPr/>
          </p:nvSpPr>
          <p:spPr>
            <a:xfrm>
              <a:off x="7934779"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5" name="Cube 3214"/>
            <p:cNvSpPr/>
            <p:nvPr/>
          </p:nvSpPr>
          <p:spPr>
            <a:xfrm>
              <a:off x="8252957"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6" name="Cube 3215"/>
            <p:cNvSpPr/>
            <p:nvPr/>
          </p:nvSpPr>
          <p:spPr>
            <a:xfrm>
              <a:off x="8571135"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7" name="Cube 3216"/>
            <p:cNvSpPr/>
            <p:nvPr/>
          </p:nvSpPr>
          <p:spPr>
            <a:xfrm>
              <a:off x="6343887"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8" name="Cube 3217"/>
            <p:cNvSpPr/>
            <p:nvPr/>
          </p:nvSpPr>
          <p:spPr>
            <a:xfrm>
              <a:off x="6662065"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9" name="Cube 3218"/>
            <p:cNvSpPr/>
            <p:nvPr/>
          </p:nvSpPr>
          <p:spPr>
            <a:xfrm>
              <a:off x="6980244"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0" name="Cube 3219"/>
            <p:cNvSpPr/>
            <p:nvPr/>
          </p:nvSpPr>
          <p:spPr>
            <a:xfrm>
              <a:off x="7298422"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1" name="Cube 3220"/>
            <p:cNvSpPr/>
            <p:nvPr/>
          </p:nvSpPr>
          <p:spPr>
            <a:xfrm>
              <a:off x="7616600"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2" name="Cube 3221"/>
            <p:cNvSpPr/>
            <p:nvPr/>
          </p:nvSpPr>
          <p:spPr>
            <a:xfrm>
              <a:off x="7934779"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3" name="Cube 3222"/>
            <p:cNvSpPr/>
            <p:nvPr/>
          </p:nvSpPr>
          <p:spPr>
            <a:xfrm>
              <a:off x="8252957"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4" name="Cube 3223"/>
            <p:cNvSpPr/>
            <p:nvPr/>
          </p:nvSpPr>
          <p:spPr>
            <a:xfrm>
              <a:off x="8571135"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5" name="Cube 3224"/>
            <p:cNvSpPr/>
            <p:nvPr/>
          </p:nvSpPr>
          <p:spPr>
            <a:xfrm>
              <a:off x="6343887"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6" name="Cube 3225"/>
            <p:cNvSpPr/>
            <p:nvPr/>
          </p:nvSpPr>
          <p:spPr>
            <a:xfrm>
              <a:off x="6662065"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7" name="Cube 3226"/>
            <p:cNvSpPr/>
            <p:nvPr/>
          </p:nvSpPr>
          <p:spPr>
            <a:xfrm>
              <a:off x="6980244"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8" name="Cube 3227"/>
            <p:cNvSpPr/>
            <p:nvPr/>
          </p:nvSpPr>
          <p:spPr>
            <a:xfrm>
              <a:off x="7298422"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9" name="Cube 3228"/>
            <p:cNvSpPr/>
            <p:nvPr/>
          </p:nvSpPr>
          <p:spPr>
            <a:xfrm>
              <a:off x="7616600"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0" name="Cube 3229"/>
            <p:cNvSpPr/>
            <p:nvPr/>
          </p:nvSpPr>
          <p:spPr>
            <a:xfrm>
              <a:off x="7934779"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1" name="Cube 3230"/>
            <p:cNvSpPr/>
            <p:nvPr/>
          </p:nvSpPr>
          <p:spPr>
            <a:xfrm>
              <a:off x="8252957"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2" name="Cube 3231"/>
            <p:cNvSpPr/>
            <p:nvPr/>
          </p:nvSpPr>
          <p:spPr>
            <a:xfrm>
              <a:off x="8571135"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3" name="Cube 3232"/>
            <p:cNvSpPr/>
            <p:nvPr/>
          </p:nvSpPr>
          <p:spPr>
            <a:xfrm>
              <a:off x="6343887"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4" name="Cube 3233"/>
            <p:cNvSpPr/>
            <p:nvPr/>
          </p:nvSpPr>
          <p:spPr>
            <a:xfrm>
              <a:off x="6662065"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5" name="Cube 3234"/>
            <p:cNvSpPr/>
            <p:nvPr/>
          </p:nvSpPr>
          <p:spPr>
            <a:xfrm>
              <a:off x="6980244"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6" name="Cube 3235"/>
            <p:cNvSpPr/>
            <p:nvPr/>
          </p:nvSpPr>
          <p:spPr>
            <a:xfrm>
              <a:off x="7298422"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7" name="Cube 3236"/>
            <p:cNvSpPr/>
            <p:nvPr/>
          </p:nvSpPr>
          <p:spPr>
            <a:xfrm>
              <a:off x="7616600"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8" name="Cube 3237"/>
            <p:cNvSpPr/>
            <p:nvPr/>
          </p:nvSpPr>
          <p:spPr>
            <a:xfrm>
              <a:off x="7934779"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9" name="Cube 3238"/>
            <p:cNvSpPr/>
            <p:nvPr/>
          </p:nvSpPr>
          <p:spPr>
            <a:xfrm>
              <a:off x="8252957"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0" name="Cube 3239"/>
            <p:cNvSpPr/>
            <p:nvPr/>
          </p:nvSpPr>
          <p:spPr>
            <a:xfrm>
              <a:off x="8571135"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1" name="Cube 3240"/>
            <p:cNvSpPr/>
            <p:nvPr/>
          </p:nvSpPr>
          <p:spPr>
            <a:xfrm>
              <a:off x="6343887"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2" name="Cube 3241"/>
            <p:cNvSpPr/>
            <p:nvPr/>
          </p:nvSpPr>
          <p:spPr>
            <a:xfrm>
              <a:off x="6662065"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3" name="Cube 3242"/>
            <p:cNvSpPr/>
            <p:nvPr/>
          </p:nvSpPr>
          <p:spPr>
            <a:xfrm>
              <a:off x="6980244"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4" name="Cube 3243"/>
            <p:cNvSpPr/>
            <p:nvPr/>
          </p:nvSpPr>
          <p:spPr>
            <a:xfrm>
              <a:off x="7298422"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5" name="Cube 3244"/>
            <p:cNvSpPr/>
            <p:nvPr/>
          </p:nvSpPr>
          <p:spPr>
            <a:xfrm>
              <a:off x="7616600"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6" name="Cube 3245"/>
            <p:cNvSpPr/>
            <p:nvPr/>
          </p:nvSpPr>
          <p:spPr>
            <a:xfrm>
              <a:off x="7934779"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7" name="Cube 3246"/>
            <p:cNvSpPr/>
            <p:nvPr/>
          </p:nvSpPr>
          <p:spPr>
            <a:xfrm>
              <a:off x="8252957"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8" name="Cube 3247"/>
            <p:cNvSpPr/>
            <p:nvPr/>
          </p:nvSpPr>
          <p:spPr>
            <a:xfrm>
              <a:off x="8571135"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9" name="Cube 3248"/>
            <p:cNvSpPr/>
            <p:nvPr/>
          </p:nvSpPr>
          <p:spPr>
            <a:xfrm>
              <a:off x="6343887"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0" name="Cube 3249"/>
            <p:cNvSpPr/>
            <p:nvPr/>
          </p:nvSpPr>
          <p:spPr>
            <a:xfrm>
              <a:off x="6662065"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1" name="Cube 3250"/>
            <p:cNvSpPr/>
            <p:nvPr/>
          </p:nvSpPr>
          <p:spPr>
            <a:xfrm>
              <a:off x="6980244"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2" name="Cube 3251"/>
            <p:cNvSpPr/>
            <p:nvPr/>
          </p:nvSpPr>
          <p:spPr>
            <a:xfrm>
              <a:off x="7298422"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3" name="Cube 3252"/>
            <p:cNvSpPr/>
            <p:nvPr/>
          </p:nvSpPr>
          <p:spPr>
            <a:xfrm>
              <a:off x="7616600"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4" name="Cube 3253"/>
            <p:cNvSpPr/>
            <p:nvPr/>
          </p:nvSpPr>
          <p:spPr>
            <a:xfrm>
              <a:off x="7934779"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5" name="Cube 3254"/>
            <p:cNvSpPr/>
            <p:nvPr/>
          </p:nvSpPr>
          <p:spPr>
            <a:xfrm>
              <a:off x="8252957"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6" name="Cube 3255"/>
            <p:cNvSpPr/>
            <p:nvPr/>
          </p:nvSpPr>
          <p:spPr>
            <a:xfrm>
              <a:off x="8571135"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7" name="Cube 3256"/>
            <p:cNvSpPr/>
            <p:nvPr/>
          </p:nvSpPr>
          <p:spPr>
            <a:xfrm>
              <a:off x="6343887"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8" name="Cube 3257"/>
            <p:cNvSpPr/>
            <p:nvPr/>
          </p:nvSpPr>
          <p:spPr>
            <a:xfrm>
              <a:off x="6662065"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9" name="Cube 3258"/>
            <p:cNvSpPr/>
            <p:nvPr/>
          </p:nvSpPr>
          <p:spPr>
            <a:xfrm>
              <a:off x="6980244"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0" name="Cube 3259"/>
            <p:cNvSpPr/>
            <p:nvPr/>
          </p:nvSpPr>
          <p:spPr>
            <a:xfrm>
              <a:off x="7298422"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1" name="Cube 3260"/>
            <p:cNvSpPr/>
            <p:nvPr/>
          </p:nvSpPr>
          <p:spPr>
            <a:xfrm>
              <a:off x="7616600"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2" name="Cube 3261"/>
            <p:cNvSpPr/>
            <p:nvPr/>
          </p:nvSpPr>
          <p:spPr>
            <a:xfrm>
              <a:off x="7934779"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3" name="Cube 3262"/>
            <p:cNvSpPr/>
            <p:nvPr/>
          </p:nvSpPr>
          <p:spPr>
            <a:xfrm>
              <a:off x="8252957"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4" name="Cube 3263"/>
            <p:cNvSpPr/>
            <p:nvPr/>
          </p:nvSpPr>
          <p:spPr>
            <a:xfrm>
              <a:off x="8571135"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5" name="Cube 3264"/>
            <p:cNvSpPr/>
            <p:nvPr/>
          </p:nvSpPr>
          <p:spPr>
            <a:xfrm>
              <a:off x="6343887"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6" name="Cube 3265"/>
            <p:cNvSpPr/>
            <p:nvPr/>
          </p:nvSpPr>
          <p:spPr>
            <a:xfrm>
              <a:off x="6662065"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7" name="Cube 3266"/>
            <p:cNvSpPr/>
            <p:nvPr/>
          </p:nvSpPr>
          <p:spPr>
            <a:xfrm>
              <a:off x="6980244"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8" name="Cube 3267"/>
            <p:cNvSpPr/>
            <p:nvPr/>
          </p:nvSpPr>
          <p:spPr>
            <a:xfrm>
              <a:off x="7298422"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9" name="Cube 3268"/>
            <p:cNvSpPr/>
            <p:nvPr/>
          </p:nvSpPr>
          <p:spPr>
            <a:xfrm>
              <a:off x="7616600"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0" name="Cube 3269"/>
            <p:cNvSpPr/>
            <p:nvPr/>
          </p:nvSpPr>
          <p:spPr>
            <a:xfrm>
              <a:off x="7934779"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1" name="Cube 3270"/>
            <p:cNvSpPr/>
            <p:nvPr/>
          </p:nvSpPr>
          <p:spPr>
            <a:xfrm>
              <a:off x="8252957"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2" name="Cube 3271"/>
            <p:cNvSpPr/>
            <p:nvPr/>
          </p:nvSpPr>
          <p:spPr>
            <a:xfrm>
              <a:off x="8571135"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3" name="Cube 3272"/>
            <p:cNvSpPr/>
            <p:nvPr/>
          </p:nvSpPr>
          <p:spPr>
            <a:xfrm>
              <a:off x="6209618"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4" name="Cube 3273"/>
            <p:cNvSpPr/>
            <p:nvPr/>
          </p:nvSpPr>
          <p:spPr>
            <a:xfrm>
              <a:off x="6527796"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5" name="Cube 3274"/>
            <p:cNvSpPr/>
            <p:nvPr/>
          </p:nvSpPr>
          <p:spPr>
            <a:xfrm>
              <a:off x="6845975"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6" name="Cube 3275"/>
            <p:cNvSpPr/>
            <p:nvPr/>
          </p:nvSpPr>
          <p:spPr>
            <a:xfrm>
              <a:off x="7164153"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7" name="Cube 3276"/>
            <p:cNvSpPr/>
            <p:nvPr/>
          </p:nvSpPr>
          <p:spPr>
            <a:xfrm>
              <a:off x="7482331"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8" name="Cube 3277"/>
            <p:cNvSpPr/>
            <p:nvPr/>
          </p:nvSpPr>
          <p:spPr>
            <a:xfrm>
              <a:off x="7800510"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9" name="Cube 3278"/>
            <p:cNvSpPr/>
            <p:nvPr/>
          </p:nvSpPr>
          <p:spPr>
            <a:xfrm>
              <a:off x="8118688"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0" name="Cube 3279"/>
            <p:cNvSpPr/>
            <p:nvPr/>
          </p:nvSpPr>
          <p:spPr>
            <a:xfrm>
              <a:off x="8436866"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1" name="Cube 3280"/>
            <p:cNvSpPr/>
            <p:nvPr/>
          </p:nvSpPr>
          <p:spPr>
            <a:xfrm>
              <a:off x="6209618"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2" name="Cube 3281"/>
            <p:cNvSpPr/>
            <p:nvPr/>
          </p:nvSpPr>
          <p:spPr>
            <a:xfrm>
              <a:off x="6527796"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3" name="Cube 3282"/>
            <p:cNvSpPr/>
            <p:nvPr/>
          </p:nvSpPr>
          <p:spPr>
            <a:xfrm>
              <a:off x="6845975"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4" name="Cube 3283"/>
            <p:cNvSpPr/>
            <p:nvPr/>
          </p:nvSpPr>
          <p:spPr>
            <a:xfrm>
              <a:off x="7164153"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5" name="Cube 3284"/>
            <p:cNvSpPr/>
            <p:nvPr/>
          </p:nvSpPr>
          <p:spPr>
            <a:xfrm>
              <a:off x="7482331"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6" name="Cube 3285"/>
            <p:cNvSpPr/>
            <p:nvPr/>
          </p:nvSpPr>
          <p:spPr>
            <a:xfrm>
              <a:off x="7800510"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7" name="Cube 3286"/>
            <p:cNvSpPr/>
            <p:nvPr/>
          </p:nvSpPr>
          <p:spPr>
            <a:xfrm>
              <a:off x="8118688"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8" name="Cube 3287"/>
            <p:cNvSpPr/>
            <p:nvPr/>
          </p:nvSpPr>
          <p:spPr>
            <a:xfrm>
              <a:off x="8436866"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9" name="Cube 3288"/>
            <p:cNvSpPr/>
            <p:nvPr/>
          </p:nvSpPr>
          <p:spPr>
            <a:xfrm>
              <a:off x="6209618"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0" name="Cube 3289"/>
            <p:cNvSpPr/>
            <p:nvPr/>
          </p:nvSpPr>
          <p:spPr>
            <a:xfrm>
              <a:off x="6527796"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1" name="Cube 3290"/>
            <p:cNvSpPr/>
            <p:nvPr/>
          </p:nvSpPr>
          <p:spPr>
            <a:xfrm>
              <a:off x="6845975"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2" name="Cube 3291"/>
            <p:cNvSpPr/>
            <p:nvPr/>
          </p:nvSpPr>
          <p:spPr>
            <a:xfrm>
              <a:off x="7164153"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3" name="Cube 3292"/>
            <p:cNvSpPr/>
            <p:nvPr/>
          </p:nvSpPr>
          <p:spPr>
            <a:xfrm>
              <a:off x="7482331"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4" name="Cube 3293"/>
            <p:cNvSpPr/>
            <p:nvPr/>
          </p:nvSpPr>
          <p:spPr>
            <a:xfrm>
              <a:off x="7800510"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5" name="Cube 3294"/>
            <p:cNvSpPr/>
            <p:nvPr/>
          </p:nvSpPr>
          <p:spPr>
            <a:xfrm>
              <a:off x="8118688"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6" name="Cube 3295"/>
            <p:cNvSpPr/>
            <p:nvPr/>
          </p:nvSpPr>
          <p:spPr>
            <a:xfrm>
              <a:off x="8436866"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7" name="Cube 3296"/>
            <p:cNvSpPr/>
            <p:nvPr/>
          </p:nvSpPr>
          <p:spPr>
            <a:xfrm>
              <a:off x="6209618"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8" name="Cube 3297"/>
            <p:cNvSpPr/>
            <p:nvPr/>
          </p:nvSpPr>
          <p:spPr>
            <a:xfrm>
              <a:off x="6527796"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9" name="Cube 3298"/>
            <p:cNvSpPr/>
            <p:nvPr/>
          </p:nvSpPr>
          <p:spPr>
            <a:xfrm>
              <a:off x="6845975"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0" name="Cube 3299"/>
            <p:cNvSpPr/>
            <p:nvPr/>
          </p:nvSpPr>
          <p:spPr>
            <a:xfrm>
              <a:off x="7164153"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1" name="Cube 3300"/>
            <p:cNvSpPr/>
            <p:nvPr/>
          </p:nvSpPr>
          <p:spPr>
            <a:xfrm>
              <a:off x="7482331"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2" name="Cube 3301"/>
            <p:cNvSpPr/>
            <p:nvPr/>
          </p:nvSpPr>
          <p:spPr>
            <a:xfrm>
              <a:off x="7800510"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3" name="Cube 3302"/>
            <p:cNvSpPr/>
            <p:nvPr/>
          </p:nvSpPr>
          <p:spPr>
            <a:xfrm>
              <a:off x="8118688"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4" name="Cube 3303"/>
            <p:cNvSpPr/>
            <p:nvPr/>
          </p:nvSpPr>
          <p:spPr>
            <a:xfrm>
              <a:off x="8436866"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5" name="Cube 3304"/>
            <p:cNvSpPr/>
            <p:nvPr/>
          </p:nvSpPr>
          <p:spPr>
            <a:xfrm>
              <a:off x="6209618"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6" name="Cube 3305"/>
            <p:cNvSpPr/>
            <p:nvPr/>
          </p:nvSpPr>
          <p:spPr>
            <a:xfrm>
              <a:off x="6527796"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7" name="Cube 3306"/>
            <p:cNvSpPr/>
            <p:nvPr/>
          </p:nvSpPr>
          <p:spPr>
            <a:xfrm>
              <a:off x="6845975"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8" name="Cube 3307"/>
            <p:cNvSpPr/>
            <p:nvPr/>
          </p:nvSpPr>
          <p:spPr>
            <a:xfrm>
              <a:off x="7164153"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9" name="Cube 3308"/>
            <p:cNvSpPr/>
            <p:nvPr/>
          </p:nvSpPr>
          <p:spPr>
            <a:xfrm>
              <a:off x="7482331"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0" name="Cube 3309"/>
            <p:cNvSpPr/>
            <p:nvPr/>
          </p:nvSpPr>
          <p:spPr>
            <a:xfrm>
              <a:off x="7800510"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1" name="Cube 3310"/>
            <p:cNvSpPr/>
            <p:nvPr/>
          </p:nvSpPr>
          <p:spPr>
            <a:xfrm>
              <a:off x="8118688"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2" name="Cube 3311"/>
            <p:cNvSpPr/>
            <p:nvPr/>
          </p:nvSpPr>
          <p:spPr>
            <a:xfrm>
              <a:off x="8436866"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3" name="Cube 3312"/>
            <p:cNvSpPr/>
            <p:nvPr/>
          </p:nvSpPr>
          <p:spPr>
            <a:xfrm>
              <a:off x="6209618"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4" name="Cube 3313"/>
            <p:cNvSpPr/>
            <p:nvPr/>
          </p:nvSpPr>
          <p:spPr>
            <a:xfrm>
              <a:off x="6527796"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5" name="Cube 3314"/>
            <p:cNvSpPr/>
            <p:nvPr/>
          </p:nvSpPr>
          <p:spPr>
            <a:xfrm>
              <a:off x="6845975"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6" name="Cube 3315"/>
            <p:cNvSpPr/>
            <p:nvPr/>
          </p:nvSpPr>
          <p:spPr>
            <a:xfrm>
              <a:off x="7164153"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7" name="Cube 3316"/>
            <p:cNvSpPr/>
            <p:nvPr/>
          </p:nvSpPr>
          <p:spPr>
            <a:xfrm>
              <a:off x="7482331"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8" name="Cube 3317"/>
            <p:cNvSpPr/>
            <p:nvPr/>
          </p:nvSpPr>
          <p:spPr>
            <a:xfrm>
              <a:off x="7800510"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9" name="Cube 3318"/>
            <p:cNvSpPr/>
            <p:nvPr/>
          </p:nvSpPr>
          <p:spPr>
            <a:xfrm>
              <a:off x="8118688"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0" name="Cube 3319"/>
            <p:cNvSpPr/>
            <p:nvPr/>
          </p:nvSpPr>
          <p:spPr>
            <a:xfrm>
              <a:off x="8436866"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1" name="Cube 3320"/>
            <p:cNvSpPr/>
            <p:nvPr/>
          </p:nvSpPr>
          <p:spPr>
            <a:xfrm>
              <a:off x="6209618"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2" name="Cube 3321"/>
            <p:cNvSpPr/>
            <p:nvPr/>
          </p:nvSpPr>
          <p:spPr>
            <a:xfrm>
              <a:off x="6527796"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3" name="Cube 3322"/>
            <p:cNvSpPr/>
            <p:nvPr/>
          </p:nvSpPr>
          <p:spPr>
            <a:xfrm>
              <a:off x="6845975"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4" name="Cube 3323"/>
            <p:cNvSpPr/>
            <p:nvPr/>
          </p:nvSpPr>
          <p:spPr>
            <a:xfrm>
              <a:off x="7164153"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5" name="Cube 3324"/>
            <p:cNvSpPr/>
            <p:nvPr/>
          </p:nvSpPr>
          <p:spPr>
            <a:xfrm>
              <a:off x="7482331"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6" name="Cube 3325"/>
            <p:cNvSpPr/>
            <p:nvPr/>
          </p:nvSpPr>
          <p:spPr>
            <a:xfrm>
              <a:off x="7800510"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7" name="Cube 3326"/>
            <p:cNvSpPr/>
            <p:nvPr/>
          </p:nvSpPr>
          <p:spPr>
            <a:xfrm>
              <a:off x="8118688"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8" name="Cube 3327"/>
            <p:cNvSpPr/>
            <p:nvPr/>
          </p:nvSpPr>
          <p:spPr>
            <a:xfrm>
              <a:off x="8436866"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9" name="Cube 3328"/>
            <p:cNvSpPr/>
            <p:nvPr/>
          </p:nvSpPr>
          <p:spPr>
            <a:xfrm>
              <a:off x="6209618"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0" name="Cube 3329"/>
            <p:cNvSpPr/>
            <p:nvPr/>
          </p:nvSpPr>
          <p:spPr>
            <a:xfrm>
              <a:off x="6527796"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1" name="Cube 3330"/>
            <p:cNvSpPr/>
            <p:nvPr/>
          </p:nvSpPr>
          <p:spPr>
            <a:xfrm>
              <a:off x="6845975"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2" name="Cube 3331"/>
            <p:cNvSpPr/>
            <p:nvPr/>
          </p:nvSpPr>
          <p:spPr>
            <a:xfrm>
              <a:off x="7164153"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3" name="Cube 3332"/>
            <p:cNvSpPr/>
            <p:nvPr/>
          </p:nvSpPr>
          <p:spPr>
            <a:xfrm>
              <a:off x="7482331"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4" name="Cube 3333"/>
            <p:cNvSpPr/>
            <p:nvPr/>
          </p:nvSpPr>
          <p:spPr>
            <a:xfrm>
              <a:off x="7800510"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5" name="Cube 3334"/>
            <p:cNvSpPr/>
            <p:nvPr/>
          </p:nvSpPr>
          <p:spPr>
            <a:xfrm>
              <a:off x="8118688"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6" name="Cube 3335"/>
            <p:cNvSpPr/>
            <p:nvPr/>
          </p:nvSpPr>
          <p:spPr>
            <a:xfrm>
              <a:off x="8436866"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7" name="Cube 3336"/>
            <p:cNvSpPr/>
            <p:nvPr/>
          </p:nvSpPr>
          <p:spPr>
            <a:xfrm>
              <a:off x="6075352"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8" name="Cube 3337"/>
            <p:cNvSpPr/>
            <p:nvPr/>
          </p:nvSpPr>
          <p:spPr>
            <a:xfrm>
              <a:off x="6393530"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9" name="Cube 3338"/>
            <p:cNvSpPr/>
            <p:nvPr/>
          </p:nvSpPr>
          <p:spPr>
            <a:xfrm>
              <a:off x="6711709"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0" name="Cube 3339"/>
            <p:cNvSpPr/>
            <p:nvPr/>
          </p:nvSpPr>
          <p:spPr>
            <a:xfrm>
              <a:off x="7029887"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1" name="Cube 3340"/>
            <p:cNvSpPr/>
            <p:nvPr/>
          </p:nvSpPr>
          <p:spPr>
            <a:xfrm>
              <a:off x="7348065"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2" name="Cube 3341"/>
            <p:cNvSpPr/>
            <p:nvPr/>
          </p:nvSpPr>
          <p:spPr>
            <a:xfrm>
              <a:off x="7666244"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3" name="Cube 3342"/>
            <p:cNvSpPr/>
            <p:nvPr/>
          </p:nvSpPr>
          <p:spPr>
            <a:xfrm>
              <a:off x="7984422"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4" name="Cube 3343"/>
            <p:cNvSpPr/>
            <p:nvPr/>
          </p:nvSpPr>
          <p:spPr>
            <a:xfrm>
              <a:off x="8302600"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5" name="Cube 3344"/>
            <p:cNvSpPr/>
            <p:nvPr/>
          </p:nvSpPr>
          <p:spPr>
            <a:xfrm>
              <a:off x="6075352"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6" name="Cube 3345"/>
            <p:cNvSpPr/>
            <p:nvPr/>
          </p:nvSpPr>
          <p:spPr>
            <a:xfrm>
              <a:off x="6393530"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7" name="Cube 3346"/>
            <p:cNvSpPr/>
            <p:nvPr/>
          </p:nvSpPr>
          <p:spPr>
            <a:xfrm>
              <a:off x="6711709"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8" name="Cube 3347"/>
            <p:cNvSpPr/>
            <p:nvPr/>
          </p:nvSpPr>
          <p:spPr>
            <a:xfrm>
              <a:off x="7029887"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9" name="Cube 3348"/>
            <p:cNvSpPr/>
            <p:nvPr/>
          </p:nvSpPr>
          <p:spPr>
            <a:xfrm>
              <a:off x="7348065"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0" name="Cube 3349"/>
            <p:cNvSpPr/>
            <p:nvPr/>
          </p:nvSpPr>
          <p:spPr>
            <a:xfrm>
              <a:off x="7666244"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1" name="Cube 3350"/>
            <p:cNvSpPr/>
            <p:nvPr/>
          </p:nvSpPr>
          <p:spPr>
            <a:xfrm>
              <a:off x="7984422"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2" name="Cube 3351"/>
            <p:cNvSpPr/>
            <p:nvPr/>
          </p:nvSpPr>
          <p:spPr>
            <a:xfrm>
              <a:off x="8302600"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3" name="Cube 3352"/>
            <p:cNvSpPr/>
            <p:nvPr/>
          </p:nvSpPr>
          <p:spPr>
            <a:xfrm>
              <a:off x="6075352"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4" name="Cube 3353"/>
            <p:cNvSpPr/>
            <p:nvPr/>
          </p:nvSpPr>
          <p:spPr>
            <a:xfrm>
              <a:off x="6393530"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5" name="Cube 3354"/>
            <p:cNvSpPr/>
            <p:nvPr/>
          </p:nvSpPr>
          <p:spPr>
            <a:xfrm>
              <a:off x="6711709"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6" name="Cube 3355"/>
            <p:cNvSpPr/>
            <p:nvPr/>
          </p:nvSpPr>
          <p:spPr>
            <a:xfrm>
              <a:off x="7029887"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7" name="Cube 3356"/>
            <p:cNvSpPr/>
            <p:nvPr/>
          </p:nvSpPr>
          <p:spPr>
            <a:xfrm>
              <a:off x="7348065"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8" name="Cube 3357"/>
            <p:cNvSpPr/>
            <p:nvPr/>
          </p:nvSpPr>
          <p:spPr>
            <a:xfrm>
              <a:off x="7666244"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9" name="Cube 3358"/>
            <p:cNvSpPr/>
            <p:nvPr/>
          </p:nvSpPr>
          <p:spPr>
            <a:xfrm>
              <a:off x="7984422"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0" name="Cube 3359"/>
            <p:cNvSpPr/>
            <p:nvPr/>
          </p:nvSpPr>
          <p:spPr>
            <a:xfrm>
              <a:off x="8302600"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1" name="Cube 3360"/>
            <p:cNvSpPr/>
            <p:nvPr/>
          </p:nvSpPr>
          <p:spPr>
            <a:xfrm>
              <a:off x="6075352"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2" name="Cube 3361"/>
            <p:cNvSpPr/>
            <p:nvPr/>
          </p:nvSpPr>
          <p:spPr>
            <a:xfrm>
              <a:off x="6393530"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3" name="Cube 3362"/>
            <p:cNvSpPr/>
            <p:nvPr/>
          </p:nvSpPr>
          <p:spPr>
            <a:xfrm>
              <a:off x="6711709"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4" name="Cube 3363"/>
            <p:cNvSpPr/>
            <p:nvPr/>
          </p:nvSpPr>
          <p:spPr>
            <a:xfrm>
              <a:off x="7029887"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5" name="Cube 3364"/>
            <p:cNvSpPr/>
            <p:nvPr/>
          </p:nvSpPr>
          <p:spPr>
            <a:xfrm>
              <a:off x="7348065"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6" name="Cube 3365"/>
            <p:cNvSpPr/>
            <p:nvPr/>
          </p:nvSpPr>
          <p:spPr>
            <a:xfrm>
              <a:off x="7666244"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7" name="Cube 3366"/>
            <p:cNvSpPr/>
            <p:nvPr/>
          </p:nvSpPr>
          <p:spPr>
            <a:xfrm>
              <a:off x="7984422"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8" name="Cube 3367"/>
            <p:cNvSpPr/>
            <p:nvPr/>
          </p:nvSpPr>
          <p:spPr>
            <a:xfrm>
              <a:off x="8302600"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9" name="Cube 3368"/>
            <p:cNvSpPr/>
            <p:nvPr/>
          </p:nvSpPr>
          <p:spPr>
            <a:xfrm>
              <a:off x="6075352"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0" name="Cube 3369"/>
            <p:cNvSpPr/>
            <p:nvPr/>
          </p:nvSpPr>
          <p:spPr>
            <a:xfrm>
              <a:off x="6393530"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1" name="Cube 3370"/>
            <p:cNvSpPr/>
            <p:nvPr/>
          </p:nvSpPr>
          <p:spPr>
            <a:xfrm>
              <a:off x="6711709"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2" name="Cube 3371"/>
            <p:cNvSpPr/>
            <p:nvPr/>
          </p:nvSpPr>
          <p:spPr>
            <a:xfrm>
              <a:off x="7029887"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3" name="Cube 3372"/>
            <p:cNvSpPr/>
            <p:nvPr/>
          </p:nvSpPr>
          <p:spPr>
            <a:xfrm>
              <a:off x="7348065"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4" name="Cube 3373"/>
            <p:cNvSpPr/>
            <p:nvPr/>
          </p:nvSpPr>
          <p:spPr>
            <a:xfrm>
              <a:off x="7666244"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5" name="Cube 3374"/>
            <p:cNvSpPr/>
            <p:nvPr/>
          </p:nvSpPr>
          <p:spPr>
            <a:xfrm>
              <a:off x="7984422"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6" name="Cube 3375"/>
            <p:cNvSpPr/>
            <p:nvPr/>
          </p:nvSpPr>
          <p:spPr>
            <a:xfrm>
              <a:off x="8302600"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7" name="Cube 3376"/>
            <p:cNvSpPr/>
            <p:nvPr/>
          </p:nvSpPr>
          <p:spPr>
            <a:xfrm>
              <a:off x="6075352"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8" name="Cube 3377"/>
            <p:cNvSpPr/>
            <p:nvPr/>
          </p:nvSpPr>
          <p:spPr>
            <a:xfrm>
              <a:off x="6393530"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9" name="Cube 3378"/>
            <p:cNvSpPr/>
            <p:nvPr/>
          </p:nvSpPr>
          <p:spPr>
            <a:xfrm>
              <a:off x="6711709"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0" name="Cube 3379"/>
            <p:cNvSpPr/>
            <p:nvPr/>
          </p:nvSpPr>
          <p:spPr>
            <a:xfrm>
              <a:off x="7029887"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1" name="Cube 3380"/>
            <p:cNvSpPr/>
            <p:nvPr/>
          </p:nvSpPr>
          <p:spPr>
            <a:xfrm>
              <a:off x="7348065"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2" name="Cube 3381"/>
            <p:cNvSpPr/>
            <p:nvPr/>
          </p:nvSpPr>
          <p:spPr>
            <a:xfrm>
              <a:off x="7666244"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3" name="Cube 3382"/>
            <p:cNvSpPr/>
            <p:nvPr/>
          </p:nvSpPr>
          <p:spPr>
            <a:xfrm>
              <a:off x="7984422"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4" name="Cube 3383"/>
            <p:cNvSpPr/>
            <p:nvPr/>
          </p:nvSpPr>
          <p:spPr>
            <a:xfrm>
              <a:off x="8302600"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5" name="Cube 3384"/>
            <p:cNvSpPr/>
            <p:nvPr/>
          </p:nvSpPr>
          <p:spPr>
            <a:xfrm>
              <a:off x="6075352"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6" name="Cube 3385"/>
            <p:cNvSpPr/>
            <p:nvPr/>
          </p:nvSpPr>
          <p:spPr>
            <a:xfrm>
              <a:off x="6393530"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7" name="Cube 3386"/>
            <p:cNvSpPr/>
            <p:nvPr/>
          </p:nvSpPr>
          <p:spPr>
            <a:xfrm>
              <a:off x="6711709"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8" name="Cube 3387"/>
            <p:cNvSpPr/>
            <p:nvPr/>
          </p:nvSpPr>
          <p:spPr>
            <a:xfrm>
              <a:off x="7029887"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9" name="Cube 3388"/>
            <p:cNvSpPr/>
            <p:nvPr/>
          </p:nvSpPr>
          <p:spPr>
            <a:xfrm>
              <a:off x="7348065"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0" name="Cube 3389"/>
            <p:cNvSpPr/>
            <p:nvPr/>
          </p:nvSpPr>
          <p:spPr>
            <a:xfrm>
              <a:off x="7666244"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1" name="Cube 3390"/>
            <p:cNvSpPr/>
            <p:nvPr/>
          </p:nvSpPr>
          <p:spPr>
            <a:xfrm>
              <a:off x="7984422"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2" name="Cube 3391"/>
            <p:cNvSpPr/>
            <p:nvPr/>
          </p:nvSpPr>
          <p:spPr>
            <a:xfrm>
              <a:off x="8302600"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3" name="Cube 3392"/>
            <p:cNvSpPr/>
            <p:nvPr/>
          </p:nvSpPr>
          <p:spPr>
            <a:xfrm>
              <a:off x="6075352"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4" name="Cube 3393"/>
            <p:cNvSpPr/>
            <p:nvPr/>
          </p:nvSpPr>
          <p:spPr>
            <a:xfrm>
              <a:off x="6393530"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5" name="Cube 3394"/>
            <p:cNvSpPr/>
            <p:nvPr/>
          </p:nvSpPr>
          <p:spPr>
            <a:xfrm>
              <a:off x="6711709"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6" name="Cube 3395"/>
            <p:cNvSpPr/>
            <p:nvPr/>
          </p:nvSpPr>
          <p:spPr>
            <a:xfrm>
              <a:off x="7029887"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7" name="Cube 3396"/>
            <p:cNvSpPr/>
            <p:nvPr/>
          </p:nvSpPr>
          <p:spPr>
            <a:xfrm>
              <a:off x="7348065"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8" name="Cube 3397"/>
            <p:cNvSpPr/>
            <p:nvPr/>
          </p:nvSpPr>
          <p:spPr>
            <a:xfrm>
              <a:off x="7666244"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9" name="Cube 3398"/>
            <p:cNvSpPr/>
            <p:nvPr/>
          </p:nvSpPr>
          <p:spPr>
            <a:xfrm>
              <a:off x="7984422"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0" name="Cube 3399"/>
            <p:cNvSpPr/>
            <p:nvPr/>
          </p:nvSpPr>
          <p:spPr>
            <a:xfrm>
              <a:off x="8302600"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1" name="Cube 3400"/>
            <p:cNvSpPr/>
            <p:nvPr/>
          </p:nvSpPr>
          <p:spPr>
            <a:xfrm>
              <a:off x="5941086"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2" name="Cube 3401"/>
            <p:cNvSpPr/>
            <p:nvPr/>
          </p:nvSpPr>
          <p:spPr>
            <a:xfrm>
              <a:off x="6259264"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3" name="Cube 3402"/>
            <p:cNvSpPr/>
            <p:nvPr/>
          </p:nvSpPr>
          <p:spPr>
            <a:xfrm>
              <a:off x="6577443"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4" name="Cube 3403"/>
            <p:cNvSpPr/>
            <p:nvPr/>
          </p:nvSpPr>
          <p:spPr>
            <a:xfrm>
              <a:off x="6895621"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5" name="Cube 3404"/>
            <p:cNvSpPr/>
            <p:nvPr/>
          </p:nvSpPr>
          <p:spPr>
            <a:xfrm>
              <a:off x="7213799"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6" name="Cube 3405"/>
            <p:cNvSpPr/>
            <p:nvPr/>
          </p:nvSpPr>
          <p:spPr>
            <a:xfrm>
              <a:off x="7531978"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7" name="Cube 3406"/>
            <p:cNvSpPr/>
            <p:nvPr/>
          </p:nvSpPr>
          <p:spPr>
            <a:xfrm>
              <a:off x="7850156"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8" name="Cube 3407"/>
            <p:cNvSpPr/>
            <p:nvPr/>
          </p:nvSpPr>
          <p:spPr>
            <a:xfrm>
              <a:off x="8168334"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9" name="Cube 3408"/>
            <p:cNvSpPr/>
            <p:nvPr/>
          </p:nvSpPr>
          <p:spPr>
            <a:xfrm>
              <a:off x="5941086"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0" name="Cube 3409"/>
            <p:cNvSpPr/>
            <p:nvPr/>
          </p:nvSpPr>
          <p:spPr>
            <a:xfrm>
              <a:off x="6259264"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1" name="Cube 3410"/>
            <p:cNvSpPr/>
            <p:nvPr/>
          </p:nvSpPr>
          <p:spPr>
            <a:xfrm>
              <a:off x="6577443"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2" name="Cube 3411"/>
            <p:cNvSpPr/>
            <p:nvPr/>
          </p:nvSpPr>
          <p:spPr>
            <a:xfrm>
              <a:off x="6895621"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3" name="Cube 3412"/>
            <p:cNvSpPr/>
            <p:nvPr/>
          </p:nvSpPr>
          <p:spPr>
            <a:xfrm>
              <a:off x="7213799"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4" name="Cube 3413"/>
            <p:cNvSpPr/>
            <p:nvPr/>
          </p:nvSpPr>
          <p:spPr>
            <a:xfrm>
              <a:off x="7531978"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5" name="Cube 3414"/>
            <p:cNvSpPr/>
            <p:nvPr/>
          </p:nvSpPr>
          <p:spPr>
            <a:xfrm>
              <a:off x="7850156"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6" name="Cube 3415"/>
            <p:cNvSpPr/>
            <p:nvPr/>
          </p:nvSpPr>
          <p:spPr>
            <a:xfrm>
              <a:off x="8168334"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7" name="Cube 3416"/>
            <p:cNvSpPr/>
            <p:nvPr/>
          </p:nvSpPr>
          <p:spPr>
            <a:xfrm>
              <a:off x="5941086"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8" name="Cube 3417"/>
            <p:cNvSpPr/>
            <p:nvPr/>
          </p:nvSpPr>
          <p:spPr>
            <a:xfrm>
              <a:off x="6259264"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9" name="Cube 3418"/>
            <p:cNvSpPr/>
            <p:nvPr/>
          </p:nvSpPr>
          <p:spPr>
            <a:xfrm>
              <a:off x="6577443"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0" name="Cube 3419"/>
            <p:cNvSpPr/>
            <p:nvPr/>
          </p:nvSpPr>
          <p:spPr>
            <a:xfrm>
              <a:off x="6895621"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1" name="Cube 3420"/>
            <p:cNvSpPr/>
            <p:nvPr/>
          </p:nvSpPr>
          <p:spPr>
            <a:xfrm>
              <a:off x="7213799"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2" name="Cube 3421"/>
            <p:cNvSpPr/>
            <p:nvPr/>
          </p:nvSpPr>
          <p:spPr>
            <a:xfrm>
              <a:off x="7531978"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3" name="Cube 3422"/>
            <p:cNvSpPr/>
            <p:nvPr/>
          </p:nvSpPr>
          <p:spPr>
            <a:xfrm>
              <a:off x="7850156"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4" name="Cube 3423"/>
            <p:cNvSpPr/>
            <p:nvPr/>
          </p:nvSpPr>
          <p:spPr>
            <a:xfrm>
              <a:off x="8168334"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5" name="Cube 3424"/>
            <p:cNvSpPr/>
            <p:nvPr/>
          </p:nvSpPr>
          <p:spPr>
            <a:xfrm>
              <a:off x="5941086"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6" name="Cube 3425"/>
            <p:cNvSpPr/>
            <p:nvPr/>
          </p:nvSpPr>
          <p:spPr>
            <a:xfrm>
              <a:off x="6259264"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7" name="Cube 3426"/>
            <p:cNvSpPr/>
            <p:nvPr/>
          </p:nvSpPr>
          <p:spPr>
            <a:xfrm>
              <a:off x="6577443"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8" name="Cube 3427"/>
            <p:cNvSpPr/>
            <p:nvPr/>
          </p:nvSpPr>
          <p:spPr>
            <a:xfrm>
              <a:off x="6895621"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9" name="Cube 3428"/>
            <p:cNvSpPr/>
            <p:nvPr/>
          </p:nvSpPr>
          <p:spPr>
            <a:xfrm>
              <a:off x="7213799"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0" name="Cube 3429"/>
            <p:cNvSpPr/>
            <p:nvPr/>
          </p:nvSpPr>
          <p:spPr>
            <a:xfrm>
              <a:off x="7531978"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1" name="Cube 3430"/>
            <p:cNvSpPr/>
            <p:nvPr/>
          </p:nvSpPr>
          <p:spPr>
            <a:xfrm>
              <a:off x="7850156"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2" name="Cube 3431"/>
            <p:cNvSpPr/>
            <p:nvPr/>
          </p:nvSpPr>
          <p:spPr>
            <a:xfrm>
              <a:off x="8168334"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3" name="Cube 3432"/>
            <p:cNvSpPr/>
            <p:nvPr/>
          </p:nvSpPr>
          <p:spPr>
            <a:xfrm>
              <a:off x="5941086"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4" name="Cube 3433"/>
            <p:cNvSpPr/>
            <p:nvPr/>
          </p:nvSpPr>
          <p:spPr>
            <a:xfrm>
              <a:off x="6259264"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5" name="Cube 3434"/>
            <p:cNvSpPr/>
            <p:nvPr/>
          </p:nvSpPr>
          <p:spPr>
            <a:xfrm>
              <a:off x="6577443"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6" name="Cube 3435"/>
            <p:cNvSpPr/>
            <p:nvPr/>
          </p:nvSpPr>
          <p:spPr>
            <a:xfrm>
              <a:off x="6895621"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7" name="Cube 3436"/>
            <p:cNvSpPr/>
            <p:nvPr/>
          </p:nvSpPr>
          <p:spPr>
            <a:xfrm>
              <a:off x="7213799"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8" name="Cube 3437"/>
            <p:cNvSpPr/>
            <p:nvPr/>
          </p:nvSpPr>
          <p:spPr>
            <a:xfrm>
              <a:off x="7531978"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9" name="Cube 3438"/>
            <p:cNvSpPr/>
            <p:nvPr/>
          </p:nvSpPr>
          <p:spPr>
            <a:xfrm>
              <a:off x="7850156"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0" name="Cube 3439"/>
            <p:cNvSpPr/>
            <p:nvPr/>
          </p:nvSpPr>
          <p:spPr>
            <a:xfrm>
              <a:off x="8168334"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1" name="Cube 3440"/>
            <p:cNvSpPr/>
            <p:nvPr/>
          </p:nvSpPr>
          <p:spPr>
            <a:xfrm>
              <a:off x="5941086"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2" name="Cube 3441"/>
            <p:cNvSpPr/>
            <p:nvPr/>
          </p:nvSpPr>
          <p:spPr>
            <a:xfrm>
              <a:off x="6259264"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3" name="Cube 3442"/>
            <p:cNvSpPr/>
            <p:nvPr/>
          </p:nvSpPr>
          <p:spPr>
            <a:xfrm>
              <a:off x="6577443"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4" name="Cube 3443"/>
            <p:cNvSpPr/>
            <p:nvPr/>
          </p:nvSpPr>
          <p:spPr>
            <a:xfrm>
              <a:off x="6895621"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5" name="Cube 3444"/>
            <p:cNvSpPr/>
            <p:nvPr/>
          </p:nvSpPr>
          <p:spPr>
            <a:xfrm>
              <a:off x="7213799"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6" name="Cube 3445"/>
            <p:cNvSpPr/>
            <p:nvPr/>
          </p:nvSpPr>
          <p:spPr>
            <a:xfrm>
              <a:off x="7531978"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7" name="Cube 3446"/>
            <p:cNvSpPr/>
            <p:nvPr/>
          </p:nvSpPr>
          <p:spPr>
            <a:xfrm>
              <a:off x="7850156"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8" name="Cube 3447"/>
            <p:cNvSpPr/>
            <p:nvPr/>
          </p:nvSpPr>
          <p:spPr>
            <a:xfrm>
              <a:off x="8168334"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9" name="Cube 3448"/>
            <p:cNvSpPr/>
            <p:nvPr/>
          </p:nvSpPr>
          <p:spPr>
            <a:xfrm>
              <a:off x="5941086"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0" name="Cube 3449"/>
            <p:cNvSpPr/>
            <p:nvPr/>
          </p:nvSpPr>
          <p:spPr>
            <a:xfrm>
              <a:off x="6259264"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1" name="Cube 3450"/>
            <p:cNvSpPr/>
            <p:nvPr/>
          </p:nvSpPr>
          <p:spPr>
            <a:xfrm>
              <a:off x="6577443"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2" name="Cube 3451"/>
            <p:cNvSpPr/>
            <p:nvPr/>
          </p:nvSpPr>
          <p:spPr>
            <a:xfrm>
              <a:off x="6895621"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3" name="Cube 3452"/>
            <p:cNvSpPr/>
            <p:nvPr/>
          </p:nvSpPr>
          <p:spPr>
            <a:xfrm>
              <a:off x="7213799"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4" name="Cube 3453"/>
            <p:cNvSpPr/>
            <p:nvPr/>
          </p:nvSpPr>
          <p:spPr>
            <a:xfrm>
              <a:off x="7531978"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5" name="Cube 3454"/>
            <p:cNvSpPr/>
            <p:nvPr/>
          </p:nvSpPr>
          <p:spPr>
            <a:xfrm>
              <a:off x="7850156"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6" name="Cube 3455"/>
            <p:cNvSpPr/>
            <p:nvPr/>
          </p:nvSpPr>
          <p:spPr>
            <a:xfrm>
              <a:off x="8168334"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7" name="Cube 3456"/>
            <p:cNvSpPr/>
            <p:nvPr/>
          </p:nvSpPr>
          <p:spPr>
            <a:xfrm>
              <a:off x="5941086"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8" name="Cube 3457"/>
            <p:cNvSpPr/>
            <p:nvPr/>
          </p:nvSpPr>
          <p:spPr>
            <a:xfrm>
              <a:off x="6259264"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9" name="Cube 3458"/>
            <p:cNvSpPr/>
            <p:nvPr/>
          </p:nvSpPr>
          <p:spPr>
            <a:xfrm>
              <a:off x="6577443"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0" name="Cube 3459"/>
            <p:cNvSpPr/>
            <p:nvPr/>
          </p:nvSpPr>
          <p:spPr>
            <a:xfrm>
              <a:off x="6895621"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1" name="Cube 3460"/>
            <p:cNvSpPr/>
            <p:nvPr/>
          </p:nvSpPr>
          <p:spPr>
            <a:xfrm>
              <a:off x="7213799"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2" name="Cube 3461"/>
            <p:cNvSpPr/>
            <p:nvPr/>
          </p:nvSpPr>
          <p:spPr>
            <a:xfrm>
              <a:off x="7531978"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3" name="Cube 3462"/>
            <p:cNvSpPr/>
            <p:nvPr/>
          </p:nvSpPr>
          <p:spPr>
            <a:xfrm>
              <a:off x="7850156"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4" name="Cube 3463"/>
            <p:cNvSpPr/>
            <p:nvPr/>
          </p:nvSpPr>
          <p:spPr>
            <a:xfrm>
              <a:off x="8168334"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5" name="Cube 3464"/>
            <p:cNvSpPr/>
            <p:nvPr/>
          </p:nvSpPr>
          <p:spPr>
            <a:xfrm>
              <a:off x="5806820"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6" name="Cube 3465"/>
            <p:cNvSpPr/>
            <p:nvPr/>
          </p:nvSpPr>
          <p:spPr>
            <a:xfrm>
              <a:off x="6124998"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7" name="Cube 3466"/>
            <p:cNvSpPr/>
            <p:nvPr/>
          </p:nvSpPr>
          <p:spPr>
            <a:xfrm>
              <a:off x="6443177"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8" name="Cube 3467"/>
            <p:cNvSpPr/>
            <p:nvPr/>
          </p:nvSpPr>
          <p:spPr>
            <a:xfrm>
              <a:off x="6761355"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9" name="Cube 3468"/>
            <p:cNvSpPr/>
            <p:nvPr/>
          </p:nvSpPr>
          <p:spPr>
            <a:xfrm>
              <a:off x="7079533"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0" name="Cube 3469"/>
            <p:cNvSpPr/>
            <p:nvPr/>
          </p:nvSpPr>
          <p:spPr>
            <a:xfrm>
              <a:off x="7397712"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1" name="Cube 3470"/>
            <p:cNvSpPr/>
            <p:nvPr/>
          </p:nvSpPr>
          <p:spPr>
            <a:xfrm>
              <a:off x="7715890"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2" name="Cube 3471"/>
            <p:cNvSpPr/>
            <p:nvPr/>
          </p:nvSpPr>
          <p:spPr>
            <a:xfrm>
              <a:off x="8034068"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3" name="Cube 3472"/>
            <p:cNvSpPr/>
            <p:nvPr/>
          </p:nvSpPr>
          <p:spPr>
            <a:xfrm>
              <a:off x="5806820"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4" name="Cube 3473"/>
            <p:cNvSpPr/>
            <p:nvPr/>
          </p:nvSpPr>
          <p:spPr>
            <a:xfrm>
              <a:off x="6124998"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5" name="Cube 3474"/>
            <p:cNvSpPr/>
            <p:nvPr/>
          </p:nvSpPr>
          <p:spPr>
            <a:xfrm>
              <a:off x="6443177"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6" name="Cube 3475"/>
            <p:cNvSpPr/>
            <p:nvPr/>
          </p:nvSpPr>
          <p:spPr>
            <a:xfrm>
              <a:off x="6761355"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7" name="Cube 3476"/>
            <p:cNvSpPr/>
            <p:nvPr/>
          </p:nvSpPr>
          <p:spPr>
            <a:xfrm>
              <a:off x="7079533"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8" name="Cube 3477"/>
            <p:cNvSpPr/>
            <p:nvPr/>
          </p:nvSpPr>
          <p:spPr>
            <a:xfrm>
              <a:off x="7397712"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9" name="Cube 3478"/>
            <p:cNvSpPr/>
            <p:nvPr/>
          </p:nvSpPr>
          <p:spPr>
            <a:xfrm>
              <a:off x="7715890"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0" name="Cube 3479"/>
            <p:cNvSpPr/>
            <p:nvPr/>
          </p:nvSpPr>
          <p:spPr>
            <a:xfrm>
              <a:off x="8034068"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1" name="Cube 3480"/>
            <p:cNvSpPr/>
            <p:nvPr/>
          </p:nvSpPr>
          <p:spPr>
            <a:xfrm>
              <a:off x="5806820"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2" name="Cube 3481"/>
            <p:cNvSpPr/>
            <p:nvPr/>
          </p:nvSpPr>
          <p:spPr>
            <a:xfrm>
              <a:off x="6124998"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3" name="Cube 3482"/>
            <p:cNvSpPr/>
            <p:nvPr/>
          </p:nvSpPr>
          <p:spPr>
            <a:xfrm>
              <a:off x="6443177"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4" name="Cube 3483"/>
            <p:cNvSpPr/>
            <p:nvPr/>
          </p:nvSpPr>
          <p:spPr>
            <a:xfrm>
              <a:off x="6761355"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5" name="Cube 3484"/>
            <p:cNvSpPr/>
            <p:nvPr/>
          </p:nvSpPr>
          <p:spPr>
            <a:xfrm>
              <a:off x="7079533"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6" name="Cube 3485"/>
            <p:cNvSpPr/>
            <p:nvPr/>
          </p:nvSpPr>
          <p:spPr>
            <a:xfrm>
              <a:off x="7397712"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7" name="Cube 3486"/>
            <p:cNvSpPr/>
            <p:nvPr/>
          </p:nvSpPr>
          <p:spPr>
            <a:xfrm>
              <a:off x="7715890"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8" name="Cube 3487"/>
            <p:cNvSpPr/>
            <p:nvPr/>
          </p:nvSpPr>
          <p:spPr>
            <a:xfrm>
              <a:off x="8034068"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9" name="Cube 3488"/>
            <p:cNvSpPr/>
            <p:nvPr/>
          </p:nvSpPr>
          <p:spPr>
            <a:xfrm>
              <a:off x="5806820"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0" name="Cube 3489"/>
            <p:cNvSpPr/>
            <p:nvPr/>
          </p:nvSpPr>
          <p:spPr>
            <a:xfrm>
              <a:off x="6124998"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1" name="Cube 3490"/>
            <p:cNvSpPr/>
            <p:nvPr/>
          </p:nvSpPr>
          <p:spPr>
            <a:xfrm>
              <a:off x="6443177"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2" name="Cube 3491"/>
            <p:cNvSpPr/>
            <p:nvPr/>
          </p:nvSpPr>
          <p:spPr>
            <a:xfrm>
              <a:off x="6761355"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3" name="Cube 3492"/>
            <p:cNvSpPr/>
            <p:nvPr/>
          </p:nvSpPr>
          <p:spPr>
            <a:xfrm>
              <a:off x="7079533"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4" name="Cube 3493"/>
            <p:cNvSpPr/>
            <p:nvPr/>
          </p:nvSpPr>
          <p:spPr>
            <a:xfrm>
              <a:off x="7397712"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5" name="Cube 3494"/>
            <p:cNvSpPr/>
            <p:nvPr/>
          </p:nvSpPr>
          <p:spPr>
            <a:xfrm>
              <a:off x="7715890"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6" name="Cube 3495"/>
            <p:cNvSpPr/>
            <p:nvPr/>
          </p:nvSpPr>
          <p:spPr>
            <a:xfrm>
              <a:off x="8034068"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7" name="Cube 3496"/>
            <p:cNvSpPr/>
            <p:nvPr/>
          </p:nvSpPr>
          <p:spPr>
            <a:xfrm>
              <a:off x="5806820"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8" name="Cube 3497"/>
            <p:cNvSpPr/>
            <p:nvPr/>
          </p:nvSpPr>
          <p:spPr>
            <a:xfrm>
              <a:off x="6124998"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9" name="Cube 3498"/>
            <p:cNvSpPr/>
            <p:nvPr/>
          </p:nvSpPr>
          <p:spPr>
            <a:xfrm>
              <a:off x="6443177"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0" name="Cube 3499"/>
            <p:cNvSpPr/>
            <p:nvPr/>
          </p:nvSpPr>
          <p:spPr>
            <a:xfrm>
              <a:off x="6761355"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1" name="Cube 3500"/>
            <p:cNvSpPr/>
            <p:nvPr/>
          </p:nvSpPr>
          <p:spPr>
            <a:xfrm>
              <a:off x="7079533"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2" name="Cube 3501"/>
            <p:cNvSpPr/>
            <p:nvPr/>
          </p:nvSpPr>
          <p:spPr>
            <a:xfrm>
              <a:off x="7397712"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3" name="Cube 3502"/>
            <p:cNvSpPr/>
            <p:nvPr/>
          </p:nvSpPr>
          <p:spPr>
            <a:xfrm>
              <a:off x="7715890"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4" name="Cube 3503"/>
            <p:cNvSpPr/>
            <p:nvPr/>
          </p:nvSpPr>
          <p:spPr>
            <a:xfrm>
              <a:off x="8034068"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5" name="Cube 3504"/>
            <p:cNvSpPr/>
            <p:nvPr/>
          </p:nvSpPr>
          <p:spPr>
            <a:xfrm>
              <a:off x="5806820"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6" name="Cube 3505"/>
            <p:cNvSpPr/>
            <p:nvPr/>
          </p:nvSpPr>
          <p:spPr>
            <a:xfrm>
              <a:off x="6124998"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7" name="Cube 3506"/>
            <p:cNvSpPr/>
            <p:nvPr/>
          </p:nvSpPr>
          <p:spPr>
            <a:xfrm>
              <a:off x="6443177"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8" name="Cube 3507"/>
            <p:cNvSpPr/>
            <p:nvPr/>
          </p:nvSpPr>
          <p:spPr>
            <a:xfrm>
              <a:off x="6761355"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9" name="Cube 3508"/>
            <p:cNvSpPr/>
            <p:nvPr/>
          </p:nvSpPr>
          <p:spPr>
            <a:xfrm>
              <a:off x="7079533"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0" name="Cube 3509"/>
            <p:cNvSpPr/>
            <p:nvPr/>
          </p:nvSpPr>
          <p:spPr>
            <a:xfrm>
              <a:off x="7397712"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1" name="Cube 3510"/>
            <p:cNvSpPr/>
            <p:nvPr/>
          </p:nvSpPr>
          <p:spPr>
            <a:xfrm>
              <a:off x="7715890"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2" name="Cube 3511"/>
            <p:cNvSpPr/>
            <p:nvPr/>
          </p:nvSpPr>
          <p:spPr>
            <a:xfrm>
              <a:off x="8034068"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3" name="Cube 3512"/>
            <p:cNvSpPr/>
            <p:nvPr/>
          </p:nvSpPr>
          <p:spPr>
            <a:xfrm>
              <a:off x="5806820"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4" name="Cube 3513"/>
            <p:cNvSpPr/>
            <p:nvPr/>
          </p:nvSpPr>
          <p:spPr>
            <a:xfrm>
              <a:off x="6124998"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5" name="Cube 3514"/>
            <p:cNvSpPr/>
            <p:nvPr/>
          </p:nvSpPr>
          <p:spPr>
            <a:xfrm>
              <a:off x="6443177"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6" name="Cube 3515"/>
            <p:cNvSpPr/>
            <p:nvPr/>
          </p:nvSpPr>
          <p:spPr>
            <a:xfrm>
              <a:off x="6761355"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7" name="Cube 3516"/>
            <p:cNvSpPr/>
            <p:nvPr/>
          </p:nvSpPr>
          <p:spPr>
            <a:xfrm>
              <a:off x="7079533"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8" name="Cube 3517"/>
            <p:cNvSpPr/>
            <p:nvPr/>
          </p:nvSpPr>
          <p:spPr>
            <a:xfrm>
              <a:off x="7397712"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9" name="Cube 3518"/>
            <p:cNvSpPr/>
            <p:nvPr/>
          </p:nvSpPr>
          <p:spPr>
            <a:xfrm>
              <a:off x="7715890"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0" name="Cube 3519"/>
            <p:cNvSpPr/>
            <p:nvPr/>
          </p:nvSpPr>
          <p:spPr>
            <a:xfrm>
              <a:off x="8034068"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1" name="Cube 3520"/>
            <p:cNvSpPr/>
            <p:nvPr/>
          </p:nvSpPr>
          <p:spPr>
            <a:xfrm>
              <a:off x="5806820" y="240683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2" name="Cube 3521"/>
            <p:cNvSpPr/>
            <p:nvPr/>
          </p:nvSpPr>
          <p:spPr>
            <a:xfrm>
              <a:off x="6124998" y="240683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3" name="Cube 3522"/>
            <p:cNvSpPr/>
            <p:nvPr/>
          </p:nvSpPr>
          <p:spPr>
            <a:xfrm>
              <a:off x="6443177" y="240683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4" name="Cube 3523"/>
            <p:cNvSpPr/>
            <p:nvPr/>
          </p:nvSpPr>
          <p:spPr>
            <a:xfrm>
              <a:off x="6761355" y="240683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5" name="Cube 3524"/>
            <p:cNvSpPr/>
            <p:nvPr/>
          </p:nvSpPr>
          <p:spPr>
            <a:xfrm>
              <a:off x="7079533"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6" name="Cube 3525"/>
            <p:cNvSpPr/>
            <p:nvPr/>
          </p:nvSpPr>
          <p:spPr>
            <a:xfrm>
              <a:off x="7397712"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7" name="Cube 3526"/>
            <p:cNvSpPr/>
            <p:nvPr/>
          </p:nvSpPr>
          <p:spPr>
            <a:xfrm>
              <a:off x="7715890"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8" name="Cube 3527"/>
            <p:cNvSpPr/>
            <p:nvPr/>
          </p:nvSpPr>
          <p:spPr>
            <a:xfrm>
              <a:off x="8034068"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9" name="Cube 3528"/>
            <p:cNvSpPr/>
            <p:nvPr/>
          </p:nvSpPr>
          <p:spPr>
            <a:xfrm>
              <a:off x="5672554"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0" name="Cube 3529"/>
            <p:cNvSpPr/>
            <p:nvPr/>
          </p:nvSpPr>
          <p:spPr>
            <a:xfrm>
              <a:off x="5990732"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1" name="Cube 3530"/>
            <p:cNvSpPr/>
            <p:nvPr/>
          </p:nvSpPr>
          <p:spPr>
            <a:xfrm>
              <a:off x="6308911"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2" name="Cube 3531"/>
            <p:cNvSpPr/>
            <p:nvPr/>
          </p:nvSpPr>
          <p:spPr>
            <a:xfrm>
              <a:off x="6627089"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3" name="Cube 3532"/>
            <p:cNvSpPr/>
            <p:nvPr/>
          </p:nvSpPr>
          <p:spPr>
            <a:xfrm>
              <a:off x="6945267"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4" name="Cube 3533"/>
            <p:cNvSpPr/>
            <p:nvPr/>
          </p:nvSpPr>
          <p:spPr>
            <a:xfrm>
              <a:off x="7263446"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5" name="Cube 3534"/>
            <p:cNvSpPr/>
            <p:nvPr/>
          </p:nvSpPr>
          <p:spPr>
            <a:xfrm>
              <a:off x="7581624"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6" name="Cube 3535"/>
            <p:cNvSpPr/>
            <p:nvPr/>
          </p:nvSpPr>
          <p:spPr>
            <a:xfrm>
              <a:off x="7899802"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7" name="Cube 3536"/>
            <p:cNvSpPr/>
            <p:nvPr/>
          </p:nvSpPr>
          <p:spPr>
            <a:xfrm>
              <a:off x="5672554"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8" name="Cube 3537"/>
            <p:cNvSpPr/>
            <p:nvPr/>
          </p:nvSpPr>
          <p:spPr>
            <a:xfrm>
              <a:off x="5990732"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9" name="Cube 3538"/>
            <p:cNvSpPr/>
            <p:nvPr/>
          </p:nvSpPr>
          <p:spPr>
            <a:xfrm>
              <a:off x="6308911"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0" name="Cube 3539"/>
            <p:cNvSpPr/>
            <p:nvPr/>
          </p:nvSpPr>
          <p:spPr>
            <a:xfrm>
              <a:off x="6627089"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1" name="Cube 3540"/>
            <p:cNvSpPr/>
            <p:nvPr/>
          </p:nvSpPr>
          <p:spPr>
            <a:xfrm>
              <a:off x="6945267"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2" name="Cube 3541"/>
            <p:cNvSpPr/>
            <p:nvPr/>
          </p:nvSpPr>
          <p:spPr>
            <a:xfrm>
              <a:off x="7263446"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3" name="Cube 3542"/>
            <p:cNvSpPr/>
            <p:nvPr/>
          </p:nvSpPr>
          <p:spPr>
            <a:xfrm>
              <a:off x="7581624"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4" name="Cube 3543"/>
            <p:cNvSpPr/>
            <p:nvPr/>
          </p:nvSpPr>
          <p:spPr>
            <a:xfrm>
              <a:off x="7899802"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5" name="Cube 3544"/>
            <p:cNvSpPr/>
            <p:nvPr/>
          </p:nvSpPr>
          <p:spPr>
            <a:xfrm>
              <a:off x="5672554"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6" name="Cube 3545"/>
            <p:cNvSpPr/>
            <p:nvPr/>
          </p:nvSpPr>
          <p:spPr>
            <a:xfrm>
              <a:off x="5990732"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7" name="Cube 3546"/>
            <p:cNvSpPr/>
            <p:nvPr/>
          </p:nvSpPr>
          <p:spPr>
            <a:xfrm>
              <a:off x="6308911"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8" name="Cube 3547"/>
            <p:cNvSpPr/>
            <p:nvPr/>
          </p:nvSpPr>
          <p:spPr>
            <a:xfrm>
              <a:off x="6627089"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9" name="Cube 3548"/>
            <p:cNvSpPr/>
            <p:nvPr/>
          </p:nvSpPr>
          <p:spPr>
            <a:xfrm>
              <a:off x="6945267"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0" name="Cube 3549"/>
            <p:cNvSpPr/>
            <p:nvPr/>
          </p:nvSpPr>
          <p:spPr>
            <a:xfrm>
              <a:off x="7263446"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1" name="Cube 3550"/>
            <p:cNvSpPr/>
            <p:nvPr/>
          </p:nvSpPr>
          <p:spPr>
            <a:xfrm>
              <a:off x="7581624"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2" name="Cube 3551"/>
            <p:cNvSpPr/>
            <p:nvPr/>
          </p:nvSpPr>
          <p:spPr>
            <a:xfrm>
              <a:off x="7899802"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3" name="Cube 3552"/>
            <p:cNvSpPr/>
            <p:nvPr/>
          </p:nvSpPr>
          <p:spPr>
            <a:xfrm>
              <a:off x="5672554"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4" name="Cube 3553"/>
            <p:cNvSpPr/>
            <p:nvPr/>
          </p:nvSpPr>
          <p:spPr>
            <a:xfrm>
              <a:off x="5990732"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5" name="Cube 3554"/>
            <p:cNvSpPr/>
            <p:nvPr/>
          </p:nvSpPr>
          <p:spPr>
            <a:xfrm>
              <a:off x="6308911"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6" name="Cube 3555"/>
            <p:cNvSpPr/>
            <p:nvPr/>
          </p:nvSpPr>
          <p:spPr>
            <a:xfrm>
              <a:off x="6627089"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7" name="Cube 3556"/>
            <p:cNvSpPr/>
            <p:nvPr/>
          </p:nvSpPr>
          <p:spPr>
            <a:xfrm>
              <a:off x="6945267"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8" name="Cube 3557"/>
            <p:cNvSpPr/>
            <p:nvPr/>
          </p:nvSpPr>
          <p:spPr>
            <a:xfrm>
              <a:off x="7263446"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9" name="Cube 3558"/>
            <p:cNvSpPr/>
            <p:nvPr/>
          </p:nvSpPr>
          <p:spPr>
            <a:xfrm>
              <a:off x="7581624"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0" name="Cube 3559"/>
            <p:cNvSpPr/>
            <p:nvPr/>
          </p:nvSpPr>
          <p:spPr>
            <a:xfrm>
              <a:off x="7899802"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1" name="Cube 3560"/>
            <p:cNvSpPr/>
            <p:nvPr/>
          </p:nvSpPr>
          <p:spPr>
            <a:xfrm>
              <a:off x="5672554"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2" name="Cube 3561"/>
            <p:cNvSpPr/>
            <p:nvPr/>
          </p:nvSpPr>
          <p:spPr>
            <a:xfrm>
              <a:off x="5990732"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3" name="Cube 3562"/>
            <p:cNvSpPr/>
            <p:nvPr/>
          </p:nvSpPr>
          <p:spPr>
            <a:xfrm>
              <a:off x="6308911"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4" name="Cube 3563"/>
            <p:cNvSpPr/>
            <p:nvPr/>
          </p:nvSpPr>
          <p:spPr>
            <a:xfrm>
              <a:off x="6627089"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5" name="Cube 3564"/>
            <p:cNvSpPr/>
            <p:nvPr/>
          </p:nvSpPr>
          <p:spPr>
            <a:xfrm>
              <a:off x="6945267"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6" name="Cube 3565"/>
            <p:cNvSpPr/>
            <p:nvPr/>
          </p:nvSpPr>
          <p:spPr>
            <a:xfrm>
              <a:off x="7263446"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7" name="Cube 3566"/>
            <p:cNvSpPr/>
            <p:nvPr/>
          </p:nvSpPr>
          <p:spPr>
            <a:xfrm>
              <a:off x="7581624"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8" name="Cube 3567"/>
            <p:cNvSpPr/>
            <p:nvPr/>
          </p:nvSpPr>
          <p:spPr>
            <a:xfrm>
              <a:off x="7899802"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9" name="Cube 3568"/>
            <p:cNvSpPr/>
            <p:nvPr/>
          </p:nvSpPr>
          <p:spPr>
            <a:xfrm>
              <a:off x="5672554"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0" name="Cube 3569"/>
            <p:cNvSpPr/>
            <p:nvPr/>
          </p:nvSpPr>
          <p:spPr>
            <a:xfrm>
              <a:off x="5990732"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1" name="Cube 3570"/>
            <p:cNvSpPr/>
            <p:nvPr/>
          </p:nvSpPr>
          <p:spPr>
            <a:xfrm>
              <a:off x="6308911"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2" name="Cube 3571"/>
            <p:cNvSpPr/>
            <p:nvPr/>
          </p:nvSpPr>
          <p:spPr>
            <a:xfrm>
              <a:off x="6627089"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3" name="Cube 3572"/>
            <p:cNvSpPr/>
            <p:nvPr/>
          </p:nvSpPr>
          <p:spPr>
            <a:xfrm>
              <a:off x="6945267"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4" name="Cube 3573"/>
            <p:cNvSpPr/>
            <p:nvPr/>
          </p:nvSpPr>
          <p:spPr>
            <a:xfrm>
              <a:off x="7263446"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5" name="Cube 3574"/>
            <p:cNvSpPr/>
            <p:nvPr/>
          </p:nvSpPr>
          <p:spPr>
            <a:xfrm>
              <a:off x="7581624"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6" name="Cube 3575"/>
            <p:cNvSpPr/>
            <p:nvPr/>
          </p:nvSpPr>
          <p:spPr>
            <a:xfrm>
              <a:off x="7899802"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7" name="Cube 3576"/>
            <p:cNvSpPr/>
            <p:nvPr/>
          </p:nvSpPr>
          <p:spPr>
            <a:xfrm>
              <a:off x="5672554"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8" name="Cube 3577"/>
            <p:cNvSpPr/>
            <p:nvPr/>
          </p:nvSpPr>
          <p:spPr>
            <a:xfrm>
              <a:off x="5990732"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9" name="Cube 3578"/>
            <p:cNvSpPr/>
            <p:nvPr/>
          </p:nvSpPr>
          <p:spPr>
            <a:xfrm>
              <a:off x="6308911"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0" name="Cube 3579"/>
            <p:cNvSpPr/>
            <p:nvPr/>
          </p:nvSpPr>
          <p:spPr>
            <a:xfrm>
              <a:off x="6627089"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1" name="Cube 3580"/>
            <p:cNvSpPr/>
            <p:nvPr/>
          </p:nvSpPr>
          <p:spPr>
            <a:xfrm>
              <a:off x="6945267"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2" name="Cube 3581"/>
            <p:cNvSpPr/>
            <p:nvPr/>
          </p:nvSpPr>
          <p:spPr>
            <a:xfrm>
              <a:off x="7263446"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3" name="Cube 3582"/>
            <p:cNvSpPr/>
            <p:nvPr/>
          </p:nvSpPr>
          <p:spPr>
            <a:xfrm>
              <a:off x="7581624"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4" name="Cube 3583"/>
            <p:cNvSpPr/>
            <p:nvPr/>
          </p:nvSpPr>
          <p:spPr>
            <a:xfrm>
              <a:off x="7899802"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5" name="Cube 3584"/>
            <p:cNvSpPr/>
            <p:nvPr/>
          </p:nvSpPr>
          <p:spPr>
            <a:xfrm>
              <a:off x="5672554" y="252580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6" name="Cube 3585"/>
            <p:cNvSpPr/>
            <p:nvPr/>
          </p:nvSpPr>
          <p:spPr>
            <a:xfrm>
              <a:off x="5990732" y="252580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7" name="Cube 3586"/>
            <p:cNvSpPr/>
            <p:nvPr/>
          </p:nvSpPr>
          <p:spPr>
            <a:xfrm>
              <a:off x="6308911" y="252580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8" name="Cube 3587"/>
            <p:cNvSpPr/>
            <p:nvPr/>
          </p:nvSpPr>
          <p:spPr>
            <a:xfrm>
              <a:off x="6627089" y="252580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9" name="Cube 3588"/>
            <p:cNvSpPr/>
            <p:nvPr/>
          </p:nvSpPr>
          <p:spPr>
            <a:xfrm>
              <a:off x="6945267"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0" name="Cube 3589"/>
            <p:cNvSpPr/>
            <p:nvPr/>
          </p:nvSpPr>
          <p:spPr>
            <a:xfrm>
              <a:off x="7263446"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1" name="Cube 3590"/>
            <p:cNvSpPr/>
            <p:nvPr/>
          </p:nvSpPr>
          <p:spPr>
            <a:xfrm>
              <a:off x="7581624"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2" name="Cube 3591"/>
            <p:cNvSpPr/>
            <p:nvPr/>
          </p:nvSpPr>
          <p:spPr>
            <a:xfrm>
              <a:off x="7899802"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3" name="Cube 3592"/>
            <p:cNvSpPr/>
            <p:nvPr/>
          </p:nvSpPr>
          <p:spPr>
            <a:xfrm>
              <a:off x="5538288"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4" name="Cube 3593"/>
            <p:cNvSpPr/>
            <p:nvPr/>
          </p:nvSpPr>
          <p:spPr>
            <a:xfrm>
              <a:off x="5856466"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5" name="Cube 3594"/>
            <p:cNvSpPr/>
            <p:nvPr/>
          </p:nvSpPr>
          <p:spPr>
            <a:xfrm>
              <a:off x="6174645"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6" name="Cube 3595"/>
            <p:cNvSpPr/>
            <p:nvPr/>
          </p:nvSpPr>
          <p:spPr>
            <a:xfrm>
              <a:off x="6492823"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7" name="Cube 3596"/>
            <p:cNvSpPr/>
            <p:nvPr/>
          </p:nvSpPr>
          <p:spPr>
            <a:xfrm>
              <a:off x="6811001"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8" name="Cube 3597"/>
            <p:cNvSpPr/>
            <p:nvPr/>
          </p:nvSpPr>
          <p:spPr>
            <a:xfrm>
              <a:off x="7129180"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9" name="Cube 3598"/>
            <p:cNvSpPr/>
            <p:nvPr/>
          </p:nvSpPr>
          <p:spPr>
            <a:xfrm>
              <a:off x="7447358"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0" name="Cube 3599"/>
            <p:cNvSpPr/>
            <p:nvPr/>
          </p:nvSpPr>
          <p:spPr>
            <a:xfrm>
              <a:off x="7765536"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1" name="Cube 3600"/>
            <p:cNvSpPr/>
            <p:nvPr/>
          </p:nvSpPr>
          <p:spPr>
            <a:xfrm>
              <a:off x="5538288"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2" name="Cube 3601"/>
            <p:cNvSpPr/>
            <p:nvPr/>
          </p:nvSpPr>
          <p:spPr>
            <a:xfrm>
              <a:off x="5856466"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3" name="Cube 3602"/>
            <p:cNvSpPr/>
            <p:nvPr/>
          </p:nvSpPr>
          <p:spPr>
            <a:xfrm>
              <a:off x="6174645"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4" name="Cube 3603"/>
            <p:cNvSpPr/>
            <p:nvPr/>
          </p:nvSpPr>
          <p:spPr>
            <a:xfrm>
              <a:off x="6492823"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5" name="Cube 3604"/>
            <p:cNvSpPr/>
            <p:nvPr/>
          </p:nvSpPr>
          <p:spPr>
            <a:xfrm>
              <a:off x="6811001"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6" name="Cube 3605"/>
            <p:cNvSpPr/>
            <p:nvPr/>
          </p:nvSpPr>
          <p:spPr>
            <a:xfrm>
              <a:off x="7129180"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7" name="Cube 3606"/>
            <p:cNvSpPr/>
            <p:nvPr/>
          </p:nvSpPr>
          <p:spPr>
            <a:xfrm>
              <a:off x="7447358"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8" name="Cube 3607"/>
            <p:cNvSpPr/>
            <p:nvPr/>
          </p:nvSpPr>
          <p:spPr>
            <a:xfrm>
              <a:off x="7765536"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9" name="Cube 3608"/>
            <p:cNvSpPr/>
            <p:nvPr/>
          </p:nvSpPr>
          <p:spPr>
            <a:xfrm>
              <a:off x="5538288"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0" name="Cube 3609"/>
            <p:cNvSpPr/>
            <p:nvPr/>
          </p:nvSpPr>
          <p:spPr>
            <a:xfrm>
              <a:off x="5856466"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1" name="Cube 3610"/>
            <p:cNvSpPr/>
            <p:nvPr/>
          </p:nvSpPr>
          <p:spPr>
            <a:xfrm>
              <a:off x="6174645"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2" name="Cube 3611"/>
            <p:cNvSpPr/>
            <p:nvPr/>
          </p:nvSpPr>
          <p:spPr>
            <a:xfrm>
              <a:off x="6492823"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3" name="Cube 3612"/>
            <p:cNvSpPr/>
            <p:nvPr/>
          </p:nvSpPr>
          <p:spPr>
            <a:xfrm>
              <a:off x="6811001"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4" name="Cube 3613"/>
            <p:cNvSpPr/>
            <p:nvPr/>
          </p:nvSpPr>
          <p:spPr>
            <a:xfrm>
              <a:off x="7129180"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5" name="Cube 3614"/>
            <p:cNvSpPr/>
            <p:nvPr/>
          </p:nvSpPr>
          <p:spPr>
            <a:xfrm>
              <a:off x="7447358"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6" name="Cube 3615"/>
            <p:cNvSpPr/>
            <p:nvPr/>
          </p:nvSpPr>
          <p:spPr>
            <a:xfrm>
              <a:off x="7765536"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7" name="Cube 3616"/>
            <p:cNvSpPr/>
            <p:nvPr/>
          </p:nvSpPr>
          <p:spPr>
            <a:xfrm>
              <a:off x="5538288"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8" name="Cube 3617"/>
            <p:cNvSpPr/>
            <p:nvPr/>
          </p:nvSpPr>
          <p:spPr>
            <a:xfrm>
              <a:off x="5856466"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9" name="Cube 3618"/>
            <p:cNvSpPr/>
            <p:nvPr/>
          </p:nvSpPr>
          <p:spPr>
            <a:xfrm>
              <a:off x="6174645"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0" name="Cube 3619"/>
            <p:cNvSpPr/>
            <p:nvPr/>
          </p:nvSpPr>
          <p:spPr>
            <a:xfrm>
              <a:off x="6492823"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1" name="Cube 3620"/>
            <p:cNvSpPr/>
            <p:nvPr/>
          </p:nvSpPr>
          <p:spPr>
            <a:xfrm>
              <a:off x="6811001"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2" name="Cube 3621"/>
            <p:cNvSpPr/>
            <p:nvPr/>
          </p:nvSpPr>
          <p:spPr>
            <a:xfrm>
              <a:off x="7129180"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3" name="Cube 3622"/>
            <p:cNvSpPr/>
            <p:nvPr/>
          </p:nvSpPr>
          <p:spPr>
            <a:xfrm>
              <a:off x="7447358"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4" name="Cube 3623"/>
            <p:cNvSpPr/>
            <p:nvPr/>
          </p:nvSpPr>
          <p:spPr>
            <a:xfrm>
              <a:off x="7765536"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5" name="Cube 3624"/>
            <p:cNvSpPr/>
            <p:nvPr/>
          </p:nvSpPr>
          <p:spPr>
            <a:xfrm>
              <a:off x="5538288"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6" name="Cube 3625"/>
            <p:cNvSpPr/>
            <p:nvPr/>
          </p:nvSpPr>
          <p:spPr>
            <a:xfrm>
              <a:off x="5856466"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7" name="Cube 3626"/>
            <p:cNvSpPr/>
            <p:nvPr/>
          </p:nvSpPr>
          <p:spPr>
            <a:xfrm>
              <a:off x="6174645"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8" name="Cube 3627"/>
            <p:cNvSpPr/>
            <p:nvPr/>
          </p:nvSpPr>
          <p:spPr>
            <a:xfrm>
              <a:off x="6492823"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9" name="Cube 3628"/>
            <p:cNvSpPr/>
            <p:nvPr/>
          </p:nvSpPr>
          <p:spPr>
            <a:xfrm>
              <a:off x="6811001"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0" name="Cube 3629"/>
            <p:cNvSpPr/>
            <p:nvPr/>
          </p:nvSpPr>
          <p:spPr>
            <a:xfrm>
              <a:off x="7129180"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1" name="Cube 3630"/>
            <p:cNvSpPr/>
            <p:nvPr/>
          </p:nvSpPr>
          <p:spPr>
            <a:xfrm>
              <a:off x="7447358"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2" name="Cube 3631"/>
            <p:cNvSpPr/>
            <p:nvPr/>
          </p:nvSpPr>
          <p:spPr>
            <a:xfrm>
              <a:off x="7765536"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3" name="Cube 3632"/>
            <p:cNvSpPr/>
            <p:nvPr/>
          </p:nvSpPr>
          <p:spPr>
            <a:xfrm>
              <a:off x="5538288"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4" name="Cube 3633"/>
            <p:cNvSpPr/>
            <p:nvPr/>
          </p:nvSpPr>
          <p:spPr>
            <a:xfrm>
              <a:off x="5856466"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5" name="Cube 3634"/>
            <p:cNvSpPr/>
            <p:nvPr/>
          </p:nvSpPr>
          <p:spPr>
            <a:xfrm>
              <a:off x="6174645"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6" name="Cube 3635"/>
            <p:cNvSpPr/>
            <p:nvPr/>
          </p:nvSpPr>
          <p:spPr>
            <a:xfrm>
              <a:off x="6492823"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7" name="Cube 3636"/>
            <p:cNvSpPr/>
            <p:nvPr/>
          </p:nvSpPr>
          <p:spPr>
            <a:xfrm>
              <a:off x="6811001"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8" name="Cube 3637"/>
            <p:cNvSpPr/>
            <p:nvPr/>
          </p:nvSpPr>
          <p:spPr>
            <a:xfrm>
              <a:off x="7129180"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9" name="Cube 3638"/>
            <p:cNvSpPr/>
            <p:nvPr/>
          </p:nvSpPr>
          <p:spPr>
            <a:xfrm>
              <a:off x="7447358"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0" name="Cube 3639"/>
            <p:cNvSpPr/>
            <p:nvPr/>
          </p:nvSpPr>
          <p:spPr>
            <a:xfrm>
              <a:off x="7765536"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1" name="Cube 3640"/>
            <p:cNvSpPr/>
            <p:nvPr/>
          </p:nvSpPr>
          <p:spPr>
            <a:xfrm>
              <a:off x="5538288"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2" name="Cube 3641"/>
            <p:cNvSpPr/>
            <p:nvPr/>
          </p:nvSpPr>
          <p:spPr>
            <a:xfrm>
              <a:off x="5856466"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3" name="Cube 3642"/>
            <p:cNvSpPr/>
            <p:nvPr/>
          </p:nvSpPr>
          <p:spPr>
            <a:xfrm>
              <a:off x="6174645"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4" name="Cube 3643"/>
            <p:cNvSpPr/>
            <p:nvPr/>
          </p:nvSpPr>
          <p:spPr>
            <a:xfrm>
              <a:off x="6492823"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5" name="Cube 3644"/>
            <p:cNvSpPr/>
            <p:nvPr/>
          </p:nvSpPr>
          <p:spPr>
            <a:xfrm>
              <a:off x="6811001"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6" name="Cube 3645"/>
            <p:cNvSpPr/>
            <p:nvPr/>
          </p:nvSpPr>
          <p:spPr>
            <a:xfrm>
              <a:off x="7129180"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7" name="Cube 3646"/>
            <p:cNvSpPr/>
            <p:nvPr/>
          </p:nvSpPr>
          <p:spPr>
            <a:xfrm>
              <a:off x="7447358"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8" name="Cube 3647"/>
            <p:cNvSpPr/>
            <p:nvPr/>
          </p:nvSpPr>
          <p:spPr>
            <a:xfrm>
              <a:off x="7765536"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9" name="Cube 3648"/>
            <p:cNvSpPr/>
            <p:nvPr/>
          </p:nvSpPr>
          <p:spPr>
            <a:xfrm>
              <a:off x="5538288"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0" name="Cube 3649"/>
            <p:cNvSpPr/>
            <p:nvPr/>
          </p:nvSpPr>
          <p:spPr>
            <a:xfrm>
              <a:off x="5856466"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1" name="Cube 3650"/>
            <p:cNvSpPr/>
            <p:nvPr/>
          </p:nvSpPr>
          <p:spPr>
            <a:xfrm>
              <a:off x="6174645"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2" name="Cube 3651"/>
            <p:cNvSpPr/>
            <p:nvPr/>
          </p:nvSpPr>
          <p:spPr>
            <a:xfrm>
              <a:off x="6492823"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3" name="Cube 3652"/>
            <p:cNvSpPr/>
            <p:nvPr/>
          </p:nvSpPr>
          <p:spPr>
            <a:xfrm>
              <a:off x="6811001"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4" name="Cube 3653"/>
            <p:cNvSpPr/>
            <p:nvPr/>
          </p:nvSpPr>
          <p:spPr>
            <a:xfrm>
              <a:off x="7129180"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5" name="Cube 3654"/>
            <p:cNvSpPr/>
            <p:nvPr/>
          </p:nvSpPr>
          <p:spPr>
            <a:xfrm>
              <a:off x="7447358"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6" name="Cube 3655"/>
            <p:cNvSpPr/>
            <p:nvPr/>
          </p:nvSpPr>
          <p:spPr>
            <a:xfrm>
              <a:off x="7765536"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7" name="Cube 3656"/>
            <p:cNvSpPr/>
            <p:nvPr/>
          </p:nvSpPr>
          <p:spPr>
            <a:xfrm>
              <a:off x="5404022"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8" name="Cube 3657"/>
            <p:cNvSpPr/>
            <p:nvPr/>
          </p:nvSpPr>
          <p:spPr>
            <a:xfrm>
              <a:off x="5722200"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9" name="Cube 3658"/>
            <p:cNvSpPr/>
            <p:nvPr/>
          </p:nvSpPr>
          <p:spPr>
            <a:xfrm>
              <a:off x="6040379"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0" name="Cube 3659"/>
            <p:cNvSpPr/>
            <p:nvPr/>
          </p:nvSpPr>
          <p:spPr>
            <a:xfrm>
              <a:off x="6358557"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1" name="Cube 3660"/>
            <p:cNvSpPr/>
            <p:nvPr/>
          </p:nvSpPr>
          <p:spPr>
            <a:xfrm>
              <a:off x="6676735"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2" name="Cube 3661"/>
            <p:cNvSpPr/>
            <p:nvPr/>
          </p:nvSpPr>
          <p:spPr>
            <a:xfrm>
              <a:off x="6994914"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3" name="Cube 3662"/>
            <p:cNvSpPr/>
            <p:nvPr/>
          </p:nvSpPr>
          <p:spPr>
            <a:xfrm>
              <a:off x="7313092"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4" name="Cube 3663"/>
            <p:cNvSpPr/>
            <p:nvPr/>
          </p:nvSpPr>
          <p:spPr>
            <a:xfrm>
              <a:off x="7631270"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5" name="Cube 3664"/>
            <p:cNvSpPr/>
            <p:nvPr/>
          </p:nvSpPr>
          <p:spPr>
            <a:xfrm>
              <a:off x="5404022"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6" name="Cube 3665"/>
            <p:cNvSpPr/>
            <p:nvPr/>
          </p:nvSpPr>
          <p:spPr>
            <a:xfrm>
              <a:off x="5722200"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7" name="Cube 3666"/>
            <p:cNvSpPr/>
            <p:nvPr/>
          </p:nvSpPr>
          <p:spPr>
            <a:xfrm>
              <a:off x="6040379"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8" name="Cube 3667"/>
            <p:cNvSpPr/>
            <p:nvPr/>
          </p:nvSpPr>
          <p:spPr>
            <a:xfrm>
              <a:off x="6358557"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9" name="Cube 3668"/>
            <p:cNvSpPr/>
            <p:nvPr/>
          </p:nvSpPr>
          <p:spPr>
            <a:xfrm>
              <a:off x="6676735"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0" name="Cube 3669"/>
            <p:cNvSpPr/>
            <p:nvPr/>
          </p:nvSpPr>
          <p:spPr>
            <a:xfrm>
              <a:off x="6994914"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1" name="Cube 3670"/>
            <p:cNvSpPr/>
            <p:nvPr/>
          </p:nvSpPr>
          <p:spPr>
            <a:xfrm>
              <a:off x="7313092"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2" name="Cube 3671"/>
            <p:cNvSpPr/>
            <p:nvPr/>
          </p:nvSpPr>
          <p:spPr>
            <a:xfrm>
              <a:off x="7631270"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3" name="Cube 3672"/>
            <p:cNvSpPr/>
            <p:nvPr/>
          </p:nvSpPr>
          <p:spPr>
            <a:xfrm>
              <a:off x="5404022"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4" name="Cube 3673"/>
            <p:cNvSpPr/>
            <p:nvPr/>
          </p:nvSpPr>
          <p:spPr>
            <a:xfrm>
              <a:off x="5722200"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5" name="Cube 3674"/>
            <p:cNvSpPr/>
            <p:nvPr/>
          </p:nvSpPr>
          <p:spPr>
            <a:xfrm>
              <a:off x="6040379"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6" name="Cube 3675"/>
            <p:cNvSpPr/>
            <p:nvPr/>
          </p:nvSpPr>
          <p:spPr>
            <a:xfrm>
              <a:off x="6358557"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7" name="Cube 3676"/>
            <p:cNvSpPr/>
            <p:nvPr/>
          </p:nvSpPr>
          <p:spPr>
            <a:xfrm>
              <a:off x="6676735"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8" name="Cube 3677"/>
            <p:cNvSpPr/>
            <p:nvPr/>
          </p:nvSpPr>
          <p:spPr>
            <a:xfrm>
              <a:off x="6994914"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9" name="Cube 3678"/>
            <p:cNvSpPr/>
            <p:nvPr/>
          </p:nvSpPr>
          <p:spPr>
            <a:xfrm>
              <a:off x="7313092"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0" name="Cube 3679"/>
            <p:cNvSpPr/>
            <p:nvPr/>
          </p:nvSpPr>
          <p:spPr>
            <a:xfrm>
              <a:off x="7631270"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1" name="Cube 3680"/>
            <p:cNvSpPr/>
            <p:nvPr/>
          </p:nvSpPr>
          <p:spPr>
            <a:xfrm>
              <a:off x="5404022"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2" name="Cube 3681"/>
            <p:cNvSpPr/>
            <p:nvPr/>
          </p:nvSpPr>
          <p:spPr>
            <a:xfrm>
              <a:off x="5722200"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3" name="Cube 3682"/>
            <p:cNvSpPr/>
            <p:nvPr/>
          </p:nvSpPr>
          <p:spPr>
            <a:xfrm>
              <a:off x="6040379"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4" name="Cube 3683"/>
            <p:cNvSpPr/>
            <p:nvPr/>
          </p:nvSpPr>
          <p:spPr>
            <a:xfrm>
              <a:off x="6358557"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5" name="Cube 3684"/>
            <p:cNvSpPr/>
            <p:nvPr/>
          </p:nvSpPr>
          <p:spPr>
            <a:xfrm>
              <a:off x="6676735"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6" name="Cube 3685"/>
            <p:cNvSpPr/>
            <p:nvPr/>
          </p:nvSpPr>
          <p:spPr>
            <a:xfrm>
              <a:off x="6994914"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7" name="Cube 3686"/>
            <p:cNvSpPr/>
            <p:nvPr/>
          </p:nvSpPr>
          <p:spPr>
            <a:xfrm>
              <a:off x="7313092"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8" name="Cube 3687"/>
            <p:cNvSpPr/>
            <p:nvPr/>
          </p:nvSpPr>
          <p:spPr>
            <a:xfrm>
              <a:off x="7631270"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9" name="Cube 3688"/>
            <p:cNvSpPr/>
            <p:nvPr/>
          </p:nvSpPr>
          <p:spPr>
            <a:xfrm>
              <a:off x="5404022" y="3776685"/>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0" name="Cube 3689"/>
            <p:cNvSpPr/>
            <p:nvPr/>
          </p:nvSpPr>
          <p:spPr>
            <a:xfrm>
              <a:off x="5722200" y="3776685"/>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1" name="Cube 3690"/>
            <p:cNvSpPr/>
            <p:nvPr/>
          </p:nvSpPr>
          <p:spPr>
            <a:xfrm>
              <a:off x="6040379" y="3776685"/>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2" name="Cube 3691"/>
            <p:cNvSpPr/>
            <p:nvPr/>
          </p:nvSpPr>
          <p:spPr>
            <a:xfrm>
              <a:off x="6358557" y="3776685"/>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3" name="Cube 3692"/>
            <p:cNvSpPr/>
            <p:nvPr/>
          </p:nvSpPr>
          <p:spPr>
            <a:xfrm>
              <a:off x="6676735"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4" name="Cube 3693"/>
            <p:cNvSpPr/>
            <p:nvPr/>
          </p:nvSpPr>
          <p:spPr>
            <a:xfrm>
              <a:off x="6994914"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5" name="Cube 3694"/>
            <p:cNvSpPr/>
            <p:nvPr/>
          </p:nvSpPr>
          <p:spPr>
            <a:xfrm>
              <a:off x="7313092"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6" name="Cube 3695"/>
            <p:cNvSpPr/>
            <p:nvPr/>
          </p:nvSpPr>
          <p:spPr>
            <a:xfrm>
              <a:off x="7631270"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7" name="Cube 3696"/>
            <p:cNvSpPr/>
            <p:nvPr/>
          </p:nvSpPr>
          <p:spPr>
            <a:xfrm>
              <a:off x="5404022" y="3439032"/>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8" name="Cube 3697"/>
            <p:cNvSpPr/>
            <p:nvPr/>
          </p:nvSpPr>
          <p:spPr>
            <a:xfrm>
              <a:off x="5722200" y="3439032"/>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9" name="Cube 3698"/>
            <p:cNvSpPr/>
            <p:nvPr/>
          </p:nvSpPr>
          <p:spPr>
            <a:xfrm>
              <a:off x="6040379" y="3439032"/>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0" name="Cube 3699"/>
            <p:cNvSpPr/>
            <p:nvPr/>
          </p:nvSpPr>
          <p:spPr>
            <a:xfrm>
              <a:off x="6358557" y="3439032"/>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1" name="Cube 3700"/>
            <p:cNvSpPr/>
            <p:nvPr/>
          </p:nvSpPr>
          <p:spPr>
            <a:xfrm>
              <a:off x="6676735"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2" name="Cube 3701"/>
            <p:cNvSpPr/>
            <p:nvPr/>
          </p:nvSpPr>
          <p:spPr>
            <a:xfrm>
              <a:off x="6994914"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3" name="Cube 3702"/>
            <p:cNvSpPr/>
            <p:nvPr/>
          </p:nvSpPr>
          <p:spPr>
            <a:xfrm>
              <a:off x="7313092"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4" name="Cube 3703"/>
            <p:cNvSpPr/>
            <p:nvPr/>
          </p:nvSpPr>
          <p:spPr>
            <a:xfrm>
              <a:off x="7631270"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5" name="Cube 3704"/>
            <p:cNvSpPr/>
            <p:nvPr/>
          </p:nvSpPr>
          <p:spPr>
            <a:xfrm>
              <a:off x="5404022"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6" name="Cube 3705"/>
            <p:cNvSpPr/>
            <p:nvPr/>
          </p:nvSpPr>
          <p:spPr>
            <a:xfrm>
              <a:off x="5722200"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7" name="Cube 3706"/>
            <p:cNvSpPr/>
            <p:nvPr/>
          </p:nvSpPr>
          <p:spPr>
            <a:xfrm>
              <a:off x="6040379"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8" name="Cube 3707"/>
            <p:cNvSpPr/>
            <p:nvPr/>
          </p:nvSpPr>
          <p:spPr>
            <a:xfrm>
              <a:off x="6358557"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9" name="Cube 3708"/>
            <p:cNvSpPr/>
            <p:nvPr/>
          </p:nvSpPr>
          <p:spPr>
            <a:xfrm>
              <a:off x="6676735"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0" name="Cube 3709"/>
            <p:cNvSpPr/>
            <p:nvPr/>
          </p:nvSpPr>
          <p:spPr>
            <a:xfrm>
              <a:off x="6994914"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1" name="Cube 3710"/>
            <p:cNvSpPr/>
            <p:nvPr/>
          </p:nvSpPr>
          <p:spPr>
            <a:xfrm>
              <a:off x="7313092"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2" name="Cube 3711"/>
            <p:cNvSpPr/>
            <p:nvPr/>
          </p:nvSpPr>
          <p:spPr>
            <a:xfrm>
              <a:off x="7631270"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3" name="Cube 3712"/>
            <p:cNvSpPr/>
            <p:nvPr/>
          </p:nvSpPr>
          <p:spPr>
            <a:xfrm>
              <a:off x="5404022"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4" name="Cube 3713"/>
            <p:cNvSpPr/>
            <p:nvPr/>
          </p:nvSpPr>
          <p:spPr>
            <a:xfrm>
              <a:off x="5722200"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5" name="Cube 3714"/>
            <p:cNvSpPr/>
            <p:nvPr/>
          </p:nvSpPr>
          <p:spPr>
            <a:xfrm>
              <a:off x="6040379"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6" name="Cube 3715"/>
            <p:cNvSpPr/>
            <p:nvPr/>
          </p:nvSpPr>
          <p:spPr>
            <a:xfrm>
              <a:off x="6358557"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7" name="Cube 3716"/>
            <p:cNvSpPr/>
            <p:nvPr/>
          </p:nvSpPr>
          <p:spPr>
            <a:xfrm>
              <a:off x="6676735"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8" name="Cube 3717"/>
            <p:cNvSpPr/>
            <p:nvPr/>
          </p:nvSpPr>
          <p:spPr>
            <a:xfrm>
              <a:off x="6994914"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9" name="Cube 3718"/>
            <p:cNvSpPr/>
            <p:nvPr/>
          </p:nvSpPr>
          <p:spPr>
            <a:xfrm>
              <a:off x="7313092"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0" name="Cube 3719"/>
            <p:cNvSpPr/>
            <p:nvPr/>
          </p:nvSpPr>
          <p:spPr>
            <a:xfrm>
              <a:off x="7631270"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 name="Group 1"/>
          <p:cNvGrpSpPr/>
          <p:nvPr/>
        </p:nvGrpSpPr>
        <p:grpSpPr>
          <a:xfrm>
            <a:off x="792609" y="1740215"/>
            <a:ext cx="2175720" cy="2192404"/>
            <a:chOff x="792609" y="2047575"/>
            <a:chExt cx="2175720" cy="2192404"/>
          </a:xfrm>
        </p:grpSpPr>
        <p:sp>
          <p:nvSpPr>
            <p:cNvPr id="1032" name="Cube 1031"/>
            <p:cNvSpPr/>
            <p:nvPr/>
          </p:nvSpPr>
          <p:spPr>
            <a:xfrm>
              <a:off x="1732474"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3" name="Cube 1032"/>
            <p:cNvSpPr/>
            <p:nvPr/>
          </p:nvSpPr>
          <p:spPr>
            <a:xfrm>
              <a:off x="2050652"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5" name="Cube 1034"/>
            <p:cNvSpPr/>
            <p:nvPr/>
          </p:nvSpPr>
          <p:spPr>
            <a:xfrm>
              <a:off x="1732474"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6" name="Cube 1035"/>
            <p:cNvSpPr/>
            <p:nvPr/>
          </p:nvSpPr>
          <p:spPr>
            <a:xfrm>
              <a:off x="2050652"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7" name="Cube 1036"/>
            <p:cNvSpPr/>
            <p:nvPr/>
          </p:nvSpPr>
          <p:spPr>
            <a:xfrm>
              <a:off x="2368831" y="337895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8" name="Cube 1037"/>
            <p:cNvSpPr/>
            <p:nvPr/>
          </p:nvSpPr>
          <p:spPr>
            <a:xfrm>
              <a:off x="1732474"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9" name="Cube 1038"/>
            <p:cNvSpPr/>
            <p:nvPr/>
          </p:nvSpPr>
          <p:spPr>
            <a:xfrm>
              <a:off x="2050652"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0" name="Cube 1039"/>
            <p:cNvSpPr/>
            <p:nvPr/>
          </p:nvSpPr>
          <p:spPr>
            <a:xfrm>
              <a:off x="2368831" y="30413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1" name="Cube 1040"/>
            <p:cNvSpPr/>
            <p:nvPr/>
          </p:nvSpPr>
          <p:spPr>
            <a:xfrm>
              <a:off x="1732474"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2" name="Cube 1041"/>
            <p:cNvSpPr/>
            <p:nvPr/>
          </p:nvSpPr>
          <p:spPr>
            <a:xfrm>
              <a:off x="2050652"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3" name="Cube 1042"/>
            <p:cNvSpPr/>
            <p:nvPr/>
          </p:nvSpPr>
          <p:spPr>
            <a:xfrm>
              <a:off x="2368831" y="270364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4" name="Cube 1043"/>
            <p:cNvSpPr/>
            <p:nvPr/>
          </p:nvSpPr>
          <p:spPr>
            <a:xfrm>
              <a:off x="1732474"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5" name="Cube 1044"/>
            <p:cNvSpPr/>
            <p:nvPr/>
          </p:nvSpPr>
          <p:spPr>
            <a:xfrm>
              <a:off x="2050652"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6" name="Cube 1045"/>
            <p:cNvSpPr/>
            <p:nvPr/>
          </p:nvSpPr>
          <p:spPr>
            <a:xfrm>
              <a:off x="2368831"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0" name="Cube 1049"/>
            <p:cNvSpPr/>
            <p:nvPr/>
          </p:nvSpPr>
          <p:spPr>
            <a:xfrm>
              <a:off x="1598205"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1" name="Cube 1050"/>
            <p:cNvSpPr/>
            <p:nvPr/>
          </p:nvSpPr>
          <p:spPr>
            <a:xfrm>
              <a:off x="1916383"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4" name="Cube 1053"/>
            <p:cNvSpPr/>
            <p:nvPr/>
          </p:nvSpPr>
          <p:spPr>
            <a:xfrm>
              <a:off x="1598205"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5" name="Cube 1054"/>
            <p:cNvSpPr/>
            <p:nvPr/>
          </p:nvSpPr>
          <p:spPr>
            <a:xfrm>
              <a:off x="1916383"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6" name="Cube 1055"/>
            <p:cNvSpPr/>
            <p:nvPr/>
          </p:nvSpPr>
          <p:spPr>
            <a:xfrm>
              <a:off x="2234562" y="349791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8" name="Cube 1057"/>
            <p:cNvSpPr/>
            <p:nvPr/>
          </p:nvSpPr>
          <p:spPr>
            <a:xfrm>
              <a:off x="1598205"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9" name="Cube 1058"/>
            <p:cNvSpPr/>
            <p:nvPr/>
          </p:nvSpPr>
          <p:spPr>
            <a:xfrm>
              <a:off x="1916383"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0" name="Cube 1059"/>
            <p:cNvSpPr/>
            <p:nvPr/>
          </p:nvSpPr>
          <p:spPr>
            <a:xfrm>
              <a:off x="2234562"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1" name="Cube 1060"/>
            <p:cNvSpPr/>
            <p:nvPr/>
          </p:nvSpPr>
          <p:spPr>
            <a:xfrm>
              <a:off x="2552740"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2" name="Cube 1061"/>
            <p:cNvSpPr/>
            <p:nvPr/>
          </p:nvSpPr>
          <p:spPr>
            <a:xfrm>
              <a:off x="1598205"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3" name="Cube 1062"/>
            <p:cNvSpPr/>
            <p:nvPr/>
          </p:nvSpPr>
          <p:spPr>
            <a:xfrm>
              <a:off x="1916383"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4" name="Cube 1063"/>
            <p:cNvSpPr/>
            <p:nvPr/>
          </p:nvSpPr>
          <p:spPr>
            <a:xfrm>
              <a:off x="2234562"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5" name="Cube 1064"/>
            <p:cNvSpPr/>
            <p:nvPr/>
          </p:nvSpPr>
          <p:spPr>
            <a:xfrm>
              <a:off x="2552740"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6" name="Cube 1065"/>
            <p:cNvSpPr/>
            <p:nvPr/>
          </p:nvSpPr>
          <p:spPr>
            <a:xfrm>
              <a:off x="1598205"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7" name="Cube 1066"/>
            <p:cNvSpPr/>
            <p:nvPr/>
          </p:nvSpPr>
          <p:spPr>
            <a:xfrm>
              <a:off x="1916383"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8" name="Cube 1067"/>
            <p:cNvSpPr/>
            <p:nvPr/>
          </p:nvSpPr>
          <p:spPr>
            <a:xfrm>
              <a:off x="2234562"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9" name="Cube 1068"/>
            <p:cNvSpPr/>
            <p:nvPr/>
          </p:nvSpPr>
          <p:spPr>
            <a:xfrm>
              <a:off x="2552740"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0" name="Cube 1069"/>
            <p:cNvSpPr/>
            <p:nvPr/>
          </p:nvSpPr>
          <p:spPr>
            <a:xfrm>
              <a:off x="1598205"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1" name="Cube 1070"/>
            <p:cNvSpPr/>
            <p:nvPr/>
          </p:nvSpPr>
          <p:spPr>
            <a:xfrm>
              <a:off x="1916383"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2" name="Cube 1071"/>
            <p:cNvSpPr/>
            <p:nvPr/>
          </p:nvSpPr>
          <p:spPr>
            <a:xfrm>
              <a:off x="2234562"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3" name="Cube 1072"/>
            <p:cNvSpPr/>
            <p:nvPr/>
          </p:nvSpPr>
          <p:spPr>
            <a:xfrm>
              <a:off x="2552740"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8" name="Cube 1077"/>
            <p:cNvSpPr/>
            <p:nvPr/>
          </p:nvSpPr>
          <p:spPr>
            <a:xfrm>
              <a:off x="1463939"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9" name="Cube 1078"/>
            <p:cNvSpPr/>
            <p:nvPr/>
          </p:nvSpPr>
          <p:spPr>
            <a:xfrm>
              <a:off x="1782117"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0" name="Cube 1079"/>
            <p:cNvSpPr/>
            <p:nvPr/>
          </p:nvSpPr>
          <p:spPr>
            <a:xfrm>
              <a:off x="2100296"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2" name="Cube 1081"/>
            <p:cNvSpPr/>
            <p:nvPr/>
          </p:nvSpPr>
          <p:spPr>
            <a:xfrm>
              <a:off x="1463939"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3" name="Cube 1082"/>
            <p:cNvSpPr/>
            <p:nvPr/>
          </p:nvSpPr>
          <p:spPr>
            <a:xfrm>
              <a:off x="1782117"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4" name="Cube 1083"/>
            <p:cNvSpPr/>
            <p:nvPr/>
          </p:nvSpPr>
          <p:spPr>
            <a:xfrm>
              <a:off x="2100296"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5" name="Cube 1084"/>
            <p:cNvSpPr/>
            <p:nvPr/>
          </p:nvSpPr>
          <p:spPr>
            <a:xfrm>
              <a:off x="2418474" y="32792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6" name="Cube 1085"/>
            <p:cNvSpPr/>
            <p:nvPr/>
          </p:nvSpPr>
          <p:spPr>
            <a:xfrm>
              <a:off x="1463939"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7" name="Cube 1086"/>
            <p:cNvSpPr/>
            <p:nvPr/>
          </p:nvSpPr>
          <p:spPr>
            <a:xfrm>
              <a:off x="1782117"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8" name="Cube 1087"/>
            <p:cNvSpPr/>
            <p:nvPr/>
          </p:nvSpPr>
          <p:spPr>
            <a:xfrm>
              <a:off x="2100296"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9" name="Cube 1088"/>
            <p:cNvSpPr/>
            <p:nvPr/>
          </p:nvSpPr>
          <p:spPr>
            <a:xfrm>
              <a:off x="2418474"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0" name="Cube 1089"/>
            <p:cNvSpPr/>
            <p:nvPr/>
          </p:nvSpPr>
          <p:spPr>
            <a:xfrm>
              <a:off x="1463939"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1" name="Cube 1090"/>
            <p:cNvSpPr/>
            <p:nvPr/>
          </p:nvSpPr>
          <p:spPr>
            <a:xfrm>
              <a:off x="1782117"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2" name="Cube 1091"/>
            <p:cNvSpPr/>
            <p:nvPr/>
          </p:nvSpPr>
          <p:spPr>
            <a:xfrm>
              <a:off x="2100296"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3" name="Cube 1092"/>
            <p:cNvSpPr/>
            <p:nvPr/>
          </p:nvSpPr>
          <p:spPr>
            <a:xfrm>
              <a:off x="2418474"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4" name="Cube 1093"/>
            <p:cNvSpPr/>
            <p:nvPr/>
          </p:nvSpPr>
          <p:spPr>
            <a:xfrm>
              <a:off x="1463939"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5" name="Cube 1094"/>
            <p:cNvSpPr/>
            <p:nvPr/>
          </p:nvSpPr>
          <p:spPr>
            <a:xfrm>
              <a:off x="1782117"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6" name="Cube 1095"/>
            <p:cNvSpPr/>
            <p:nvPr/>
          </p:nvSpPr>
          <p:spPr>
            <a:xfrm>
              <a:off x="2100296"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7" name="Cube 1096"/>
            <p:cNvSpPr/>
            <p:nvPr/>
          </p:nvSpPr>
          <p:spPr>
            <a:xfrm>
              <a:off x="2418474"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8" name="Cube 1097"/>
            <p:cNvSpPr/>
            <p:nvPr/>
          </p:nvSpPr>
          <p:spPr>
            <a:xfrm>
              <a:off x="1329673"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9" name="Cube 1098"/>
            <p:cNvSpPr/>
            <p:nvPr/>
          </p:nvSpPr>
          <p:spPr>
            <a:xfrm>
              <a:off x="1647851"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0" name="Cube 1099"/>
            <p:cNvSpPr/>
            <p:nvPr/>
          </p:nvSpPr>
          <p:spPr>
            <a:xfrm>
              <a:off x="1966030"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1329673"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4" name="Cube 1103"/>
            <p:cNvSpPr/>
            <p:nvPr/>
          </p:nvSpPr>
          <p:spPr>
            <a:xfrm>
              <a:off x="1647851"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5" name="Cube 1104"/>
            <p:cNvSpPr/>
            <p:nvPr/>
          </p:nvSpPr>
          <p:spPr>
            <a:xfrm>
              <a:off x="1966030"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6" name="Cube 1105"/>
            <p:cNvSpPr/>
            <p:nvPr/>
          </p:nvSpPr>
          <p:spPr>
            <a:xfrm>
              <a:off x="2284208"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2602386"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8" name="Cube 1107"/>
            <p:cNvSpPr/>
            <p:nvPr/>
          </p:nvSpPr>
          <p:spPr>
            <a:xfrm>
              <a:off x="1329673"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1647851"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0" name="Cube 1109"/>
            <p:cNvSpPr/>
            <p:nvPr/>
          </p:nvSpPr>
          <p:spPr>
            <a:xfrm>
              <a:off x="1966030"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1" name="Cube 1110"/>
            <p:cNvSpPr/>
            <p:nvPr/>
          </p:nvSpPr>
          <p:spPr>
            <a:xfrm>
              <a:off x="2284208"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2" name="Cube 1111"/>
            <p:cNvSpPr/>
            <p:nvPr/>
          </p:nvSpPr>
          <p:spPr>
            <a:xfrm>
              <a:off x="2602386"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3" name="Cube 1112"/>
            <p:cNvSpPr/>
            <p:nvPr/>
          </p:nvSpPr>
          <p:spPr>
            <a:xfrm>
              <a:off x="1329673"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4" name="Cube 1113"/>
            <p:cNvSpPr/>
            <p:nvPr/>
          </p:nvSpPr>
          <p:spPr>
            <a:xfrm>
              <a:off x="1647851"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5" name="Cube 1114"/>
            <p:cNvSpPr/>
            <p:nvPr/>
          </p:nvSpPr>
          <p:spPr>
            <a:xfrm>
              <a:off x="1966030"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6" name="Cube 1115"/>
            <p:cNvSpPr/>
            <p:nvPr/>
          </p:nvSpPr>
          <p:spPr>
            <a:xfrm>
              <a:off x="2284208"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7" name="Cube 1116"/>
            <p:cNvSpPr/>
            <p:nvPr/>
          </p:nvSpPr>
          <p:spPr>
            <a:xfrm>
              <a:off x="2602386"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8" name="Cube 1117"/>
            <p:cNvSpPr/>
            <p:nvPr/>
          </p:nvSpPr>
          <p:spPr>
            <a:xfrm>
              <a:off x="1329673"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9" name="Cube 1118"/>
            <p:cNvSpPr/>
            <p:nvPr/>
          </p:nvSpPr>
          <p:spPr>
            <a:xfrm>
              <a:off x="1647851"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0" name="Cube 1119"/>
            <p:cNvSpPr/>
            <p:nvPr/>
          </p:nvSpPr>
          <p:spPr>
            <a:xfrm>
              <a:off x="1966030"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1" name="Cube 1120"/>
            <p:cNvSpPr/>
            <p:nvPr/>
          </p:nvSpPr>
          <p:spPr>
            <a:xfrm>
              <a:off x="2284208"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2" name="Cube 1121"/>
            <p:cNvSpPr/>
            <p:nvPr/>
          </p:nvSpPr>
          <p:spPr>
            <a:xfrm>
              <a:off x="2602386"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3" name="Cube 1122"/>
            <p:cNvSpPr/>
            <p:nvPr/>
          </p:nvSpPr>
          <p:spPr>
            <a:xfrm>
              <a:off x="1329673"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4" name="Cube 1123"/>
            <p:cNvSpPr/>
            <p:nvPr/>
          </p:nvSpPr>
          <p:spPr>
            <a:xfrm>
              <a:off x="1647851"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5" name="Cube 1124"/>
            <p:cNvSpPr/>
            <p:nvPr/>
          </p:nvSpPr>
          <p:spPr>
            <a:xfrm>
              <a:off x="1966030"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6" name="Cube 1125"/>
            <p:cNvSpPr/>
            <p:nvPr/>
          </p:nvSpPr>
          <p:spPr>
            <a:xfrm>
              <a:off x="2284208"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7" name="Cube 1126"/>
            <p:cNvSpPr/>
            <p:nvPr/>
          </p:nvSpPr>
          <p:spPr>
            <a:xfrm>
              <a:off x="2602386"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8" name="Cube 1127"/>
            <p:cNvSpPr/>
            <p:nvPr/>
          </p:nvSpPr>
          <p:spPr>
            <a:xfrm>
              <a:off x="1195407"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9" name="Cube 1128"/>
            <p:cNvSpPr/>
            <p:nvPr/>
          </p:nvSpPr>
          <p:spPr>
            <a:xfrm>
              <a:off x="1513585"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Cube 1129"/>
            <p:cNvSpPr/>
            <p:nvPr/>
          </p:nvSpPr>
          <p:spPr>
            <a:xfrm>
              <a:off x="1831764"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3" name="Cube 1132"/>
            <p:cNvSpPr/>
            <p:nvPr/>
          </p:nvSpPr>
          <p:spPr>
            <a:xfrm>
              <a:off x="1195407"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4" name="Cube 1133"/>
            <p:cNvSpPr/>
            <p:nvPr/>
          </p:nvSpPr>
          <p:spPr>
            <a:xfrm>
              <a:off x="1513585"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5" name="Cube 1134"/>
            <p:cNvSpPr/>
            <p:nvPr/>
          </p:nvSpPr>
          <p:spPr>
            <a:xfrm>
              <a:off x="1831764"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6" name="Cube 1135"/>
            <p:cNvSpPr/>
            <p:nvPr/>
          </p:nvSpPr>
          <p:spPr>
            <a:xfrm>
              <a:off x="2149942"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7" name="Cube 1136"/>
            <p:cNvSpPr/>
            <p:nvPr/>
          </p:nvSpPr>
          <p:spPr>
            <a:xfrm>
              <a:off x="2468120"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8" name="Cube 1137"/>
            <p:cNvSpPr/>
            <p:nvPr/>
          </p:nvSpPr>
          <p:spPr>
            <a:xfrm>
              <a:off x="1195407"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9" name="Cube 1138"/>
            <p:cNvSpPr/>
            <p:nvPr/>
          </p:nvSpPr>
          <p:spPr>
            <a:xfrm>
              <a:off x="1513585"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0" name="Cube 1139"/>
            <p:cNvSpPr/>
            <p:nvPr/>
          </p:nvSpPr>
          <p:spPr>
            <a:xfrm>
              <a:off x="1831764"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1" name="Cube 1140"/>
            <p:cNvSpPr/>
            <p:nvPr/>
          </p:nvSpPr>
          <p:spPr>
            <a:xfrm>
              <a:off x="2149942"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2" name="Cube 1141"/>
            <p:cNvSpPr/>
            <p:nvPr/>
          </p:nvSpPr>
          <p:spPr>
            <a:xfrm>
              <a:off x="2468120"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3" name="Cube 1142"/>
            <p:cNvSpPr/>
            <p:nvPr/>
          </p:nvSpPr>
          <p:spPr>
            <a:xfrm>
              <a:off x="1195407"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4" name="Cube 1143"/>
            <p:cNvSpPr/>
            <p:nvPr/>
          </p:nvSpPr>
          <p:spPr>
            <a:xfrm>
              <a:off x="1513585"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5" name="Cube 1144"/>
            <p:cNvSpPr/>
            <p:nvPr/>
          </p:nvSpPr>
          <p:spPr>
            <a:xfrm>
              <a:off x="1831764"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6" name="Cube 1145"/>
            <p:cNvSpPr/>
            <p:nvPr/>
          </p:nvSpPr>
          <p:spPr>
            <a:xfrm>
              <a:off x="2149942"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7" name="Cube 1146"/>
            <p:cNvSpPr/>
            <p:nvPr/>
          </p:nvSpPr>
          <p:spPr>
            <a:xfrm>
              <a:off x="2468120"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8" name="Cube 1147"/>
            <p:cNvSpPr/>
            <p:nvPr/>
          </p:nvSpPr>
          <p:spPr>
            <a:xfrm>
              <a:off x="1195407"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9" name="Cube 1148"/>
            <p:cNvSpPr/>
            <p:nvPr/>
          </p:nvSpPr>
          <p:spPr>
            <a:xfrm>
              <a:off x="1513585"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0" name="Cube 1149"/>
            <p:cNvSpPr/>
            <p:nvPr/>
          </p:nvSpPr>
          <p:spPr>
            <a:xfrm>
              <a:off x="1831764"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1" name="Cube 1150"/>
            <p:cNvSpPr/>
            <p:nvPr/>
          </p:nvSpPr>
          <p:spPr>
            <a:xfrm>
              <a:off x="2149942"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2" name="Cube 1151"/>
            <p:cNvSpPr/>
            <p:nvPr/>
          </p:nvSpPr>
          <p:spPr>
            <a:xfrm>
              <a:off x="2468120"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3" name="Cube 1152"/>
            <p:cNvSpPr/>
            <p:nvPr/>
          </p:nvSpPr>
          <p:spPr>
            <a:xfrm>
              <a:off x="1195407"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4" name="Cube 1153"/>
            <p:cNvSpPr/>
            <p:nvPr/>
          </p:nvSpPr>
          <p:spPr>
            <a:xfrm>
              <a:off x="1513585"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5" name="Cube 1154"/>
            <p:cNvSpPr/>
            <p:nvPr/>
          </p:nvSpPr>
          <p:spPr>
            <a:xfrm>
              <a:off x="1831764"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6" name="Cube 1155"/>
            <p:cNvSpPr/>
            <p:nvPr/>
          </p:nvSpPr>
          <p:spPr>
            <a:xfrm>
              <a:off x="2149942"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7" name="Cube 1156"/>
            <p:cNvSpPr/>
            <p:nvPr/>
          </p:nvSpPr>
          <p:spPr>
            <a:xfrm>
              <a:off x="2468120"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4" name="Cube 1163"/>
            <p:cNvSpPr/>
            <p:nvPr/>
          </p:nvSpPr>
          <p:spPr>
            <a:xfrm>
              <a:off x="1061141"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5" name="Cube 1164"/>
            <p:cNvSpPr/>
            <p:nvPr/>
          </p:nvSpPr>
          <p:spPr>
            <a:xfrm>
              <a:off x="1379319"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6" name="Cube 1165"/>
            <p:cNvSpPr/>
            <p:nvPr/>
          </p:nvSpPr>
          <p:spPr>
            <a:xfrm>
              <a:off x="1697498"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7" name="Cube 1166"/>
            <p:cNvSpPr/>
            <p:nvPr/>
          </p:nvSpPr>
          <p:spPr>
            <a:xfrm>
              <a:off x="2015676"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8" name="Cube 1167"/>
            <p:cNvSpPr/>
            <p:nvPr/>
          </p:nvSpPr>
          <p:spPr>
            <a:xfrm>
              <a:off x="2333854"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0" name="Cube 1169"/>
            <p:cNvSpPr/>
            <p:nvPr/>
          </p:nvSpPr>
          <p:spPr>
            <a:xfrm>
              <a:off x="1061141"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1" name="Cube 1170"/>
            <p:cNvSpPr/>
            <p:nvPr/>
          </p:nvSpPr>
          <p:spPr>
            <a:xfrm>
              <a:off x="1379319"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2" name="Cube 1171"/>
            <p:cNvSpPr/>
            <p:nvPr/>
          </p:nvSpPr>
          <p:spPr>
            <a:xfrm>
              <a:off x="1697498"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3" name="Cube 1172"/>
            <p:cNvSpPr/>
            <p:nvPr/>
          </p:nvSpPr>
          <p:spPr>
            <a:xfrm>
              <a:off x="2015676"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4" name="Cube 1173"/>
            <p:cNvSpPr/>
            <p:nvPr/>
          </p:nvSpPr>
          <p:spPr>
            <a:xfrm>
              <a:off x="2333854"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6" name="Cube 1175"/>
            <p:cNvSpPr/>
            <p:nvPr/>
          </p:nvSpPr>
          <p:spPr>
            <a:xfrm>
              <a:off x="1061141"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7" name="Cube 1176"/>
            <p:cNvSpPr/>
            <p:nvPr/>
          </p:nvSpPr>
          <p:spPr>
            <a:xfrm>
              <a:off x="1379319"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8" name="Cube 1177"/>
            <p:cNvSpPr/>
            <p:nvPr/>
          </p:nvSpPr>
          <p:spPr>
            <a:xfrm>
              <a:off x="1697498"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9" name="Cube 1178"/>
            <p:cNvSpPr/>
            <p:nvPr/>
          </p:nvSpPr>
          <p:spPr>
            <a:xfrm>
              <a:off x="2015676"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0" name="Cube 1179"/>
            <p:cNvSpPr/>
            <p:nvPr/>
          </p:nvSpPr>
          <p:spPr>
            <a:xfrm>
              <a:off x="2333854"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2" name="Cube 1181"/>
            <p:cNvSpPr/>
            <p:nvPr/>
          </p:nvSpPr>
          <p:spPr>
            <a:xfrm>
              <a:off x="1061141"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3" name="Cube 1182"/>
            <p:cNvSpPr/>
            <p:nvPr/>
          </p:nvSpPr>
          <p:spPr>
            <a:xfrm>
              <a:off x="1379319"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4" name="Cube 1183"/>
            <p:cNvSpPr/>
            <p:nvPr/>
          </p:nvSpPr>
          <p:spPr>
            <a:xfrm>
              <a:off x="1697498"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5" name="Cube 1184"/>
            <p:cNvSpPr/>
            <p:nvPr/>
          </p:nvSpPr>
          <p:spPr>
            <a:xfrm>
              <a:off x="2015676"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6" name="Cube 1185"/>
            <p:cNvSpPr/>
            <p:nvPr/>
          </p:nvSpPr>
          <p:spPr>
            <a:xfrm>
              <a:off x="2333854"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8" name="Cube 1187"/>
            <p:cNvSpPr/>
            <p:nvPr/>
          </p:nvSpPr>
          <p:spPr>
            <a:xfrm>
              <a:off x="1061141"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9" name="Cube 1188"/>
            <p:cNvSpPr/>
            <p:nvPr/>
          </p:nvSpPr>
          <p:spPr>
            <a:xfrm>
              <a:off x="1379319"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0" name="Cube 1189"/>
            <p:cNvSpPr/>
            <p:nvPr/>
          </p:nvSpPr>
          <p:spPr>
            <a:xfrm>
              <a:off x="1697498"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1" name="Cube 1190"/>
            <p:cNvSpPr/>
            <p:nvPr/>
          </p:nvSpPr>
          <p:spPr>
            <a:xfrm>
              <a:off x="2015676"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2" name="Cube 1191"/>
            <p:cNvSpPr/>
            <p:nvPr/>
          </p:nvSpPr>
          <p:spPr>
            <a:xfrm>
              <a:off x="2333854"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4" name="Cube 1193"/>
            <p:cNvSpPr/>
            <p:nvPr/>
          </p:nvSpPr>
          <p:spPr>
            <a:xfrm>
              <a:off x="926875"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5" name="Cube 1194"/>
            <p:cNvSpPr/>
            <p:nvPr/>
          </p:nvSpPr>
          <p:spPr>
            <a:xfrm>
              <a:off x="1245053"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6" name="Cube 1195"/>
            <p:cNvSpPr/>
            <p:nvPr/>
          </p:nvSpPr>
          <p:spPr>
            <a:xfrm>
              <a:off x="1563232"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7" name="Cube 1196"/>
            <p:cNvSpPr/>
            <p:nvPr/>
          </p:nvSpPr>
          <p:spPr>
            <a:xfrm>
              <a:off x="1881410"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8" name="Cube 1197"/>
            <p:cNvSpPr/>
            <p:nvPr/>
          </p:nvSpPr>
          <p:spPr>
            <a:xfrm>
              <a:off x="2199588"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0" name="Cube 1199"/>
            <p:cNvSpPr/>
            <p:nvPr/>
          </p:nvSpPr>
          <p:spPr>
            <a:xfrm>
              <a:off x="926875"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1" name="Cube 1200"/>
            <p:cNvSpPr/>
            <p:nvPr/>
          </p:nvSpPr>
          <p:spPr>
            <a:xfrm>
              <a:off x="1245053"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2" name="Cube 1201"/>
            <p:cNvSpPr/>
            <p:nvPr/>
          </p:nvSpPr>
          <p:spPr>
            <a:xfrm>
              <a:off x="1563232"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3" name="Cube 1202"/>
            <p:cNvSpPr/>
            <p:nvPr/>
          </p:nvSpPr>
          <p:spPr>
            <a:xfrm>
              <a:off x="1881410"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4" name="Cube 1203"/>
            <p:cNvSpPr/>
            <p:nvPr/>
          </p:nvSpPr>
          <p:spPr>
            <a:xfrm>
              <a:off x="2199588"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6" name="Cube 1205"/>
            <p:cNvSpPr/>
            <p:nvPr/>
          </p:nvSpPr>
          <p:spPr>
            <a:xfrm>
              <a:off x="926875"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7" name="Cube 1206"/>
            <p:cNvSpPr/>
            <p:nvPr/>
          </p:nvSpPr>
          <p:spPr>
            <a:xfrm>
              <a:off x="1245053"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8" name="Cube 1207"/>
            <p:cNvSpPr/>
            <p:nvPr/>
          </p:nvSpPr>
          <p:spPr>
            <a:xfrm>
              <a:off x="1563232"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9" name="Cube 1208"/>
            <p:cNvSpPr/>
            <p:nvPr/>
          </p:nvSpPr>
          <p:spPr>
            <a:xfrm>
              <a:off x="1881410"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0" name="Cube 1209"/>
            <p:cNvSpPr/>
            <p:nvPr/>
          </p:nvSpPr>
          <p:spPr>
            <a:xfrm>
              <a:off x="2199588"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2" name="Cube 1211"/>
            <p:cNvSpPr/>
            <p:nvPr/>
          </p:nvSpPr>
          <p:spPr>
            <a:xfrm>
              <a:off x="926875"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3" name="Cube 1212"/>
            <p:cNvSpPr/>
            <p:nvPr/>
          </p:nvSpPr>
          <p:spPr>
            <a:xfrm>
              <a:off x="1245053"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4" name="Cube 1213"/>
            <p:cNvSpPr/>
            <p:nvPr/>
          </p:nvSpPr>
          <p:spPr>
            <a:xfrm>
              <a:off x="1563232"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5" name="Cube 1214"/>
            <p:cNvSpPr/>
            <p:nvPr/>
          </p:nvSpPr>
          <p:spPr>
            <a:xfrm>
              <a:off x="1881410"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6" name="Cube 1215"/>
            <p:cNvSpPr/>
            <p:nvPr/>
          </p:nvSpPr>
          <p:spPr>
            <a:xfrm>
              <a:off x="2199588"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8" name="Cube 1217"/>
            <p:cNvSpPr/>
            <p:nvPr/>
          </p:nvSpPr>
          <p:spPr>
            <a:xfrm>
              <a:off x="926875"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9" name="Cube 1218"/>
            <p:cNvSpPr/>
            <p:nvPr/>
          </p:nvSpPr>
          <p:spPr>
            <a:xfrm>
              <a:off x="1245053"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0" name="Cube 1219"/>
            <p:cNvSpPr/>
            <p:nvPr/>
          </p:nvSpPr>
          <p:spPr>
            <a:xfrm>
              <a:off x="1563232"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1" name="Cube 1220"/>
            <p:cNvSpPr/>
            <p:nvPr/>
          </p:nvSpPr>
          <p:spPr>
            <a:xfrm>
              <a:off x="1881410"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2" name="Cube 1221"/>
            <p:cNvSpPr/>
            <p:nvPr/>
          </p:nvSpPr>
          <p:spPr>
            <a:xfrm>
              <a:off x="2199588"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4" name="Cube 1223"/>
            <p:cNvSpPr/>
            <p:nvPr/>
          </p:nvSpPr>
          <p:spPr>
            <a:xfrm>
              <a:off x="792609"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5" name="Cube 1224"/>
            <p:cNvSpPr/>
            <p:nvPr/>
          </p:nvSpPr>
          <p:spPr>
            <a:xfrm>
              <a:off x="1110787"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6" name="Cube 1225"/>
            <p:cNvSpPr/>
            <p:nvPr/>
          </p:nvSpPr>
          <p:spPr>
            <a:xfrm>
              <a:off x="1428966"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7" name="Cube 1226"/>
            <p:cNvSpPr/>
            <p:nvPr/>
          </p:nvSpPr>
          <p:spPr>
            <a:xfrm>
              <a:off x="1747144"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8" name="Cube 1227"/>
            <p:cNvSpPr/>
            <p:nvPr/>
          </p:nvSpPr>
          <p:spPr>
            <a:xfrm>
              <a:off x="2065322"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0" name="Cube 1229"/>
            <p:cNvSpPr/>
            <p:nvPr/>
          </p:nvSpPr>
          <p:spPr>
            <a:xfrm>
              <a:off x="792609"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1" name="Cube 1230"/>
            <p:cNvSpPr/>
            <p:nvPr/>
          </p:nvSpPr>
          <p:spPr>
            <a:xfrm>
              <a:off x="1110787"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2" name="Cube 1231"/>
            <p:cNvSpPr/>
            <p:nvPr/>
          </p:nvSpPr>
          <p:spPr>
            <a:xfrm>
              <a:off x="1428966"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3" name="Cube 1232"/>
            <p:cNvSpPr/>
            <p:nvPr/>
          </p:nvSpPr>
          <p:spPr>
            <a:xfrm>
              <a:off x="1747144"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4" name="Cube 1233"/>
            <p:cNvSpPr/>
            <p:nvPr/>
          </p:nvSpPr>
          <p:spPr>
            <a:xfrm>
              <a:off x="2065322" y="353638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6" name="Cube 1235"/>
            <p:cNvSpPr/>
            <p:nvPr/>
          </p:nvSpPr>
          <p:spPr>
            <a:xfrm>
              <a:off x="792609"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7" name="Cube 1236"/>
            <p:cNvSpPr/>
            <p:nvPr/>
          </p:nvSpPr>
          <p:spPr>
            <a:xfrm>
              <a:off x="1110787"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8" name="Cube 1237"/>
            <p:cNvSpPr/>
            <p:nvPr/>
          </p:nvSpPr>
          <p:spPr>
            <a:xfrm>
              <a:off x="1428966"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9" name="Cube 1238"/>
            <p:cNvSpPr/>
            <p:nvPr/>
          </p:nvSpPr>
          <p:spPr>
            <a:xfrm>
              <a:off x="1747144"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0" name="Cube 1239"/>
            <p:cNvSpPr/>
            <p:nvPr/>
          </p:nvSpPr>
          <p:spPr>
            <a:xfrm>
              <a:off x="2065322"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2" name="Cube 1241"/>
            <p:cNvSpPr/>
            <p:nvPr/>
          </p:nvSpPr>
          <p:spPr>
            <a:xfrm>
              <a:off x="792609"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3" name="Cube 1242"/>
            <p:cNvSpPr/>
            <p:nvPr/>
          </p:nvSpPr>
          <p:spPr>
            <a:xfrm>
              <a:off x="1110787"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4" name="Cube 1243"/>
            <p:cNvSpPr/>
            <p:nvPr/>
          </p:nvSpPr>
          <p:spPr>
            <a:xfrm>
              <a:off x="1428966"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5" name="Cube 1244"/>
            <p:cNvSpPr/>
            <p:nvPr/>
          </p:nvSpPr>
          <p:spPr>
            <a:xfrm>
              <a:off x="1747144"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6" name="Cube 1245"/>
            <p:cNvSpPr/>
            <p:nvPr/>
          </p:nvSpPr>
          <p:spPr>
            <a:xfrm>
              <a:off x="2065322" y="286107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8" name="Cube 1247"/>
            <p:cNvSpPr/>
            <p:nvPr/>
          </p:nvSpPr>
          <p:spPr>
            <a:xfrm>
              <a:off x="792609"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9" name="Cube 1248"/>
            <p:cNvSpPr/>
            <p:nvPr/>
          </p:nvSpPr>
          <p:spPr>
            <a:xfrm>
              <a:off x="1110787"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0" name="Cube 1249"/>
            <p:cNvSpPr/>
            <p:nvPr/>
          </p:nvSpPr>
          <p:spPr>
            <a:xfrm>
              <a:off x="1428966"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1" name="Cube 1250"/>
            <p:cNvSpPr/>
            <p:nvPr/>
          </p:nvSpPr>
          <p:spPr>
            <a:xfrm>
              <a:off x="1747144"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2" name="Cube 1251"/>
            <p:cNvSpPr/>
            <p:nvPr/>
          </p:nvSpPr>
          <p:spPr>
            <a:xfrm>
              <a:off x="2065322" y="252342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702" name="TextBox 701"/>
          <p:cNvSpPr txBox="1"/>
          <p:nvPr/>
        </p:nvSpPr>
        <p:spPr>
          <a:xfrm>
            <a:off x="5501368" y="4974491"/>
            <a:ext cx="1066800" cy="369332"/>
          </a:xfrm>
          <a:prstGeom prst="rect">
            <a:avLst/>
          </a:prstGeom>
          <a:noFill/>
        </p:spPr>
        <p:txBody>
          <a:bodyPr wrap="square" rtlCol="0">
            <a:spAutoFit/>
          </a:bodyPr>
          <a:lstStyle/>
          <a:p>
            <a:pPr algn="ctr"/>
            <a:r>
              <a:rPr lang="en-US" dirty="0"/>
              <a:t>output</a:t>
            </a:r>
          </a:p>
        </p:txBody>
      </p:sp>
      <p:sp>
        <p:nvSpPr>
          <p:cNvPr id="703" name="TextBox 702"/>
          <p:cNvSpPr txBox="1"/>
          <p:nvPr/>
        </p:nvSpPr>
        <p:spPr>
          <a:xfrm>
            <a:off x="902335" y="3947480"/>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sp>
        <p:nvSpPr>
          <p:cNvPr id="3" name="TextBox 2"/>
          <p:cNvSpPr txBox="1"/>
          <p:nvPr/>
        </p:nvSpPr>
        <p:spPr>
          <a:xfrm>
            <a:off x="2331973" y="5021385"/>
            <a:ext cx="2041682" cy="923330"/>
          </a:xfrm>
          <a:prstGeom prst="rect">
            <a:avLst/>
          </a:prstGeom>
          <a:noFill/>
        </p:spPr>
        <p:txBody>
          <a:bodyPr wrap="square" rtlCol="0">
            <a:spAutoFit/>
          </a:bodyPr>
          <a:lstStyle/>
          <a:p>
            <a:pPr algn="ctr"/>
            <a:r>
              <a:rPr lang="en-US" dirty="0"/>
              <a:t>Fewer boundary elements relative to internal elements</a:t>
            </a:r>
          </a:p>
        </p:txBody>
      </p:sp>
      <p:cxnSp>
        <p:nvCxnSpPr>
          <p:cNvPr id="6" name="Straight Arrow Connector 5"/>
          <p:cNvCxnSpPr>
            <a:stCxn id="3" idx="0"/>
          </p:cNvCxnSpPr>
          <p:nvPr/>
        </p:nvCxnSpPr>
        <p:spPr>
          <a:xfrm flipH="1" flipV="1">
            <a:off x="2650151" y="3913385"/>
            <a:ext cx="702663" cy="1108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51621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0"/>
          </p:nvPr>
        </p:nvSpPr>
        <p:spPr/>
        <p:txBody>
          <a:bodyPr/>
          <a:lstStyle/>
          <a:p>
            <a:r>
              <a:rPr lang="en-US" dirty="0"/>
              <a:t>Increasing Input Tile Size</a:t>
            </a:r>
          </a:p>
        </p:txBody>
      </p:sp>
      <p:sp>
        <p:nvSpPr>
          <p:cNvPr id="3" name="Content Placeholder 2"/>
          <p:cNvSpPr>
            <a:spLocks noGrp="1"/>
          </p:cNvSpPr>
          <p:nvPr>
            <p:ph sz="half" idx="1"/>
          </p:nvPr>
        </p:nvSpPr>
        <p:spPr/>
        <p:txBody>
          <a:bodyPr>
            <a:noAutofit/>
          </a:bodyPr>
          <a:lstStyle/>
          <a:p>
            <a:r>
              <a:rPr lang="en-US" dirty="0"/>
              <a:t>Challenges with increasing input tile size:</a:t>
            </a:r>
          </a:p>
          <a:p>
            <a:pPr lvl="1"/>
            <a:r>
              <a:rPr lang="en-US" u="sng" dirty="0"/>
              <a:t>Block size limit:</a:t>
            </a:r>
            <a:r>
              <a:rPr lang="en-US" dirty="0"/>
              <a:t> The input tile size in the current implementation is the same as the block size which is limited by the hardware</a:t>
            </a:r>
          </a:p>
          <a:p>
            <a:pPr lvl="1"/>
            <a:r>
              <a:rPr lang="en-US" u="sng" dirty="0"/>
              <a:t>Shared memory capacity limit:</a:t>
            </a:r>
            <a:r>
              <a:rPr lang="en-US" dirty="0"/>
              <a:t> The input tile size in the current implementation determines the shared memory usage per block which is limited by hardware</a:t>
            </a:r>
          </a:p>
          <a:p>
            <a:pPr lvl="2"/>
            <a:r>
              <a:rPr lang="en-US" dirty="0"/>
              <a:t>Even if the limit is not exceeded, using too much shared memory may hurt occupancy</a:t>
            </a:r>
          </a:p>
          <a:p>
            <a:endParaRPr lang="en-US" dirty="0"/>
          </a:p>
          <a:p>
            <a:r>
              <a:rPr lang="en-US" dirty="0"/>
              <a:t>Solutions:</a:t>
            </a:r>
          </a:p>
          <a:p>
            <a:pPr lvl="1"/>
            <a:r>
              <a:rPr lang="en-US" u="sng" dirty="0"/>
              <a:t>Block size limit:</a:t>
            </a:r>
            <a:r>
              <a:rPr lang="en-US" dirty="0"/>
              <a:t> Use thread coarsening to process a larger input/output tile without using more threads</a:t>
            </a:r>
          </a:p>
          <a:p>
            <a:pPr lvl="2"/>
            <a:r>
              <a:rPr lang="en-US" dirty="0"/>
              <a:t>Price of parallelization here is redundant loading of boundary elements</a:t>
            </a:r>
          </a:p>
          <a:p>
            <a:pPr lvl="1"/>
            <a:r>
              <a:rPr lang="en-US" u="sng" dirty="0"/>
              <a:t>Shared memory capacity limit:</a:t>
            </a:r>
            <a:r>
              <a:rPr lang="en-US" dirty="0"/>
              <a:t> Only keep needed slices of the input tile in shared memory</a:t>
            </a:r>
          </a:p>
        </p:txBody>
      </p:sp>
    </p:spTree>
    <p:extLst>
      <p:ext uri="{BB962C8B-B14F-4D97-AF65-F5344CB8AC3E}">
        <p14:creationId xmlns:p14="http://schemas.microsoft.com/office/powerpoint/2010/main" val="265558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0"/>
          </p:nvPr>
        </p:nvSpPr>
        <p:spPr/>
        <p:txBody>
          <a:bodyPr/>
          <a:lstStyle/>
          <a:p>
            <a:r>
              <a:rPr lang="en-US" dirty="0"/>
              <a:t>Limits Exceeded</a:t>
            </a:r>
          </a:p>
        </p:txBody>
      </p:sp>
      <p:grpSp>
        <p:nvGrpSpPr>
          <p:cNvPr id="3208" name="Group 3207"/>
          <p:cNvGrpSpPr/>
          <p:nvPr/>
        </p:nvGrpSpPr>
        <p:grpSpPr>
          <a:xfrm>
            <a:off x="4797050" y="1383329"/>
            <a:ext cx="3533056" cy="3562249"/>
            <a:chOff x="5404022" y="1930991"/>
            <a:chExt cx="3533056" cy="3562249"/>
          </a:xfrm>
        </p:grpSpPr>
        <p:sp>
          <p:nvSpPr>
            <p:cNvPr id="3209" name="Cube 3208"/>
            <p:cNvSpPr/>
            <p:nvPr/>
          </p:nvSpPr>
          <p:spPr>
            <a:xfrm>
              <a:off x="6343887"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0" name="Cube 3209"/>
            <p:cNvSpPr/>
            <p:nvPr/>
          </p:nvSpPr>
          <p:spPr>
            <a:xfrm>
              <a:off x="6662065"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1" name="Cube 3210"/>
            <p:cNvSpPr/>
            <p:nvPr/>
          </p:nvSpPr>
          <p:spPr>
            <a:xfrm>
              <a:off x="6980244"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2" name="Cube 3211"/>
            <p:cNvSpPr/>
            <p:nvPr/>
          </p:nvSpPr>
          <p:spPr>
            <a:xfrm>
              <a:off x="7298422"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3" name="Cube 3212"/>
            <p:cNvSpPr/>
            <p:nvPr/>
          </p:nvSpPr>
          <p:spPr>
            <a:xfrm>
              <a:off x="7616600"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4" name="Cube 3213"/>
            <p:cNvSpPr/>
            <p:nvPr/>
          </p:nvSpPr>
          <p:spPr>
            <a:xfrm>
              <a:off x="7934779"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5" name="Cube 3214"/>
            <p:cNvSpPr/>
            <p:nvPr/>
          </p:nvSpPr>
          <p:spPr>
            <a:xfrm>
              <a:off x="8252957"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6" name="Cube 3215"/>
            <p:cNvSpPr/>
            <p:nvPr/>
          </p:nvSpPr>
          <p:spPr>
            <a:xfrm>
              <a:off x="8571135" y="429456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7" name="Cube 3216"/>
            <p:cNvSpPr/>
            <p:nvPr/>
          </p:nvSpPr>
          <p:spPr>
            <a:xfrm>
              <a:off x="6343887"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8" name="Cube 3217"/>
            <p:cNvSpPr/>
            <p:nvPr/>
          </p:nvSpPr>
          <p:spPr>
            <a:xfrm>
              <a:off x="6662065"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9" name="Cube 3218"/>
            <p:cNvSpPr/>
            <p:nvPr/>
          </p:nvSpPr>
          <p:spPr>
            <a:xfrm>
              <a:off x="6980244"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0" name="Cube 3219"/>
            <p:cNvSpPr/>
            <p:nvPr/>
          </p:nvSpPr>
          <p:spPr>
            <a:xfrm>
              <a:off x="7298422"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1" name="Cube 3220"/>
            <p:cNvSpPr/>
            <p:nvPr/>
          </p:nvSpPr>
          <p:spPr>
            <a:xfrm>
              <a:off x="7616600"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2" name="Cube 3221"/>
            <p:cNvSpPr/>
            <p:nvPr/>
          </p:nvSpPr>
          <p:spPr>
            <a:xfrm>
              <a:off x="7934779"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3" name="Cube 3222"/>
            <p:cNvSpPr/>
            <p:nvPr/>
          </p:nvSpPr>
          <p:spPr>
            <a:xfrm>
              <a:off x="8252957"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4" name="Cube 3223"/>
            <p:cNvSpPr/>
            <p:nvPr/>
          </p:nvSpPr>
          <p:spPr>
            <a:xfrm>
              <a:off x="8571135" y="395690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5" name="Cube 3224"/>
            <p:cNvSpPr/>
            <p:nvPr/>
          </p:nvSpPr>
          <p:spPr>
            <a:xfrm>
              <a:off x="6343887"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6" name="Cube 3225"/>
            <p:cNvSpPr/>
            <p:nvPr/>
          </p:nvSpPr>
          <p:spPr>
            <a:xfrm>
              <a:off x="6662065"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7" name="Cube 3226"/>
            <p:cNvSpPr/>
            <p:nvPr/>
          </p:nvSpPr>
          <p:spPr>
            <a:xfrm>
              <a:off x="6980244"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8" name="Cube 3227"/>
            <p:cNvSpPr/>
            <p:nvPr/>
          </p:nvSpPr>
          <p:spPr>
            <a:xfrm>
              <a:off x="7298422"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9" name="Cube 3228"/>
            <p:cNvSpPr/>
            <p:nvPr/>
          </p:nvSpPr>
          <p:spPr>
            <a:xfrm>
              <a:off x="7616600"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0" name="Cube 3229"/>
            <p:cNvSpPr/>
            <p:nvPr/>
          </p:nvSpPr>
          <p:spPr>
            <a:xfrm>
              <a:off x="7934779"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1" name="Cube 3230"/>
            <p:cNvSpPr/>
            <p:nvPr/>
          </p:nvSpPr>
          <p:spPr>
            <a:xfrm>
              <a:off x="8252957"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2" name="Cube 3231"/>
            <p:cNvSpPr/>
            <p:nvPr/>
          </p:nvSpPr>
          <p:spPr>
            <a:xfrm>
              <a:off x="8571135" y="361925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3" name="Cube 3232"/>
            <p:cNvSpPr/>
            <p:nvPr/>
          </p:nvSpPr>
          <p:spPr>
            <a:xfrm>
              <a:off x="6343887"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4" name="Cube 3233"/>
            <p:cNvSpPr/>
            <p:nvPr/>
          </p:nvSpPr>
          <p:spPr>
            <a:xfrm>
              <a:off x="6662065"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5" name="Cube 3234"/>
            <p:cNvSpPr/>
            <p:nvPr/>
          </p:nvSpPr>
          <p:spPr>
            <a:xfrm>
              <a:off x="6980244"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6" name="Cube 3235"/>
            <p:cNvSpPr/>
            <p:nvPr/>
          </p:nvSpPr>
          <p:spPr>
            <a:xfrm>
              <a:off x="7298422"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7" name="Cube 3236"/>
            <p:cNvSpPr/>
            <p:nvPr/>
          </p:nvSpPr>
          <p:spPr>
            <a:xfrm>
              <a:off x="7616600"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8" name="Cube 3237"/>
            <p:cNvSpPr/>
            <p:nvPr/>
          </p:nvSpPr>
          <p:spPr>
            <a:xfrm>
              <a:off x="7934779"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9" name="Cube 3238"/>
            <p:cNvSpPr/>
            <p:nvPr/>
          </p:nvSpPr>
          <p:spPr>
            <a:xfrm>
              <a:off x="8252957"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0" name="Cube 3239"/>
            <p:cNvSpPr/>
            <p:nvPr/>
          </p:nvSpPr>
          <p:spPr>
            <a:xfrm>
              <a:off x="8571135" y="328160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1" name="Cube 3240"/>
            <p:cNvSpPr/>
            <p:nvPr/>
          </p:nvSpPr>
          <p:spPr>
            <a:xfrm>
              <a:off x="6343887"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2" name="Cube 3241"/>
            <p:cNvSpPr/>
            <p:nvPr/>
          </p:nvSpPr>
          <p:spPr>
            <a:xfrm>
              <a:off x="6662065"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3" name="Cube 3242"/>
            <p:cNvSpPr/>
            <p:nvPr/>
          </p:nvSpPr>
          <p:spPr>
            <a:xfrm>
              <a:off x="6980244"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4" name="Cube 3243"/>
            <p:cNvSpPr/>
            <p:nvPr/>
          </p:nvSpPr>
          <p:spPr>
            <a:xfrm>
              <a:off x="7298422"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5" name="Cube 3244"/>
            <p:cNvSpPr/>
            <p:nvPr/>
          </p:nvSpPr>
          <p:spPr>
            <a:xfrm>
              <a:off x="7616600"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6" name="Cube 3245"/>
            <p:cNvSpPr/>
            <p:nvPr/>
          </p:nvSpPr>
          <p:spPr>
            <a:xfrm>
              <a:off x="7934779"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7" name="Cube 3246"/>
            <p:cNvSpPr/>
            <p:nvPr/>
          </p:nvSpPr>
          <p:spPr>
            <a:xfrm>
              <a:off x="8252957"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8" name="Cube 3247"/>
            <p:cNvSpPr/>
            <p:nvPr/>
          </p:nvSpPr>
          <p:spPr>
            <a:xfrm>
              <a:off x="8571135" y="294395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9" name="Cube 3248"/>
            <p:cNvSpPr/>
            <p:nvPr/>
          </p:nvSpPr>
          <p:spPr>
            <a:xfrm>
              <a:off x="6343887"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0" name="Cube 3249"/>
            <p:cNvSpPr/>
            <p:nvPr/>
          </p:nvSpPr>
          <p:spPr>
            <a:xfrm>
              <a:off x="6662065"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1" name="Cube 3250"/>
            <p:cNvSpPr/>
            <p:nvPr/>
          </p:nvSpPr>
          <p:spPr>
            <a:xfrm>
              <a:off x="6980244"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2" name="Cube 3251"/>
            <p:cNvSpPr/>
            <p:nvPr/>
          </p:nvSpPr>
          <p:spPr>
            <a:xfrm>
              <a:off x="7298422"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3" name="Cube 3252"/>
            <p:cNvSpPr/>
            <p:nvPr/>
          </p:nvSpPr>
          <p:spPr>
            <a:xfrm>
              <a:off x="7616600"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4" name="Cube 3253"/>
            <p:cNvSpPr/>
            <p:nvPr/>
          </p:nvSpPr>
          <p:spPr>
            <a:xfrm>
              <a:off x="7934779"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5" name="Cube 3254"/>
            <p:cNvSpPr/>
            <p:nvPr/>
          </p:nvSpPr>
          <p:spPr>
            <a:xfrm>
              <a:off x="8252957"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6" name="Cube 3255"/>
            <p:cNvSpPr/>
            <p:nvPr/>
          </p:nvSpPr>
          <p:spPr>
            <a:xfrm>
              <a:off x="8571135" y="2606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7" name="Cube 3256"/>
            <p:cNvSpPr/>
            <p:nvPr/>
          </p:nvSpPr>
          <p:spPr>
            <a:xfrm>
              <a:off x="6343887"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8" name="Cube 3257"/>
            <p:cNvSpPr/>
            <p:nvPr/>
          </p:nvSpPr>
          <p:spPr>
            <a:xfrm>
              <a:off x="6662065"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9" name="Cube 3258"/>
            <p:cNvSpPr/>
            <p:nvPr/>
          </p:nvSpPr>
          <p:spPr>
            <a:xfrm>
              <a:off x="6980244"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0" name="Cube 3259"/>
            <p:cNvSpPr/>
            <p:nvPr/>
          </p:nvSpPr>
          <p:spPr>
            <a:xfrm>
              <a:off x="7298422"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1" name="Cube 3260"/>
            <p:cNvSpPr/>
            <p:nvPr/>
          </p:nvSpPr>
          <p:spPr>
            <a:xfrm>
              <a:off x="7616600"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2" name="Cube 3261"/>
            <p:cNvSpPr/>
            <p:nvPr/>
          </p:nvSpPr>
          <p:spPr>
            <a:xfrm>
              <a:off x="7934779"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3" name="Cube 3262"/>
            <p:cNvSpPr/>
            <p:nvPr/>
          </p:nvSpPr>
          <p:spPr>
            <a:xfrm>
              <a:off x="8252957"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4" name="Cube 3263"/>
            <p:cNvSpPr/>
            <p:nvPr/>
          </p:nvSpPr>
          <p:spPr>
            <a:xfrm>
              <a:off x="8571135" y="2268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5" name="Cube 3264"/>
            <p:cNvSpPr/>
            <p:nvPr/>
          </p:nvSpPr>
          <p:spPr>
            <a:xfrm>
              <a:off x="6343887"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6" name="Cube 3265"/>
            <p:cNvSpPr/>
            <p:nvPr/>
          </p:nvSpPr>
          <p:spPr>
            <a:xfrm>
              <a:off x="6662065"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7" name="Cube 3266"/>
            <p:cNvSpPr/>
            <p:nvPr/>
          </p:nvSpPr>
          <p:spPr>
            <a:xfrm>
              <a:off x="6980244"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8" name="Cube 3267"/>
            <p:cNvSpPr/>
            <p:nvPr/>
          </p:nvSpPr>
          <p:spPr>
            <a:xfrm>
              <a:off x="7298422"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9" name="Cube 3268"/>
            <p:cNvSpPr/>
            <p:nvPr/>
          </p:nvSpPr>
          <p:spPr>
            <a:xfrm>
              <a:off x="7616600"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0" name="Cube 3269"/>
            <p:cNvSpPr/>
            <p:nvPr/>
          </p:nvSpPr>
          <p:spPr>
            <a:xfrm>
              <a:off x="7934779"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1" name="Cube 3270"/>
            <p:cNvSpPr/>
            <p:nvPr/>
          </p:nvSpPr>
          <p:spPr>
            <a:xfrm>
              <a:off x="8252957"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2" name="Cube 3271"/>
            <p:cNvSpPr/>
            <p:nvPr/>
          </p:nvSpPr>
          <p:spPr>
            <a:xfrm>
              <a:off x="8571135" y="1930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3" name="Cube 3272"/>
            <p:cNvSpPr/>
            <p:nvPr/>
          </p:nvSpPr>
          <p:spPr>
            <a:xfrm>
              <a:off x="6209618"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4" name="Cube 3273"/>
            <p:cNvSpPr/>
            <p:nvPr/>
          </p:nvSpPr>
          <p:spPr>
            <a:xfrm>
              <a:off x="6527796"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5" name="Cube 3274"/>
            <p:cNvSpPr/>
            <p:nvPr/>
          </p:nvSpPr>
          <p:spPr>
            <a:xfrm>
              <a:off x="6845975"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6" name="Cube 3275"/>
            <p:cNvSpPr/>
            <p:nvPr/>
          </p:nvSpPr>
          <p:spPr>
            <a:xfrm>
              <a:off x="7164153"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7" name="Cube 3276"/>
            <p:cNvSpPr/>
            <p:nvPr/>
          </p:nvSpPr>
          <p:spPr>
            <a:xfrm>
              <a:off x="7482331"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8" name="Cube 3277"/>
            <p:cNvSpPr/>
            <p:nvPr/>
          </p:nvSpPr>
          <p:spPr>
            <a:xfrm>
              <a:off x="7800510"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9" name="Cube 3278"/>
            <p:cNvSpPr/>
            <p:nvPr/>
          </p:nvSpPr>
          <p:spPr>
            <a:xfrm>
              <a:off x="8118688"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0" name="Cube 3279"/>
            <p:cNvSpPr/>
            <p:nvPr/>
          </p:nvSpPr>
          <p:spPr>
            <a:xfrm>
              <a:off x="8436866" y="44135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1" name="Cube 3280"/>
            <p:cNvSpPr/>
            <p:nvPr/>
          </p:nvSpPr>
          <p:spPr>
            <a:xfrm>
              <a:off x="6209618"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2" name="Cube 3281"/>
            <p:cNvSpPr/>
            <p:nvPr/>
          </p:nvSpPr>
          <p:spPr>
            <a:xfrm>
              <a:off x="6527796"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3" name="Cube 3282"/>
            <p:cNvSpPr/>
            <p:nvPr/>
          </p:nvSpPr>
          <p:spPr>
            <a:xfrm>
              <a:off x="6845975"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4" name="Cube 3283"/>
            <p:cNvSpPr/>
            <p:nvPr/>
          </p:nvSpPr>
          <p:spPr>
            <a:xfrm>
              <a:off x="7164153"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5" name="Cube 3284"/>
            <p:cNvSpPr/>
            <p:nvPr/>
          </p:nvSpPr>
          <p:spPr>
            <a:xfrm>
              <a:off x="7482331"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6" name="Cube 3285"/>
            <p:cNvSpPr/>
            <p:nvPr/>
          </p:nvSpPr>
          <p:spPr>
            <a:xfrm>
              <a:off x="7800510"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7" name="Cube 3286"/>
            <p:cNvSpPr/>
            <p:nvPr/>
          </p:nvSpPr>
          <p:spPr>
            <a:xfrm>
              <a:off x="8118688"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8" name="Cube 3287"/>
            <p:cNvSpPr/>
            <p:nvPr/>
          </p:nvSpPr>
          <p:spPr>
            <a:xfrm>
              <a:off x="8436866" y="407587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9" name="Cube 3288"/>
            <p:cNvSpPr/>
            <p:nvPr/>
          </p:nvSpPr>
          <p:spPr>
            <a:xfrm>
              <a:off x="6209618"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0" name="Cube 3289"/>
            <p:cNvSpPr/>
            <p:nvPr/>
          </p:nvSpPr>
          <p:spPr>
            <a:xfrm>
              <a:off x="6527796"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1" name="Cube 3290"/>
            <p:cNvSpPr/>
            <p:nvPr/>
          </p:nvSpPr>
          <p:spPr>
            <a:xfrm>
              <a:off x="6845975"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2" name="Cube 3291"/>
            <p:cNvSpPr/>
            <p:nvPr/>
          </p:nvSpPr>
          <p:spPr>
            <a:xfrm>
              <a:off x="7164153"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3" name="Cube 3292"/>
            <p:cNvSpPr/>
            <p:nvPr/>
          </p:nvSpPr>
          <p:spPr>
            <a:xfrm>
              <a:off x="7482331"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4" name="Cube 3293"/>
            <p:cNvSpPr/>
            <p:nvPr/>
          </p:nvSpPr>
          <p:spPr>
            <a:xfrm>
              <a:off x="7800510"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5" name="Cube 3294"/>
            <p:cNvSpPr/>
            <p:nvPr/>
          </p:nvSpPr>
          <p:spPr>
            <a:xfrm>
              <a:off x="8118688"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6" name="Cube 3295"/>
            <p:cNvSpPr/>
            <p:nvPr/>
          </p:nvSpPr>
          <p:spPr>
            <a:xfrm>
              <a:off x="8436866" y="373821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7" name="Cube 3296"/>
            <p:cNvSpPr/>
            <p:nvPr/>
          </p:nvSpPr>
          <p:spPr>
            <a:xfrm>
              <a:off x="6209618"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8" name="Cube 3297"/>
            <p:cNvSpPr/>
            <p:nvPr/>
          </p:nvSpPr>
          <p:spPr>
            <a:xfrm>
              <a:off x="6527796"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9" name="Cube 3298"/>
            <p:cNvSpPr/>
            <p:nvPr/>
          </p:nvSpPr>
          <p:spPr>
            <a:xfrm>
              <a:off x="6845975"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0" name="Cube 3299"/>
            <p:cNvSpPr/>
            <p:nvPr/>
          </p:nvSpPr>
          <p:spPr>
            <a:xfrm>
              <a:off x="7164153"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1" name="Cube 3300"/>
            <p:cNvSpPr/>
            <p:nvPr/>
          </p:nvSpPr>
          <p:spPr>
            <a:xfrm>
              <a:off x="7482331"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2" name="Cube 3301"/>
            <p:cNvSpPr/>
            <p:nvPr/>
          </p:nvSpPr>
          <p:spPr>
            <a:xfrm>
              <a:off x="7800510"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3" name="Cube 3302"/>
            <p:cNvSpPr/>
            <p:nvPr/>
          </p:nvSpPr>
          <p:spPr>
            <a:xfrm>
              <a:off x="8118688"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4" name="Cube 3303"/>
            <p:cNvSpPr/>
            <p:nvPr/>
          </p:nvSpPr>
          <p:spPr>
            <a:xfrm>
              <a:off x="8436866" y="340056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5" name="Cube 3304"/>
            <p:cNvSpPr/>
            <p:nvPr/>
          </p:nvSpPr>
          <p:spPr>
            <a:xfrm>
              <a:off x="6209618"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6" name="Cube 3305"/>
            <p:cNvSpPr/>
            <p:nvPr/>
          </p:nvSpPr>
          <p:spPr>
            <a:xfrm>
              <a:off x="6527796"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7" name="Cube 3306"/>
            <p:cNvSpPr/>
            <p:nvPr/>
          </p:nvSpPr>
          <p:spPr>
            <a:xfrm>
              <a:off x="6845975"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8" name="Cube 3307"/>
            <p:cNvSpPr/>
            <p:nvPr/>
          </p:nvSpPr>
          <p:spPr>
            <a:xfrm>
              <a:off x="7164153"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9" name="Cube 3308"/>
            <p:cNvSpPr/>
            <p:nvPr/>
          </p:nvSpPr>
          <p:spPr>
            <a:xfrm>
              <a:off x="7482331"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0" name="Cube 3309"/>
            <p:cNvSpPr/>
            <p:nvPr/>
          </p:nvSpPr>
          <p:spPr>
            <a:xfrm>
              <a:off x="7800510"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1" name="Cube 3310"/>
            <p:cNvSpPr/>
            <p:nvPr/>
          </p:nvSpPr>
          <p:spPr>
            <a:xfrm>
              <a:off x="8118688"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2" name="Cube 3311"/>
            <p:cNvSpPr/>
            <p:nvPr/>
          </p:nvSpPr>
          <p:spPr>
            <a:xfrm>
              <a:off x="8436866" y="306291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3" name="Cube 3312"/>
            <p:cNvSpPr/>
            <p:nvPr/>
          </p:nvSpPr>
          <p:spPr>
            <a:xfrm>
              <a:off x="6209618"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4" name="Cube 3313"/>
            <p:cNvSpPr/>
            <p:nvPr/>
          </p:nvSpPr>
          <p:spPr>
            <a:xfrm>
              <a:off x="6527796"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5" name="Cube 3314"/>
            <p:cNvSpPr/>
            <p:nvPr/>
          </p:nvSpPr>
          <p:spPr>
            <a:xfrm>
              <a:off x="6845975"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6" name="Cube 3315"/>
            <p:cNvSpPr/>
            <p:nvPr/>
          </p:nvSpPr>
          <p:spPr>
            <a:xfrm>
              <a:off x="7164153"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7" name="Cube 3316"/>
            <p:cNvSpPr/>
            <p:nvPr/>
          </p:nvSpPr>
          <p:spPr>
            <a:xfrm>
              <a:off x="7482331"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8" name="Cube 3317"/>
            <p:cNvSpPr/>
            <p:nvPr/>
          </p:nvSpPr>
          <p:spPr>
            <a:xfrm>
              <a:off x="7800510"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9" name="Cube 3318"/>
            <p:cNvSpPr/>
            <p:nvPr/>
          </p:nvSpPr>
          <p:spPr>
            <a:xfrm>
              <a:off x="8118688"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0" name="Cube 3319"/>
            <p:cNvSpPr/>
            <p:nvPr/>
          </p:nvSpPr>
          <p:spPr>
            <a:xfrm>
              <a:off x="8436866" y="272525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1" name="Cube 3320"/>
            <p:cNvSpPr/>
            <p:nvPr/>
          </p:nvSpPr>
          <p:spPr>
            <a:xfrm>
              <a:off x="6209618"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2" name="Cube 3321"/>
            <p:cNvSpPr/>
            <p:nvPr/>
          </p:nvSpPr>
          <p:spPr>
            <a:xfrm>
              <a:off x="6527796"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3" name="Cube 3322"/>
            <p:cNvSpPr/>
            <p:nvPr/>
          </p:nvSpPr>
          <p:spPr>
            <a:xfrm>
              <a:off x="6845975"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4" name="Cube 3323"/>
            <p:cNvSpPr/>
            <p:nvPr/>
          </p:nvSpPr>
          <p:spPr>
            <a:xfrm>
              <a:off x="7164153"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5" name="Cube 3324"/>
            <p:cNvSpPr/>
            <p:nvPr/>
          </p:nvSpPr>
          <p:spPr>
            <a:xfrm>
              <a:off x="7482331"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6" name="Cube 3325"/>
            <p:cNvSpPr/>
            <p:nvPr/>
          </p:nvSpPr>
          <p:spPr>
            <a:xfrm>
              <a:off x="7800510"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7" name="Cube 3326"/>
            <p:cNvSpPr/>
            <p:nvPr/>
          </p:nvSpPr>
          <p:spPr>
            <a:xfrm>
              <a:off x="8118688"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8" name="Cube 3327"/>
            <p:cNvSpPr/>
            <p:nvPr/>
          </p:nvSpPr>
          <p:spPr>
            <a:xfrm>
              <a:off x="8436866" y="238760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9" name="Cube 3328"/>
            <p:cNvSpPr/>
            <p:nvPr/>
          </p:nvSpPr>
          <p:spPr>
            <a:xfrm>
              <a:off x="6209618"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0" name="Cube 3329"/>
            <p:cNvSpPr/>
            <p:nvPr/>
          </p:nvSpPr>
          <p:spPr>
            <a:xfrm>
              <a:off x="6527796"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1" name="Cube 3330"/>
            <p:cNvSpPr/>
            <p:nvPr/>
          </p:nvSpPr>
          <p:spPr>
            <a:xfrm>
              <a:off x="6845975"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2" name="Cube 3331"/>
            <p:cNvSpPr/>
            <p:nvPr/>
          </p:nvSpPr>
          <p:spPr>
            <a:xfrm>
              <a:off x="7164153"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3" name="Cube 3332"/>
            <p:cNvSpPr/>
            <p:nvPr/>
          </p:nvSpPr>
          <p:spPr>
            <a:xfrm>
              <a:off x="7482331"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4" name="Cube 3333"/>
            <p:cNvSpPr/>
            <p:nvPr/>
          </p:nvSpPr>
          <p:spPr>
            <a:xfrm>
              <a:off x="7800510"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5" name="Cube 3334"/>
            <p:cNvSpPr/>
            <p:nvPr/>
          </p:nvSpPr>
          <p:spPr>
            <a:xfrm>
              <a:off x="8118688"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6" name="Cube 3335"/>
            <p:cNvSpPr/>
            <p:nvPr/>
          </p:nvSpPr>
          <p:spPr>
            <a:xfrm>
              <a:off x="8436866" y="204995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7" name="Cube 3336"/>
            <p:cNvSpPr/>
            <p:nvPr/>
          </p:nvSpPr>
          <p:spPr>
            <a:xfrm>
              <a:off x="6075352"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8" name="Cube 3337"/>
            <p:cNvSpPr/>
            <p:nvPr/>
          </p:nvSpPr>
          <p:spPr>
            <a:xfrm>
              <a:off x="6393530"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9" name="Cube 3338"/>
            <p:cNvSpPr/>
            <p:nvPr/>
          </p:nvSpPr>
          <p:spPr>
            <a:xfrm>
              <a:off x="6711709"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0" name="Cube 3339"/>
            <p:cNvSpPr/>
            <p:nvPr/>
          </p:nvSpPr>
          <p:spPr>
            <a:xfrm>
              <a:off x="7029887"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1" name="Cube 3340"/>
            <p:cNvSpPr/>
            <p:nvPr/>
          </p:nvSpPr>
          <p:spPr>
            <a:xfrm>
              <a:off x="7348065"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2" name="Cube 3341"/>
            <p:cNvSpPr/>
            <p:nvPr/>
          </p:nvSpPr>
          <p:spPr>
            <a:xfrm>
              <a:off x="7666244"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3" name="Cube 3342"/>
            <p:cNvSpPr/>
            <p:nvPr/>
          </p:nvSpPr>
          <p:spPr>
            <a:xfrm>
              <a:off x="7984422"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4" name="Cube 3343"/>
            <p:cNvSpPr/>
            <p:nvPr/>
          </p:nvSpPr>
          <p:spPr>
            <a:xfrm>
              <a:off x="8302600" y="453248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5" name="Cube 3344"/>
            <p:cNvSpPr/>
            <p:nvPr/>
          </p:nvSpPr>
          <p:spPr>
            <a:xfrm>
              <a:off x="6075352"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6" name="Cube 3345"/>
            <p:cNvSpPr/>
            <p:nvPr/>
          </p:nvSpPr>
          <p:spPr>
            <a:xfrm>
              <a:off x="6393530"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7" name="Cube 3346"/>
            <p:cNvSpPr/>
            <p:nvPr/>
          </p:nvSpPr>
          <p:spPr>
            <a:xfrm>
              <a:off x="6711709"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8" name="Cube 3347"/>
            <p:cNvSpPr/>
            <p:nvPr/>
          </p:nvSpPr>
          <p:spPr>
            <a:xfrm>
              <a:off x="7029887"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9" name="Cube 3348"/>
            <p:cNvSpPr/>
            <p:nvPr/>
          </p:nvSpPr>
          <p:spPr>
            <a:xfrm>
              <a:off x="7348065"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0" name="Cube 3349"/>
            <p:cNvSpPr/>
            <p:nvPr/>
          </p:nvSpPr>
          <p:spPr>
            <a:xfrm>
              <a:off x="7666244"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1" name="Cube 3350"/>
            <p:cNvSpPr/>
            <p:nvPr/>
          </p:nvSpPr>
          <p:spPr>
            <a:xfrm>
              <a:off x="7984422"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2" name="Cube 3351"/>
            <p:cNvSpPr/>
            <p:nvPr/>
          </p:nvSpPr>
          <p:spPr>
            <a:xfrm>
              <a:off x="8302600" y="419483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3" name="Cube 3352"/>
            <p:cNvSpPr/>
            <p:nvPr/>
          </p:nvSpPr>
          <p:spPr>
            <a:xfrm>
              <a:off x="6075352"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4" name="Cube 3353"/>
            <p:cNvSpPr/>
            <p:nvPr/>
          </p:nvSpPr>
          <p:spPr>
            <a:xfrm>
              <a:off x="6393530"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5" name="Cube 3354"/>
            <p:cNvSpPr/>
            <p:nvPr/>
          </p:nvSpPr>
          <p:spPr>
            <a:xfrm>
              <a:off x="6711709"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6" name="Cube 3355"/>
            <p:cNvSpPr/>
            <p:nvPr/>
          </p:nvSpPr>
          <p:spPr>
            <a:xfrm>
              <a:off x="7029887"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7" name="Cube 3356"/>
            <p:cNvSpPr/>
            <p:nvPr/>
          </p:nvSpPr>
          <p:spPr>
            <a:xfrm>
              <a:off x="7348065"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8" name="Cube 3357"/>
            <p:cNvSpPr/>
            <p:nvPr/>
          </p:nvSpPr>
          <p:spPr>
            <a:xfrm>
              <a:off x="7666244"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9" name="Cube 3358"/>
            <p:cNvSpPr/>
            <p:nvPr/>
          </p:nvSpPr>
          <p:spPr>
            <a:xfrm>
              <a:off x="7984422"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0" name="Cube 3359"/>
            <p:cNvSpPr/>
            <p:nvPr/>
          </p:nvSpPr>
          <p:spPr>
            <a:xfrm>
              <a:off x="8302600" y="385718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1" name="Cube 3360"/>
            <p:cNvSpPr/>
            <p:nvPr/>
          </p:nvSpPr>
          <p:spPr>
            <a:xfrm>
              <a:off x="6075352"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2" name="Cube 3361"/>
            <p:cNvSpPr/>
            <p:nvPr/>
          </p:nvSpPr>
          <p:spPr>
            <a:xfrm>
              <a:off x="6393530"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3" name="Cube 3362"/>
            <p:cNvSpPr/>
            <p:nvPr/>
          </p:nvSpPr>
          <p:spPr>
            <a:xfrm>
              <a:off x="6711709"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4" name="Cube 3363"/>
            <p:cNvSpPr/>
            <p:nvPr/>
          </p:nvSpPr>
          <p:spPr>
            <a:xfrm>
              <a:off x="7029887"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5" name="Cube 3364"/>
            <p:cNvSpPr/>
            <p:nvPr/>
          </p:nvSpPr>
          <p:spPr>
            <a:xfrm>
              <a:off x="7348065"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6" name="Cube 3365"/>
            <p:cNvSpPr/>
            <p:nvPr/>
          </p:nvSpPr>
          <p:spPr>
            <a:xfrm>
              <a:off x="7666244"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7" name="Cube 3366"/>
            <p:cNvSpPr/>
            <p:nvPr/>
          </p:nvSpPr>
          <p:spPr>
            <a:xfrm>
              <a:off x="7984422"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8" name="Cube 3367"/>
            <p:cNvSpPr/>
            <p:nvPr/>
          </p:nvSpPr>
          <p:spPr>
            <a:xfrm>
              <a:off x="8302600" y="351952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9" name="Cube 3368"/>
            <p:cNvSpPr/>
            <p:nvPr/>
          </p:nvSpPr>
          <p:spPr>
            <a:xfrm>
              <a:off x="6075352"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0" name="Cube 3369"/>
            <p:cNvSpPr/>
            <p:nvPr/>
          </p:nvSpPr>
          <p:spPr>
            <a:xfrm>
              <a:off x="6393530"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1" name="Cube 3370"/>
            <p:cNvSpPr/>
            <p:nvPr/>
          </p:nvSpPr>
          <p:spPr>
            <a:xfrm>
              <a:off x="6711709"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2" name="Cube 3371"/>
            <p:cNvSpPr/>
            <p:nvPr/>
          </p:nvSpPr>
          <p:spPr>
            <a:xfrm>
              <a:off x="7029887"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3" name="Cube 3372"/>
            <p:cNvSpPr/>
            <p:nvPr/>
          </p:nvSpPr>
          <p:spPr>
            <a:xfrm>
              <a:off x="7348065"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4" name="Cube 3373"/>
            <p:cNvSpPr/>
            <p:nvPr/>
          </p:nvSpPr>
          <p:spPr>
            <a:xfrm>
              <a:off x="7666244"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5" name="Cube 3374"/>
            <p:cNvSpPr/>
            <p:nvPr/>
          </p:nvSpPr>
          <p:spPr>
            <a:xfrm>
              <a:off x="7984422"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6" name="Cube 3375"/>
            <p:cNvSpPr/>
            <p:nvPr/>
          </p:nvSpPr>
          <p:spPr>
            <a:xfrm>
              <a:off x="8302600" y="318187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7" name="Cube 3376"/>
            <p:cNvSpPr/>
            <p:nvPr/>
          </p:nvSpPr>
          <p:spPr>
            <a:xfrm>
              <a:off x="6075352"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8" name="Cube 3377"/>
            <p:cNvSpPr/>
            <p:nvPr/>
          </p:nvSpPr>
          <p:spPr>
            <a:xfrm>
              <a:off x="6393530"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9" name="Cube 3378"/>
            <p:cNvSpPr/>
            <p:nvPr/>
          </p:nvSpPr>
          <p:spPr>
            <a:xfrm>
              <a:off x="6711709"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0" name="Cube 3379"/>
            <p:cNvSpPr/>
            <p:nvPr/>
          </p:nvSpPr>
          <p:spPr>
            <a:xfrm>
              <a:off x="7029887"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1" name="Cube 3380"/>
            <p:cNvSpPr/>
            <p:nvPr/>
          </p:nvSpPr>
          <p:spPr>
            <a:xfrm>
              <a:off x="7348065"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2" name="Cube 3381"/>
            <p:cNvSpPr/>
            <p:nvPr/>
          </p:nvSpPr>
          <p:spPr>
            <a:xfrm>
              <a:off x="7666244"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3" name="Cube 3382"/>
            <p:cNvSpPr/>
            <p:nvPr/>
          </p:nvSpPr>
          <p:spPr>
            <a:xfrm>
              <a:off x="7984422"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4" name="Cube 3383"/>
            <p:cNvSpPr/>
            <p:nvPr/>
          </p:nvSpPr>
          <p:spPr>
            <a:xfrm>
              <a:off x="8302600" y="284422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5" name="Cube 3384"/>
            <p:cNvSpPr/>
            <p:nvPr/>
          </p:nvSpPr>
          <p:spPr>
            <a:xfrm>
              <a:off x="6075352"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6" name="Cube 3385"/>
            <p:cNvSpPr/>
            <p:nvPr/>
          </p:nvSpPr>
          <p:spPr>
            <a:xfrm>
              <a:off x="6393530"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7" name="Cube 3386"/>
            <p:cNvSpPr/>
            <p:nvPr/>
          </p:nvSpPr>
          <p:spPr>
            <a:xfrm>
              <a:off x="6711709"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8" name="Cube 3387"/>
            <p:cNvSpPr/>
            <p:nvPr/>
          </p:nvSpPr>
          <p:spPr>
            <a:xfrm>
              <a:off x="7029887"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9" name="Cube 3388"/>
            <p:cNvSpPr/>
            <p:nvPr/>
          </p:nvSpPr>
          <p:spPr>
            <a:xfrm>
              <a:off x="7348065"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0" name="Cube 3389"/>
            <p:cNvSpPr/>
            <p:nvPr/>
          </p:nvSpPr>
          <p:spPr>
            <a:xfrm>
              <a:off x="7666244"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1" name="Cube 3390"/>
            <p:cNvSpPr/>
            <p:nvPr/>
          </p:nvSpPr>
          <p:spPr>
            <a:xfrm>
              <a:off x="7984422"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2" name="Cube 3391"/>
            <p:cNvSpPr/>
            <p:nvPr/>
          </p:nvSpPr>
          <p:spPr>
            <a:xfrm>
              <a:off x="8302600" y="250656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3" name="Cube 3392"/>
            <p:cNvSpPr/>
            <p:nvPr/>
          </p:nvSpPr>
          <p:spPr>
            <a:xfrm>
              <a:off x="6075352"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4" name="Cube 3393"/>
            <p:cNvSpPr/>
            <p:nvPr/>
          </p:nvSpPr>
          <p:spPr>
            <a:xfrm>
              <a:off x="6393530"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5" name="Cube 3394"/>
            <p:cNvSpPr/>
            <p:nvPr/>
          </p:nvSpPr>
          <p:spPr>
            <a:xfrm>
              <a:off x="6711709"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6" name="Cube 3395"/>
            <p:cNvSpPr/>
            <p:nvPr/>
          </p:nvSpPr>
          <p:spPr>
            <a:xfrm>
              <a:off x="7029887"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7" name="Cube 3396"/>
            <p:cNvSpPr/>
            <p:nvPr/>
          </p:nvSpPr>
          <p:spPr>
            <a:xfrm>
              <a:off x="7348065"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8" name="Cube 3397"/>
            <p:cNvSpPr/>
            <p:nvPr/>
          </p:nvSpPr>
          <p:spPr>
            <a:xfrm>
              <a:off x="7666244"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9" name="Cube 3398"/>
            <p:cNvSpPr/>
            <p:nvPr/>
          </p:nvSpPr>
          <p:spPr>
            <a:xfrm>
              <a:off x="7984422"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0" name="Cube 3399"/>
            <p:cNvSpPr/>
            <p:nvPr/>
          </p:nvSpPr>
          <p:spPr>
            <a:xfrm>
              <a:off x="8302600" y="216891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1" name="Cube 3400"/>
            <p:cNvSpPr/>
            <p:nvPr/>
          </p:nvSpPr>
          <p:spPr>
            <a:xfrm>
              <a:off x="5941086"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2" name="Cube 3401"/>
            <p:cNvSpPr/>
            <p:nvPr/>
          </p:nvSpPr>
          <p:spPr>
            <a:xfrm>
              <a:off x="6259264"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3" name="Cube 3402"/>
            <p:cNvSpPr/>
            <p:nvPr/>
          </p:nvSpPr>
          <p:spPr>
            <a:xfrm>
              <a:off x="6577443"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4" name="Cube 3403"/>
            <p:cNvSpPr/>
            <p:nvPr/>
          </p:nvSpPr>
          <p:spPr>
            <a:xfrm>
              <a:off x="6895621"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5" name="Cube 3404"/>
            <p:cNvSpPr/>
            <p:nvPr/>
          </p:nvSpPr>
          <p:spPr>
            <a:xfrm>
              <a:off x="7213799"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6" name="Cube 3405"/>
            <p:cNvSpPr/>
            <p:nvPr/>
          </p:nvSpPr>
          <p:spPr>
            <a:xfrm>
              <a:off x="7531978"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7" name="Cube 3406"/>
            <p:cNvSpPr/>
            <p:nvPr/>
          </p:nvSpPr>
          <p:spPr>
            <a:xfrm>
              <a:off x="7850156"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8" name="Cube 3407"/>
            <p:cNvSpPr/>
            <p:nvPr/>
          </p:nvSpPr>
          <p:spPr>
            <a:xfrm>
              <a:off x="8168334" y="46514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9" name="Cube 3408"/>
            <p:cNvSpPr/>
            <p:nvPr/>
          </p:nvSpPr>
          <p:spPr>
            <a:xfrm>
              <a:off x="5941086"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0" name="Cube 3409"/>
            <p:cNvSpPr/>
            <p:nvPr/>
          </p:nvSpPr>
          <p:spPr>
            <a:xfrm>
              <a:off x="6259264"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1" name="Cube 3410"/>
            <p:cNvSpPr/>
            <p:nvPr/>
          </p:nvSpPr>
          <p:spPr>
            <a:xfrm>
              <a:off x="6577443"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2" name="Cube 3411"/>
            <p:cNvSpPr/>
            <p:nvPr/>
          </p:nvSpPr>
          <p:spPr>
            <a:xfrm>
              <a:off x="6895621"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3" name="Cube 3412"/>
            <p:cNvSpPr/>
            <p:nvPr/>
          </p:nvSpPr>
          <p:spPr>
            <a:xfrm>
              <a:off x="7213799"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4" name="Cube 3413"/>
            <p:cNvSpPr/>
            <p:nvPr/>
          </p:nvSpPr>
          <p:spPr>
            <a:xfrm>
              <a:off x="7531978"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5" name="Cube 3414"/>
            <p:cNvSpPr/>
            <p:nvPr/>
          </p:nvSpPr>
          <p:spPr>
            <a:xfrm>
              <a:off x="7850156"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6" name="Cube 3415"/>
            <p:cNvSpPr/>
            <p:nvPr/>
          </p:nvSpPr>
          <p:spPr>
            <a:xfrm>
              <a:off x="8168334" y="43137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7" name="Cube 3416"/>
            <p:cNvSpPr/>
            <p:nvPr/>
          </p:nvSpPr>
          <p:spPr>
            <a:xfrm>
              <a:off x="5941086"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8" name="Cube 3417"/>
            <p:cNvSpPr/>
            <p:nvPr/>
          </p:nvSpPr>
          <p:spPr>
            <a:xfrm>
              <a:off x="6259264"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9" name="Cube 3418"/>
            <p:cNvSpPr/>
            <p:nvPr/>
          </p:nvSpPr>
          <p:spPr>
            <a:xfrm>
              <a:off x="6577443"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0" name="Cube 3419"/>
            <p:cNvSpPr/>
            <p:nvPr/>
          </p:nvSpPr>
          <p:spPr>
            <a:xfrm>
              <a:off x="6895621"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1" name="Cube 3420"/>
            <p:cNvSpPr/>
            <p:nvPr/>
          </p:nvSpPr>
          <p:spPr>
            <a:xfrm>
              <a:off x="7213799"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2" name="Cube 3421"/>
            <p:cNvSpPr/>
            <p:nvPr/>
          </p:nvSpPr>
          <p:spPr>
            <a:xfrm>
              <a:off x="7531978"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3" name="Cube 3422"/>
            <p:cNvSpPr/>
            <p:nvPr/>
          </p:nvSpPr>
          <p:spPr>
            <a:xfrm>
              <a:off x="7850156"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4" name="Cube 3423"/>
            <p:cNvSpPr/>
            <p:nvPr/>
          </p:nvSpPr>
          <p:spPr>
            <a:xfrm>
              <a:off x="8168334" y="39761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5" name="Cube 3424"/>
            <p:cNvSpPr/>
            <p:nvPr/>
          </p:nvSpPr>
          <p:spPr>
            <a:xfrm>
              <a:off x="5941086"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6" name="Cube 3425"/>
            <p:cNvSpPr/>
            <p:nvPr/>
          </p:nvSpPr>
          <p:spPr>
            <a:xfrm>
              <a:off x="6259264"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7" name="Cube 3426"/>
            <p:cNvSpPr/>
            <p:nvPr/>
          </p:nvSpPr>
          <p:spPr>
            <a:xfrm>
              <a:off x="6577443"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8" name="Cube 3427"/>
            <p:cNvSpPr/>
            <p:nvPr/>
          </p:nvSpPr>
          <p:spPr>
            <a:xfrm>
              <a:off x="6895621"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9" name="Cube 3428"/>
            <p:cNvSpPr/>
            <p:nvPr/>
          </p:nvSpPr>
          <p:spPr>
            <a:xfrm>
              <a:off x="7213799"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0" name="Cube 3429"/>
            <p:cNvSpPr/>
            <p:nvPr/>
          </p:nvSpPr>
          <p:spPr>
            <a:xfrm>
              <a:off x="7531978"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1" name="Cube 3430"/>
            <p:cNvSpPr/>
            <p:nvPr/>
          </p:nvSpPr>
          <p:spPr>
            <a:xfrm>
              <a:off x="7850156"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2" name="Cube 3431"/>
            <p:cNvSpPr/>
            <p:nvPr/>
          </p:nvSpPr>
          <p:spPr>
            <a:xfrm>
              <a:off x="8168334" y="36384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3" name="Cube 3432"/>
            <p:cNvSpPr/>
            <p:nvPr/>
          </p:nvSpPr>
          <p:spPr>
            <a:xfrm>
              <a:off x="5941086"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4" name="Cube 3433"/>
            <p:cNvSpPr/>
            <p:nvPr/>
          </p:nvSpPr>
          <p:spPr>
            <a:xfrm>
              <a:off x="6259264"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5" name="Cube 3434"/>
            <p:cNvSpPr/>
            <p:nvPr/>
          </p:nvSpPr>
          <p:spPr>
            <a:xfrm>
              <a:off x="6577443"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6" name="Cube 3435"/>
            <p:cNvSpPr/>
            <p:nvPr/>
          </p:nvSpPr>
          <p:spPr>
            <a:xfrm>
              <a:off x="6895621"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7" name="Cube 3436"/>
            <p:cNvSpPr/>
            <p:nvPr/>
          </p:nvSpPr>
          <p:spPr>
            <a:xfrm>
              <a:off x="7213799"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8" name="Cube 3437"/>
            <p:cNvSpPr/>
            <p:nvPr/>
          </p:nvSpPr>
          <p:spPr>
            <a:xfrm>
              <a:off x="7531978"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9" name="Cube 3438"/>
            <p:cNvSpPr/>
            <p:nvPr/>
          </p:nvSpPr>
          <p:spPr>
            <a:xfrm>
              <a:off x="7850156"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0" name="Cube 3439"/>
            <p:cNvSpPr/>
            <p:nvPr/>
          </p:nvSpPr>
          <p:spPr>
            <a:xfrm>
              <a:off x="8168334" y="33008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1" name="Cube 3440"/>
            <p:cNvSpPr/>
            <p:nvPr/>
          </p:nvSpPr>
          <p:spPr>
            <a:xfrm>
              <a:off x="5941086"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2" name="Cube 3441"/>
            <p:cNvSpPr/>
            <p:nvPr/>
          </p:nvSpPr>
          <p:spPr>
            <a:xfrm>
              <a:off x="6259264"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3" name="Cube 3442"/>
            <p:cNvSpPr/>
            <p:nvPr/>
          </p:nvSpPr>
          <p:spPr>
            <a:xfrm>
              <a:off x="6577443"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4" name="Cube 3443"/>
            <p:cNvSpPr/>
            <p:nvPr/>
          </p:nvSpPr>
          <p:spPr>
            <a:xfrm>
              <a:off x="6895621"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5" name="Cube 3444"/>
            <p:cNvSpPr/>
            <p:nvPr/>
          </p:nvSpPr>
          <p:spPr>
            <a:xfrm>
              <a:off x="7213799"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6" name="Cube 3445"/>
            <p:cNvSpPr/>
            <p:nvPr/>
          </p:nvSpPr>
          <p:spPr>
            <a:xfrm>
              <a:off x="7531978"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7" name="Cube 3446"/>
            <p:cNvSpPr/>
            <p:nvPr/>
          </p:nvSpPr>
          <p:spPr>
            <a:xfrm>
              <a:off x="7850156"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8" name="Cube 3447"/>
            <p:cNvSpPr/>
            <p:nvPr/>
          </p:nvSpPr>
          <p:spPr>
            <a:xfrm>
              <a:off x="8168334" y="29631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9" name="Cube 3448"/>
            <p:cNvSpPr/>
            <p:nvPr/>
          </p:nvSpPr>
          <p:spPr>
            <a:xfrm>
              <a:off x="5941086"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0" name="Cube 3449"/>
            <p:cNvSpPr/>
            <p:nvPr/>
          </p:nvSpPr>
          <p:spPr>
            <a:xfrm>
              <a:off x="6259264"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1" name="Cube 3450"/>
            <p:cNvSpPr/>
            <p:nvPr/>
          </p:nvSpPr>
          <p:spPr>
            <a:xfrm>
              <a:off x="6577443"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2" name="Cube 3451"/>
            <p:cNvSpPr/>
            <p:nvPr/>
          </p:nvSpPr>
          <p:spPr>
            <a:xfrm>
              <a:off x="6895621"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3" name="Cube 3452"/>
            <p:cNvSpPr/>
            <p:nvPr/>
          </p:nvSpPr>
          <p:spPr>
            <a:xfrm>
              <a:off x="7213799"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4" name="Cube 3453"/>
            <p:cNvSpPr/>
            <p:nvPr/>
          </p:nvSpPr>
          <p:spPr>
            <a:xfrm>
              <a:off x="7531978"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5" name="Cube 3454"/>
            <p:cNvSpPr/>
            <p:nvPr/>
          </p:nvSpPr>
          <p:spPr>
            <a:xfrm>
              <a:off x="7850156"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6" name="Cube 3455"/>
            <p:cNvSpPr/>
            <p:nvPr/>
          </p:nvSpPr>
          <p:spPr>
            <a:xfrm>
              <a:off x="8168334" y="26255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7" name="Cube 3456"/>
            <p:cNvSpPr/>
            <p:nvPr/>
          </p:nvSpPr>
          <p:spPr>
            <a:xfrm>
              <a:off x="5941086"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8" name="Cube 3457"/>
            <p:cNvSpPr/>
            <p:nvPr/>
          </p:nvSpPr>
          <p:spPr>
            <a:xfrm>
              <a:off x="6259264"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9" name="Cube 3458"/>
            <p:cNvSpPr/>
            <p:nvPr/>
          </p:nvSpPr>
          <p:spPr>
            <a:xfrm>
              <a:off x="6577443"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0" name="Cube 3459"/>
            <p:cNvSpPr/>
            <p:nvPr/>
          </p:nvSpPr>
          <p:spPr>
            <a:xfrm>
              <a:off x="6895621"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1" name="Cube 3460"/>
            <p:cNvSpPr/>
            <p:nvPr/>
          </p:nvSpPr>
          <p:spPr>
            <a:xfrm>
              <a:off x="7213799"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2" name="Cube 3461"/>
            <p:cNvSpPr/>
            <p:nvPr/>
          </p:nvSpPr>
          <p:spPr>
            <a:xfrm>
              <a:off x="7531978"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3" name="Cube 3462"/>
            <p:cNvSpPr/>
            <p:nvPr/>
          </p:nvSpPr>
          <p:spPr>
            <a:xfrm>
              <a:off x="7850156"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4" name="Cube 3463"/>
            <p:cNvSpPr/>
            <p:nvPr/>
          </p:nvSpPr>
          <p:spPr>
            <a:xfrm>
              <a:off x="8168334" y="22878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5" name="Cube 3464"/>
            <p:cNvSpPr/>
            <p:nvPr/>
          </p:nvSpPr>
          <p:spPr>
            <a:xfrm>
              <a:off x="5806820"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6" name="Cube 3465"/>
            <p:cNvSpPr/>
            <p:nvPr/>
          </p:nvSpPr>
          <p:spPr>
            <a:xfrm>
              <a:off x="6124998"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7" name="Cube 3466"/>
            <p:cNvSpPr/>
            <p:nvPr/>
          </p:nvSpPr>
          <p:spPr>
            <a:xfrm>
              <a:off x="6443177"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8" name="Cube 3467"/>
            <p:cNvSpPr/>
            <p:nvPr/>
          </p:nvSpPr>
          <p:spPr>
            <a:xfrm>
              <a:off x="6761355"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9" name="Cube 3468"/>
            <p:cNvSpPr/>
            <p:nvPr/>
          </p:nvSpPr>
          <p:spPr>
            <a:xfrm>
              <a:off x="7079533"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0" name="Cube 3469"/>
            <p:cNvSpPr/>
            <p:nvPr/>
          </p:nvSpPr>
          <p:spPr>
            <a:xfrm>
              <a:off x="7397712"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1" name="Cube 3470"/>
            <p:cNvSpPr/>
            <p:nvPr/>
          </p:nvSpPr>
          <p:spPr>
            <a:xfrm>
              <a:off x="7715890"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2" name="Cube 3471"/>
            <p:cNvSpPr/>
            <p:nvPr/>
          </p:nvSpPr>
          <p:spPr>
            <a:xfrm>
              <a:off x="8034068" y="47704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3" name="Cube 3472"/>
            <p:cNvSpPr/>
            <p:nvPr/>
          </p:nvSpPr>
          <p:spPr>
            <a:xfrm>
              <a:off x="5806820"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4" name="Cube 3473"/>
            <p:cNvSpPr/>
            <p:nvPr/>
          </p:nvSpPr>
          <p:spPr>
            <a:xfrm>
              <a:off x="6124998"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5" name="Cube 3474"/>
            <p:cNvSpPr/>
            <p:nvPr/>
          </p:nvSpPr>
          <p:spPr>
            <a:xfrm>
              <a:off x="6443177"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6" name="Cube 3475"/>
            <p:cNvSpPr/>
            <p:nvPr/>
          </p:nvSpPr>
          <p:spPr>
            <a:xfrm>
              <a:off x="6761355"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7" name="Cube 3476"/>
            <p:cNvSpPr/>
            <p:nvPr/>
          </p:nvSpPr>
          <p:spPr>
            <a:xfrm>
              <a:off x="7079533"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8" name="Cube 3477"/>
            <p:cNvSpPr/>
            <p:nvPr/>
          </p:nvSpPr>
          <p:spPr>
            <a:xfrm>
              <a:off x="7397712"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9" name="Cube 3478"/>
            <p:cNvSpPr/>
            <p:nvPr/>
          </p:nvSpPr>
          <p:spPr>
            <a:xfrm>
              <a:off x="7715890"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0" name="Cube 3479"/>
            <p:cNvSpPr/>
            <p:nvPr/>
          </p:nvSpPr>
          <p:spPr>
            <a:xfrm>
              <a:off x="8034068" y="44327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1" name="Cube 3480"/>
            <p:cNvSpPr/>
            <p:nvPr/>
          </p:nvSpPr>
          <p:spPr>
            <a:xfrm>
              <a:off x="5806820"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2" name="Cube 3481"/>
            <p:cNvSpPr/>
            <p:nvPr/>
          </p:nvSpPr>
          <p:spPr>
            <a:xfrm>
              <a:off x="6124998"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3" name="Cube 3482"/>
            <p:cNvSpPr/>
            <p:nvPr/>
          </p:nvSpPr>
          <p:spPr>
            <a:xfrm>
              <a:off x="6443177"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4" name="Cube 3483"/>
            <p:cNvSpPr/>
            <p:nvPr/>
          </p:nvSpPr>
          <p:spPr>
            <a:xfrm>
              <a:off x="6761355"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5" name="Cube 3484"/>
            <p:cNvSpPr/>
            <p:nvPr/>
          </p:nvSpPr>
          <p:spPr>
            <a:xfrm>
              <a:off x="7079533"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6" name="Cube 3485"/>
            <p:cNvSpPr/>
            <p:nvPr/>
          </p:nvSpPr>
          <p:spPr>
            <a:xfrm>
              <a:off x="7397712"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7" name="Cube 3486"/>
            <p:cNvSpPr/>
            <p:nvPr/>
          </p:nvSpPr>
          <p:spPr>
            <a:xfrm>
              <a:off x="7715890"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8" name="Cube 3487"/>
            <p:cNvSpPr/>
            <p:nvPr/>
          </p:nvSpPr>
          <p:spPr>
            <a:xfrm>
              <a:off x="8034068" y="40951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9" name="Cube 3488"/>
            <p:cNvSpPr/>
            <p:nvPr/>
          </p:nvSpPr>
          <p:spPr>
            <a:xfrm>
              <a:off x="5806820"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0" name="Cube 3489"/>
            <p:cNvSpPr/>
            <p:nvPr/>
          </p:nvSpPr>
          <p:spPr>
            <a:xfrm>
              <a:off x="6124998"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1" name="Cube 3490"/>
            <p:cNvSpPr/>
            <p:nvPr/>
          </p:nvSpPr>
          <p:spPr>
            <a:xfrm>
              <a:off x="6443177"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2" name="Cube 3491"/>
            <p:cNvSpPr/>
            <p:nvPr/>
          </p:nvSpPr>
          <p:spPr>
            <a:xfrm>
              <a:off x="6761355"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3" name="Cube 3492"/>
            <p:cNvSpPr/>
            <p:nvPr/>
          </p:nvSpPr>
          <p:spPr>
            <a:xfrm>
              <a:off x="7079533"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4" name="Cube 3493"/>
            <p:cNvSpPr/>
            <p:nvPr/>
          </p:nvSpPr>
          <p:spPr>
            <a:xfrm>
              <a:off x="7397712"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5" name="Cube 3494"/>
            <p:cNvSpPr/>
            <p:nvPr/>
          </p:nvSpPr>
          <p:spPr>
            <a:xfrm>
              <a:off x="7715890"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6" name="Cube 3495"/>
            <p:cNvSpPr/>
            <p:nvPr/>
          </p:nvSpPr>
          <p:spPr>
            <a:xfrm>
              <a:off x="8034068" y="37574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7" name="Cube 3496"/>
            <p:cNvSpPr/>
            <p:nvPr/>
          </p:nvSpPr>
          <p:spPr>
            <a:xfrm>
              <a:off x="5806820"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8" name="Cube 3497"/>
            <p:cNvSpPr/>
            <p:nvPr/>
          </p:nvSpPr>
          <p:spPr>
            <a:xfrm>
              <a:off x="6124998"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9" name="Cube 3498"/>
            <p:cNvSpPr/>
            <p:nvPr/>
          </p:nvSpPr>
          <p:spPr>
            <a:xfrm>
              <a:off x="6443177"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0" name="Cube 3499"/>
            <p:cNvSpPr/>
            <p:nvPr/>
          </p:nvSpPr>
          <p:spPr>
            <a:xfrm>
              <a:off x="6761355"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1" name="Cube 3500"/>
            <p:cNvSpPr/>
            <p:nvPr/>
          </p:nvSpPr>
          <p:spPr>
            <a:xfrm>
              <a:off x="7079533"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2" name="Cube 3501"/>
            <p:cNvSpPr/>
            <p:nvPr/>
          </p:nvSpPr>
          <p:spPr>
            <a:xfrm>
              <a:off x="7397712"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3" name="Cube 3502"/>
            <p:cNvSpPr/>
            <p:nvPr/>
          </p:nvSpPr>
          <p:spPr>
            <a:xfrm>
              <a:off x="7715890"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4" name="Cube 3503"/>
            <p:cNvSpPr/>
            <p:nvPr/>
          </p:nvSpPr>
          <p:spPr>
            <a:xfrm>
              <a:off x="8034068" y="341979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5" name="Cube 3504"/>
            <p:cNvSpPr/>
            <p:nvPr/>
          </p:nvSpPr>
          <p:spPr>
            <a:xfrm>
              <a:off x="5806820"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6" name="Cube 3505"/>
            <p:cNvSpPr/>
            <p:nvPr/>
          </p:nvSpPr>
          <p:spPr>
            <a:xfrm>
              <a:off x="6124998"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7" name="Cube 3506"/>
            <p:cNvSpPr/>
            <p:nvPr/>
          </p:nvSpPr>
          <p:spPr>
            <a:xfrm>
              <a:off x="6443177"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8" name="Cube 3507"/>
            <p:cNvSpPr/>
            <p:nvPr/>
          </p:nvSpPr>
          <p:spPr>
            <a:xfrm>
              <a:off x="6761355"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9" name="Cube 3508"/>
            <p:cNvSpPr/>
            <p:nvPr/>
          </p:nvSpPr>
          <p:spPr>
            <a:xfrm>
              <a:off x="7079533"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0" name="Cube 3509"/>
            <p:cNvSpPr/>
            <p:nvPr/>
          </p:nvSpPr>
          <p:spPr>
            <a:xfrm>
              <a:off x="7397712"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1" name="Cube 3510"/>
            <p:cNvSpPr/>
            <p:nvPr/>
          </p:nvSpPr>
          <p:spPr>
            <a:xfrm>
              <a:off x="7715890"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2" name="Cube 3511"/>
            <p:cNvSpPr/>
            <p:nvPr/>
          </p:nvSpPr>
          <p:spPr>
            <a:xfrm>
              <a:off x="8034068" y="308214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3" name="Cube 3512"/>
            <p:cNvSpPr/>
            <p:nvPr/>
          </p:nvSpPr>
          <p:spPr>
            <a:xfrm>
              <a:off x="5806820"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4" name="Cube 3513"/>
            <p:cNvSpPr/>
            <p:nvPr/>
          </p:nvSpPr>
          <p:spPr>
            <a:xfrm>
              <a:off x="6124998"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5" name="Cube 3514"/>
            <p:cNvSpPr/>
            <p:nvPr/>
          </p:nvSpPr>
          <p:spPr>
            <a:xfrm>
              <a:off x="6443177"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6" name="Cube 3515"/>
            <p:cNvSpPr/>
            <p:nvPr/>
          </p:nvSpPr>
          <p:spPr>
            <a:xfrm>
              <a:off x="6761355"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7" name="Cube 3516"/>
            <p:cNvSpPr/>
            <p:nvPr/>
          </p:nvSpPr>
          <p:spPr>
            <a:xfrm>
              <a:off x="7079533"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8" name="Cube 3517"/>
            <p:cNvSpPr/>
            <p:nvPr/>
          </p:nvSpPr>
          <p:spPr>
            <a:xfrm>
              <a:off x="7397712"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9" name="Cube 3518"/>
            <p:cNvSpPr/>
            <p:nvPr/>
          </p:nvSpPr>
          <p:spPr>
            <a:xfrm>
              <a:off x="7715890"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0" name="Cube 3519"/>
            <p:cNvSpPr/>
            <p:nvPr/>
          </p:nvSpPr>
          <p:spPr>
            <a:xfrm>
              <a:off x="8034068" y="274449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1" name="Cube 3520"/>
            <p:cNvSpPr/>
            <p:nvPr/>
          </p:nvSpPr>
          <p:spPr>
            <a:xfrm>
              <a:off x="5806820" y="240683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2" name="Cube 3521"/>
            <p:cNvSpPr/>
            <p:nvPr/>
          </p:nvSpPr>
          <p:spPr>
            <a:xfrm>
              <a:off x="6124998" y="240683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3" name="Cube 3522"/>
            <p:cNvSpPr/>
            <p:nvPr/>
          </p:nvSpPr>
          <p:spPr>
            <a:xfrm>
              <a:off x="6443177" y="240683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4" name="Cube 3523"/>
            <p:cNvSpPr/>
            <p:nvPr/>
          </p:nvSpPr>
          <p:spPr>
            <a:xfrm>
              <a:off x="6761355" y="240683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5" name="Cube 3524"/>
            <p:cNvSpPr/>
            <p:nvPr/>
          </p:nvSpPr>
          <p:spPr>
            <a:xfrm>
              <a:off x="7079533"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6" name="Cube 3525"/>
            <p:cNvSpPr/>
            <p:nvPr/>
          </p:nvSpPr>
          <p:spPr>
            <a:xfrm>
              <a:off x="7397712"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7" name="Cube 3526"/>
            <p:cNvSpPr/>
            <p:nvPr/>
          </p:nvSpPr>
          <p:spPr>
            <a:xfrm>
              <a:off x="7715890"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8" name="Cube 3527"/>
            <p:cNvSpPr/>
            <p:nvPr/>
          </p:nvSpPr>
          <p:spPr>
            <a:xfrm>
              <a:off x="8034068" y="240683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9" name="Cube 3528"/>
            <p:cNvSpPr/>
            <p:nvPr/>
          </p:nvSpPr>
          <p:spPr>
            <a:xfrm>
              <a:off x="5672554"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0" name="Cube 3529"/>
            <p:cNvSpPr/>
            <p:nvPr/>
          </p:nvSpPr>
          <p:spPr>
            <a:xfrm>
              <a:off x="5990732"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1" name="Cube 3530"/>
            <p:cNvSpPr/>
            <p:nvPr/>
          </p:nvSpPr>
          <p:spPr>
            <a:xfrm>
              <a:off x="6308911"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2" name="Cube 3531"/>
            <p:cNvSpPr/>
            <p:nvPr/>
          </p:nvSpPr>
          <p:spPr>
            <a:xfrm>
              <a:off x="6627089"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3" name="Cube 3532"/>
            <p:cNvSpPr/>
            <p:nvPr/>
          </p:nvSpPr>
          <p:spPr>
            <a:xfrm>
              <a:off x="6945267"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4" name="Cube 3533"/>
            <p:cNvSpPr/>
            <p:nvPr/>
          </p:nvSpPr>
          <p:spPr>
            <a:xfrm>
              <a:off x="7263446"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5" name="Cube 3534"/>
            <p:cNvSpPr/>
            <p:nvPr/>
          </p:nvSpPr>
          <p:spPr>
            <a:xfrm>
              <a:off x="7581624"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6" name="Cube 3535"/>
            <p:cNvSpPr/>
            <p:nvPr/>
          </p:nvSpPr>
          <p:spPr>
            <a:xfrm>
              <a:off x="7899802" y="48893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7" name="Cube 3536"/>
            <p:cNvSpPr/>
            <p:nvPr/>
          </p:nvSpPr>
          <p:spPr>
            <a:xfrm>
              <a:off x="5672554"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8" name="Cube 3537"/>
            <p:cNvSpPr/>
            <p:nvPr/>
          </p:nvSpPr>
          <p:spPr>
            <a:xfrm>
              <a:off x="5990732"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9" name="Cube 3538"/>
            <p:cNvSpPr/>
            <p:nvPr/>
          </p:nvSpPr>
          <p:spPr>
            <a:xfrm>
              <a:off x="6308911"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0" name="Cube 3539"/>
            <p:cNvSpPr/>
            <p:nvPr/>
          </p:nvSpPr>
          <p:spPr>
            <a:xfrm>
              <a:off x="6627089"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1" name="Cube 3540"/>
            <p:cNvSpPr/>
            <p:nvPr/>
          </p:nvSpPr>
          <p:spPr>
            <a:xfrm>
              <a:off x="6945267"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2" name="Cube 3541"/>
            <p:cNvSpPr/>
            <p:nvPr/>
          </p:nvSpPr>
          <p:spPr>
            <a:xfrm>
              <a:off x="7263446"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3" name="Cube 3542"/>
            <p:cNvSpPr/>
            <p:nvPr/>
          </p:nvSpPr>
          <p:spPr>
            <a:xfrm>
              <a:off x="7581624"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4" name="Cube 3543"/>
            <p:cNvSpPr/>
            <p:nvPr/>
          </p:nvSpPr>
          <p:spPr>
            <a:xfrm>
              <a:off x="7899802" y="45517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5" name="Cube 3544"/>
            <p:cNvSpPr/>
            <p:nvPr/>
          </p:nvSpPr>
          <p:spPr>
            <a:xfrm>
              <a:off x="5672554"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6" name="Cube 3545"/>
            <p:cNvSpPr/>
            <p:nvPr/>
          </p:nvSpPr>
          <p:spPr>
            <a:xfrm>
              <a:off x="5990732"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7" name="Cube 3546"/>
            <p:cNvSpPr/>
            <p:nvPr/>
          </p:nvSpPr>
          <p:spPr>
            <a:xfrm>
              <a:off x="6308911"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8" name="Cube 3547"/>
            <p:cNvSpPr/>
            <p:nvPr/>
          </p:nvSpPr>
          <p:spPr>
            <a:xfrm>
              <a:off x="6627089"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9" name="Cube 3548"/>
            <p:cNvSpPr/>
            <p:nvPr/>
          </p:nvSpPr>
          <p:spPr>
            <a:xfrm>
              <a:off x="6945267"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0" name="Cube 3549"/>
            <p:cNvSpPr/>
            <p:nvPr/>
          </p:nvSpPr>
          <p:spPr>
            <a:xfrm>
              <a:off x="7263446"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1" name="Cube 3550"/>
            <p:cNvSpPr/>
            <p:nvPr/>
          </p:nvSpPr>
          <p:spPr>
            <a:xfrm>
              <a:off x="7581624"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2" name="Cube 3551"/>
            <p:cNvSpPr/>
            <p:nvPr/>
          </p:nvSpPr>
          <p:spPr>
            <a:xfrm>
              <a:off x="7899802" y="42140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3" name="Cube 3552"/>
            <p:cNvSpPr/>
            <p:nvPr/>
          </p:nvSpPr>
          <p:spPr>
            <a:xfrm>
              <a:off x="5672554"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4" name="Cube 3553"/>
            <p:cNvSpPr/>
            <p:nvPr/>
          </p:nvSpPr>
          <p:spPr>
            <a:xfrm>
              <a:off x="5990732"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5" name="Cube 3554"/>
            <p:cNvSpPr/>
            <p:nvPr/>
          </p:nvSpPr>
          <p:spPr>
            <a:xfrm>
              <a:off x="6308911"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6" name="Cube 3555"/>
            <p:cNvSpPr/>
            <p:nvPr/>
          </p:nvSpPr>
          <p:spPr>
            <a:xfrm>
              <a:off x="6627089"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7" name="Cube 3556"/>
            <p:cNvSpPr/>
            <p:nvPr/>
          </p:nvSpPr>
          <p:spPr>
            <a:xfrm>
              <a:off x="6945267"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8" name="Cube 3557"/>
            <p:cNvSpPr/>
            <p:nvPr/>
          </p:nvSpPr>
          <p:spPr>
            <a:xfrm>
              <a:off x="7263446"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9" name="Cube 3558"/>
            <p:cNvSpPr/>
            <p:nvPr/>
          </p:nvSpPr>
          <p:spPr>
            <a:xfrm>
              <a:off x="7581624"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0" name="Cube 3559"/>
            <p:cNvSpPr/>
            <p:nvPr/>
          </p:nvSpPr>
          <p:spPr>
            <a:xfrm>
              <a:off x="7899802" y="38764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1" name="Cube 3560"/>
            <p:cNvSpPr/>
            <p:nvPr/>
          </p:nvSpPr>
          <p:spPr>
            <a:xfrm>
              <a:off x="5672554"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2" name="Cube 3561"/>
            <p:cNvSpPr/>
            <p:nvPr/>
          </p:nvSpPr>
          <p:spPr>
            <a:xfrm>
              <a:off x="5990732"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3" name="Cube 3562"/>
            <p:cNvSpPr/>
            <p:nvPr/>
          </p:nvSpPr>
          <p:spPr>
            <a:xfrm>
              <a:off x="6308911"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4" name="Cube 3563"/>
            <p:cNvSpPr/>
            <p:nvPr/>
          </p:nvSpPr>
          <p:spPr>
            <a:xfrm>
              <a:off x="6627089"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5" name="Cube 3564"/>
            <p:cNvSpPr/>
            <p:nvPr/>
          </p:nvSpPr>
          <p:spPr>
            <a:xfrm>
              <a:off x="6945267"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6" name="Cube 3565"/>
            <p:cNvSpPr/>
            <p:nvPr/>
          </p:nvSpPr>
          <p:spPr>
            <a:xfrm>
              <a:off x="7263446"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7" name="Cube 3566"/>
            <p:cNvSpPr/>
            <p:nvPr/>
          </p:nvSpPr>
          <p:spPr>
            <a:xfrm>
              <a:off x="7581624"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8" name="Cube 3567"/>
            <p:cNvSpPr/>
            <p:nvPr/>
          </p:nvSpPr>
          <p:spPr>
            <a:xfrm>
              <a:off x="7899802" y="35387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9" name="Cube 3568"/>
            <p:cNvSpPr/>
            <p:nvPr/>
          </p:nvSpPr>
          <p:spPr>
            <a:xfrm>
              <a:off x="5672554"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0" name="Cube 3569"/>
            <p:cNvSpPr/>
            <p:nvPr/>
          </p:nvSpPr>
          <p:spPr>
            <a:xfrm>
              <a:off x="5990732"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1" name="Cube 3570"/>
            <p:cNvSpPr/>
            <p:nvPr/>
          </p:nvSpPr>
          <p:spPr>
            <a:xfrm>
              <a:off x="6308911"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2" name="Cube 3571"/>
            <p:cNvSpPr/>
            <p:nvPr/>
          </p:nvSpPr>
          <p:spPr>
            <a:xfrm>
              <a:off x="6627089"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3" name="Cube 3572"/>
            <p:cNvSpPr/>
            <p:nvPr/>
          </p:nvSpPr>
          <p:spPr>
            <a:xfrm>
              <a:off x="6945267"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4" name="Cube 3573"/>
            <p:cNvSpPr/>
            <p:nvPr/>
          </p:nvSpPr>
          <p:spPr>
            <a:xfrm>
              <a:off x="7263446"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5" name="Cube 3574"/>
            <p:cNvSpPr/>
            <p:nvPr/>
          </p:nvSpPr>
          <p:spPr>
            <a:xfrm>
              <a:off x="7581624"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6" name="Cube 3575"/>
            <p:cNvSpPr/>
            <p:nvPr/>
          </p:nvSpPr>
          <p:spPr>
            <a:xfrm>
              <a:off x="7899802" y="32011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7" name="Cube 3576"/>
            <p:cNvSpPr/>
            <p:nvPr/>
          </p:nvSpPr>
          <p:spPr>
            <a:xfrm>
              <a:off x="5672554"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8" name="Cube 3577"/>
            <p:cNvSpPr/>
            <p:nvPr/>
          </p:nvSpPr>
          <p:spPr>
            <a:xfrm>
              <a:off x="5990732"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9" name="Cube 3578"/>
            <p:cNvSpPr/>
            <p:nvPr/>
          </p:nvSpPr>
          <p:spPr>
            <a:xfrm>
              <a:off x="6308911"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0" name="Cube 3579"/>
            <p:cNvSpPr/>
            <p:nvPr/>
          </p:nvSpPr>
          <p:spPr>
            <a:xfrm>
              <a:off x="6627089"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1" name="Cube 3580"/>
            <p:cNvSpPr/>
            <p:nvPr/>
          </p:nvSpPr>
          <p:spPr>
            <a:xfrm>
              <a:off x="6945267"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2" name="Cube 3581"/>
            <p:cNvSpPr/>
            <p:nvPr/>
          </p:nvSpPr>
          <p:spPr>
            <a:xfrm>
              <a:off x="7263446"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3" name="Cube 3582"/>
            <p:cNvSpPr/>
            <p:nvPr/>
          </p:nvSpPr>
          <p:spPr>
            <a:xfrm>
              <a:off x="7581624"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4" name="Cube 3583"/>
            <p:cNvSpPr/>
            <p:nvPr/>
          </p:nvSpPr>
          <p:spPr>
            <a:xfrm>
              <a:off x="7899802" y="28634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5" name="Cube 3584"/>
            <p:cNvSpPr/>
            <p:nvPr/>
          </p:nvSpPr>
          <p:spPr>
            <a:xfrm>
              <a:off x="5672554" y="252580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6" name="Cube 3585"/>
            <p:cNvSpPr/>
            <p:nvPr/>
          </p:nvSpPr>
          <p:spPr>
            <a:xfrm>
              <a:off x="5990732" y="252580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7" name="Cube 3586"/>
            <p:cNvSpPr/>
            <p:nvPr/>
          </p:nvSpPr>
          <p:spPr>
            <a:xfrm>
              <a:off x="6308911" y="252580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8" name="Cube 3587"/>
            <p:cNvSpPr/>
            <p:nvPr/>
          </p:nvSpPr>
          <p:spPr>
            <a:xfrm>
              <a:off x="6627089" y="252580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9" name="Cube 3588"/>
            <p:cNvSpPr/>
            <p:nvPr/>
          </p:nvSpPr>
          <p:spPr>
            <a:xfrm>
              <a:off x="6945267"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0" name="Cube 3589"/>
            <p:cNvSpPr/>
            <p:nvPr/>
          </p:nvSpPr>
          <p:spPr>
            <a:xfrm>
              <a:off x="7263446"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1" name="Cube 3590"/>
            <p:cNvSpPr/>
            <p:nvPr/>
          </p:nvSpPr>
          <p:spPr>
            <a:xfrm>
              <a:off x="7581624"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2" name="Cube 3591"/>
            <p:cNvSpPr/>
            <p:nvPr/>
          </p:nvSpPr>
          <p:spPr>
            <a:xfrm>
              <a:off x="7899802" y="25258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3" name="Cube 3592"/>
            <p:cNvSpPr/>
            <p:nvPr/>
          </p:nvSpPr>
          <p:spPr>
            <a:xfrm>
              <a:off x="5538288"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4" name="Cube 3593"/>
            <p:cNvSpPr/>
            <p:nvPr/>
          </p:nvSpPr>
          <p:spPr>
            <a:xfrm>
              <a:off x="5856466"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5" name="Cube 3594"/>
            <p:cNvSpPr/>
            <p:nvPr/>
          </p:nvSpPr>
          <p:spPr>
            <a:xfrm>
              <a:off x="6174645"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6" name="Cube 3595"/>
            <p:cNvSpPr/>
            <p:nvPr/>
          </p:nvSpPr>
          <p:spPr>
            <a:xfrm>
              <a:off x="6492823"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7" name="Cube 3596"/>
            <p:cNvSpPr/>
            <p:nvPr/>
          </p:nvSpPr>
          <p:spPr>
            <a:xfrm>
              <a:off x="6811001"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8" name="Cube 3597"/>
            <p:cNvSpPr/>
            <p:nvPr/>
          </p:nvSpPr>
          <p:spPr>
            <a:xfrm>
              <a:off x="7129180"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9" name="Cube 3598"/>
            <p:cNvSpPr/>
            <p:nvPr/>
          </p:nvSpPr>
          <p:spPr>
            <a:xfrm>
              <a:off x="7447358"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0" name="Cube 3599"/>
            <p:cNvSpPr/>
            <p:nvPr/>
          </p:nvSpPr>
          <p:spPr>
            <a:xfrm>
              <a:off x="7765536" y="50083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1" name="Cube 3600"/>
            <p:cNvSpPr/>
            <p:nvPr/>
          </p:nvSpPr>
          <p:spPr>
            <a:xfrm>
              <a:off x="5538288"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2" name="Cube 3601"/>
            <p:cNvSpPr/>
            <p:nvPr/>
          </p:nvSpPr>
          <p:spPr>
            <a:xfrm>
              <a:off x="5856466"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3" name="Cube 3602"/>
            <p:cNvSpPr/>
            <p:nvPr/>
          </p:nvSpPr>
          <p:spPr>
            <a:xfrm>
              <a:off x="6174645"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4" name="Cube 3603"/>
            <p:cNvSpPr/>
            <p:nvPr/>
          </p:nvSpPr>
          <p:spPr>
            <a:xfrm>
              <a:off x="6492823"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5" name="Cube 3604"/>
            <p:cNvSpPr/>
            <p:nvPr/>
          </p:nvSpPr>
          <p:spPr>
            <a:xfrm>
              <a:off x="6811001"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6" name="Cube 3605"/>
            <p:cNvSpPr/>
            <p:nvPr/>
          </p:nvSpPr>
          <p:spPr>
            <a:xfrm>
              <a:off x="7129180"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7" name="Cube 3606"/>
            <p:cNvSpPr/>
            <p:nvPr/>
          </p:nvSpPr>
          <p:spPr>
            <a:xfrm>
              <a:off x="7447358"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8" name="Cube 3607"/>
            <p:cNvSpPr/>
            <p:nvPr/>
          </p:nvSpPr>
          <p:spPr>
            <a:xfrm>
              <a:off x="7765536" y="46706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9" name="Cube 3608"/>
            <p:cNvSpPr/>
            <p:nvPr/>
          </p:nvSpPr>
          <p:spPr>
            <a:xfrm>
              <a:off x="5538288"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0" name="Cube 3609"/>
            <p:cNvSpPr/>
            <p:nvPr/>
          </p:nvSpPr>
          <p:spPr>
            <a:xfrm>
              <a:off x="5856466"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1" name="Cube 3610"/>
            <p:cNvSpPr/>
            <p:nvPr/>
          </p:nvSpPr>
          <p:spPr>
            <a:xfrm>
              <a:off x="6174645"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2" name="Cube 3611"/>
            <p:cNvSpPr/>
            <p:nvPr/>
          </p:nvSpPr>
          <p:spPr>
            <a:xfrm>
              <a:off x="6492823"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3" name="Cube 3612"/>
            <p:cNvSpPr/>
            <p:nvPr/>
          </p:nvSpPr>
          <p:spPr>
            <a:xfrm>
              <a:off x="6811001"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4" name="Cube 3613"/>
            <p:cNvSpPr/>
            <p:nvPr/>
          </p:nvSpPr>
          <p:spPr>
            <a:xfrm>
              <a:off x="7129180"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5" name="Cube 3614"/>
            <p:cNvSpPr/>
            <p:nvPr/>
          </p:nvSpPr>
          <p:spPr>
            <a:xfrm>
              <a:off x="7447358"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6" name="Cube 3615"/>
            <p:cNvSpPr/>
            <p:nvPr/>
          </p:nvSpPr>
          <p:spPr>
            <a:xfrm>
              <a:off x="7765536" y="43330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7" name="Cube 3616"/>
            <p:cNvSpPr/>
            <p:nvPr/>
          </p:nvSpPr>
          <p:spPr>
            <a:xfrm>
              <a:off x="5538288"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8" name="Cube 3617"/>
            <p:cNvSpPr/>
            <p:nvPr/>
          </p:nvSpPr>
          <p:spPr>
            <a:xfrm>
              <a:off x="5856466"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9" name="Cube 3618"/>
            <p:cNvSpPr/>
            <p:nvPr/>
          </p:nvSpPr>
          <p:spPr>
            <a:xfrm>
              <a:off x="6174645"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0" name="Cube 3619"/>
            <p:cNvSpPr/>
            <p:nvPr/>
          </p:nvSpPr>
          <p:spPr>
            <a:xfrm>
              <a:off x="6492823"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1" name="Cube 3620"/>
            <p:cNvSpPr/>
            <p:nvPr/>
          </p:nvSpPr>
          <p:spPr>
            <a:xfrm>
              <a:off x="6811001"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2" name="Cube 3621"/>
            <p:cNvSpPr/>
            <p:nvPr/>
          </p:nvSpPr>
          <p:spPr>
            <a:xfrm>
              <a:off x="7129180"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3" name="Cube 3622"/>
            <p:cNvSpPr/>
            <p:nvPr/>
          </p:nvSpPr>
          <p:spPr>
            <a:xfrm>
              <a:off x="7447358"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4" name="Cube 3623"/>
            <p:cNvSpPr/>
            <p:nvPr/>
          </p:nvSpPr>
          <p:spPr>
            <a:xfrm>
              <a:off x="7765536" y="39953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5" name="Cube 3624"/>
            <p:cNvSpPr/>
            <p:nvPr/>
          </p:nvSpPr>
          <p:spPr>
            <a:xfrm>
              <a:off x="5538288"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6" name="Cube 3625"/>
            <p:cNvSpPr/>
            <p:nvPr/>
          </p:nvSpPr>
          <p:spPr>
            <a:xfrm>
              <a:off x="5856466"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7" name="Cube 3626"/>
            <p:cNvSpPr/>
            <p:nvPr/>
          </p:nvSpPr>
          <p:spPr>
            <a:xfrm>
              <a:off x="6174645"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8" name="Cube 3627"/>
            <p:cNvSpPr/>
            <p:nvPr/>
          </p:nvSpPr>
          <p:spPr>
            <a:xfrm>
              <a:off x="6492823"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9" name="Cube 3628"/>
            <p:cNvSpPr/>
            <p:nvPr/>
          </p:nvSpPr>
          <p:spPr>
            <a:xfrm>
              <a:off x="6811001"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0" name="Cube 3629"/>
            <p:cNvSpPr/>
            <p:nvPr/>
          </p:nvSpPr>
          <p:spPr>
            <a:xfrm>
              <a:off x="7129180"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1" name="Cube 3630"/>
            <p:cNvSpPr/>
            <p:nvPr/>
          </p:nvSpPr>
          <p:spPr>
            <a:xfrm>
              <a:off x="7447358"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2" name="Cube 3631"/>
            <p:cNvSpPr/>
            <p:nvPr/>
          </p:nvSpPr>
          <p:spPr>
            <a:xfrm>
              <a:off x="7765536" y="36577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3" name="Cube 3632"/>
            <p:cNvSpPr/>
            <p:nvPr/>
          </p:nvSpPr>
          <p:spPr>
            <a:xfrm>
              <a:off x="5538288"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4" name="Cube 3633"/>
            <p:cNvSpPr/>
            <p:nvPr/>
          </p:nvSpPr>
          <p:spPr>
            <a:xfrm>
              <a:off x="5856466"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5" name="Cube 3634"/>
            <p:cNvSpPr/>
            <p:nvPr/>
          </p:nvSpPr>
          <p:spPr>
            <a:xfrm>
              <a:off x="6174645"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6" name="Cube 3635"/>
            <p:cNvSpPr/>
            <p:nvPr/>
          </p:nvSpPr>
          <p:spPr>
            <a:xfrm>
              <a:off x="6492823"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7" name="Cube 3636"/>
            <p:cNvSpPr/>
            <p:nvPr/>
          </p:nvSpPr>
          <p:spPr>
            <a:xfrm>
              <a:off x="6811001"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8" name="Cube 3637"/>
            <p:cNvSpPr/>
            <p:nvPr/>
          </p:nvSpPr>
          <p:spPr>
            <a:xfrm>
              <a:off x="7129180"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9" name="Cube 3638"/>
            <p:cNvSpPr/>
            <p:nvPr/>
          </p:nvSpPr>
          <p:spPr>
            <a:xfrm>
              <a:off x="7447358"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0" name="Cube 3639"/>
            <p:cNvSpPr/>
            <p:nvPr/>
          </p:nvSpPr>
          <p:spPr>
            <a:xfrm>
              <a:off x="7765536" y="33200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1" name="Cube 3640"/>
            <p:cNvSpPr/>
            <p:nvPr/>
          </p:nvSpPr>
          <p:spPr>
            <a:xfrm>
              <a:off x="5538288"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2" name="Cube 3641"/>
            <p:cNvSpPr/>
            <p:nvPr/>
          </p:nvSpPr>
          <p:spPr>
            <a:xfrm>
              <a:off x="5856466"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3" name="Cube 3642"/>
            <p:cNvSpPr/>
            <p:nvPr/>
          </p:nvSpPr>
          <p:spPr>
            <a:xfrm>
              <a:off x="6174645"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4" name="Cube 3643"/>
            <p:cNvSpPr/>
            <p:nvPr/>
          </p:nvSpPr>
          <p:spPr>
            <a:xfrm>
              <a:off x="6492823"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5" name="Cube 3644"/>
            <p:cNvSpPr/>
            <p:nvPr/>
          </p:nvSpPr>
          <p:spPr>
            <a:xfrm>
              <a:off x="6811001"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6" name="Cube 3645"/>
            <p:cNvSpPr/>
            <p:nvPr/>
          </p:nvSpPr>
          <p:spPr>
            <a:xfrm>
              <a:off x="7129180"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7" name="Cube 3646"/>
            <p:cNvSpPr/>
            <p:nvPr/>
          </p:nvSpPr>
          <p:spPr>
            <a:xfrm>
              <a:off x="7447358"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8" name="Cube 3647"/>
            <p:cNvSpPr/>
            <p:nvPr/>
          </p:nvSpPr>
          <p:spPr>
            <a:xfrm>
              <a:off x="7765536" y="29824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9" name="Cube 3648"/>
            <p:cNvSpPr/>
            <p:nvPr/>
          </p:nvSpPr>
          <p:spPr>
            <a:xfrm>
              <a:off x="5538288"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0" name="Cube 3649"/>
            <p:cNvSpPr/>
            <p:nvPr/>
          </p:nvSpPr>
          <p:spPr>
            <a:xfrm>
              <a:off x="5856466"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1" name="Cube 3650"/>
            <p:cNvSpPr/>
            <p:nvPr/>
          </p:nvSpPr>
          <p:spPr>
            <a:xfrm>
              <a:off x="6174645"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2" name="Cube 3651"/>
            <p:cNvSpPr/>
            <p:nvPr/>
          </p:nvSpPr>
          <p:spPr>
            <a:xfrm>
              <a:off x="6492823" y="264476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3" name="Cube 3652"/>
            <p:cNvSpPr/>
            <p:nvPr/>
          </p:nvSpPr>
          <p:spPr>
            <a:xfrm>
              <a:off x="6811001"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4" name="Cube 3653"/>
            <p:cNvSpPr/>
            <p:nvPr/>
          </p:nvSpPr>
          <p:spPr>
            <a:xfrm>
              <a:off x="7129180"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5" name="Cube 3654"/>
            <p:cNvSpPr/>
            <p:nvPr/>
          </p:nvSpPr>
          <p:spPr>
            <a:xfrm>
              <a:off x="7447358"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6" name="Cube 3655"/>
            <p:cNvSpPr/>
            <p:nvPr/>
          </p:nvSpPr>
          <p:spPr>
            <a:xfrm>
              <a:off x="7765536" y="26447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7" name="Cube 3656"/>
            <p:cNvSpPr/>
            <p:nvPr/>
          </p:nvSpPr>
          <p:spPr>
            <a:xfrm>
              <a:off x="5404022"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8" name="Cube 3657"/>
            <p:cNvSpPr/>
            <p:nvPr/>
          </p:nvSpPr>
          <p:spPr>
            <a:xfrm>
              <a:off x="5722200"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9" name="Cube 3658"/>
            <p:cNvSpPr/>
            <p:nvPr/>
          </p:nvSpPr>
          <p:spPr>
            <a:xfrm>
              <a:off x="6040379"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0" name="Cube 3659"/>
            <p:cNvSpPr/>
            <p:nvPr/>
          </p:nvSpPr>
          <p:spPr>
            <a:xfrm>
              <a:off x="6358557"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1" name="Cube 3660"/>
            <p:cNvSpPr/>
            <p:nvPr/>
          </p:nvSpPr>
          <p:spPr>
            <a:xfrm>
              <a:off x="6676735"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2" name="Cube 3661"/>
            <p:cNvSpPr/>
            <p:nvPr/>
          </p:nvSpPr>
          <p:spPr>
            <a:xfrm>
              <a:off x="6994914"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3" name="Cube 3662"/>
            <p:cNvSpPr/>
            <p:nvPr/>
          </p:nvSpPr>
          <p:spPr>
            <a:xfrm>
              <a:off x="7313092"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4" name="Cube 3663"/>
            <p:cNvSpPr/>
            <p:nvPr/>
          </p:nvSpPr>
          <p:spPr>
            <a:xfrm>
              <a:off x="7631270" y="512729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5" name="Cube 3664"/>
            <p:cNvSpPr/>
            <p:nvPr/>
          </p:nvSpPr>
          <p:spPr>
            <a:xfrm>
              <a:off x="5404022"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6" name="Cube 3665"/>
            <p:cNvSpPr/>
            <p:nvPr/>
          </p:nvSpPr>
          <p:spPr>
            <a:xfrm>
              <a:off x="5722200"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7" name="Cube 3666"/>
            <p:cNvSpPr/>
            <p:nvPr/>
          </p:nvSpPr>
          <p:spPr>
            <a:xfrm>
              <a:off x="6040379"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8" name="Cube 3667"/>
            <p:cNvSpPr/>
            <p:nvPr/>
          </p:nvSpPr>
          <p:spPr>
            <a:xfrm>
              <a:off x="6358557"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9" name="Cube 3668"/>
            <p:cNvSpPr/>
            <p:nvPr/>
          </p:nvSpPr>
          <p:spPr>
            <a:xfrm>
              <a:off x="6676735"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0" name="Cube 3669"/>
            <p:cNvSpPr/>
            <p:nvPr/>
          </p:nvSpPr>
          <p:spPr>
            <a:xfrm>
              <a:off x="6994914"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1" name="Cube 3670"/>
            <p:cNvSpPr/>
            <p:nvPr/>
          </p:nvSpPr>
          <p:spPr>
            <a:xfrm>
              <a:off x="7313092"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2" name="Cube 3671"/>
            <p:cNvSpPr/>
            <p:nvPr/>
          </p:nvSpPr>
          <p:spPr>
            <a:xfrm>
              <a:off x="7631270" y="478964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3" name="Cube 3672"/>
            <p:cNvSpPr/>
            <p:nvPr/>
          </p:nvSpPr>
          <p:spPr>
            <a:xfrm>
              <a:off x="5404022"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4" name="Cube 3673"/>
            <p:cNvSpPr/>
            <p:nvPr/>
          </p:nvSpPr>
          <p:spPr>
            <a:xfrm>
              <a:off x="5722200"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5" name="Cube 3674"/>
            <p:cNvSpPr/>
            <p:nvPr/>
          </p:nvSpPr>
          <p:spPr>
            <a:xfrm>
              <a:off x="6040379"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6" name="Cube 3675"/>
            <p:cNvSpPr/>
            <p:nvPr/>
          </p:nvSpPr>
          <p:spPr>
            <a:xfrm>
              <a:off x="6358557"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7" name="Cube 3676"/>
            <p:cNvSpPr/>
            <p:nvPr/>
          </p:nvSpPr>
          <p:spPr>
            <a:xfrm>
              <a:off x="6676735"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8" name="Cube 3677"/>
            <p:cNvSpPr/>
            <p:nvPr/>
          </p:nvSpPr>
          <p:spPr>
            <a:xfrm>
              <a:off x="6994914"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9" name="Cube 3678"/>
            <p:cNvSpPr/>
            <p:nvPr/>
          </p:nvSpPr>
          <p:spPr>
            <a:xfrm>
              <a:off x="7313092"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0" name="Cube 3679"/>
            <p:cNvSpPr/>
            <p:nvPr/>
          </p:nvSpPr>
          <p:spPr>
            <a:xfrm>
              <a:off x="7631270" y="445199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1" name="Cube 3680"/>
            <p:cNvSpPr/>
            <p:nvPr/>
          </p:nvSpPr>
          <p:spPr>
            <a:xfrm>
              <a:off x="5404022"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2" name="Cube 3681"/>
            <p:cNvSpPr/>
            <p:nvPr/>
          </p:nvSpPr>
          <p:spPr>
            <a:xfrm>
              <a:off x="5722200"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3" name="Cube 3682"/>
            <p:cNvSpPr/>
            <p:nvPr/>
          </p:nvSpPr>
          <p:spPr>
            <a:xfrm>
              <a:off x="6040379"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4" name="Cube 3683"/>
            <p:cNvSpPr/>
            <p:nvPr/>
          </p:nvSpPr>
          <p:spPr>
            <a:xfrm>
              <a:off x="6358557"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5" name="Cube 3684"/>
            <p:cNvSpPr/>
            <p:nvPr/>
          </p:nvSpPr>
          <p:spPr>
            <a:xfrm>
              <a:off x="6676735"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6" name="Cube 3685"/>
            <p:cNvSpPr/>
            <p:nvPr/>
          </p:nvSpPr>
          <p:spPr>
            <a:xfrm>
              <a:off x="6994914"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7" name="Cube 3686"/>
            <p:cNvSpPr/>
            <p:nvPr/>
          </p:nvSpPr>
          <p:spPr>
            <a:xfrm>
              <a:off x="7313092"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8" name="Cube 3687"/>
            <p:cNvSpPr/>
            <p:nvPr/>
          </p:nvSpPr>
          <p:spPr>
            <a:xfrm>
              <a:off x="7631270" y="411433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9" name="Cube 3688"/>
            <p:cNvSpPr/>
            <p:nvPr/>
          </p:nvSpPr>
          <p:spPr>
            <a:xfrm>
              <a:off x="5404022" y="3776685"/>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0" name="Cube 3689"/>
            <p:cNvSpPr/>
            <p:nvPr/>
          </p:nvSpPr>
          <p:spPr>
            <a:xfrm>
              <a:off x="5722200" y="3776685"/>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1" name="Cube 3690"/>
            <p:cNvSpPr/>
            <p:nvPr/>
          </p:nvSpPr>
          <p:spPr>
            <a:xfrm>
              <a:off x="6040379" y="3776685"/>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2" name="Cube 3691"/>
            <p:cNvSpPr/>
            <p:nvPr/>
          </p:nvSpPr>
          <p:spPr>
            <a:xfrm>
              <a:off x="6358557" y="3776685"/>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3" name="Cube 3692"/>
            <p:cNvSpPr/>
            <p:nvPr/>
          </p:nvSpPr>
          <p:spPr>
            <a:xfrm>
              <a:off x="6676735"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4" name="Cube 3693"/>
            <p:cNvSpPr/>
            <p:nvPr/>
          </p:nvSpPr>
          <p:spPr>
            <a:xfrm>
              <a:off x="6994914"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5" name="Cube 3694"/>
            <p:cNvSpPr/>
            <p:nvPr/>
          </p:nvSpPr>
          <p:spPr>
            <a:xfrm>
              <a:off x="7313092"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6" name="Cube 3695"/>
            <p:cNvSpPr/>
            <p:nvPr/>
          </p:nvSpPr>
          <p:spPr>
            <a:xfrm>
              <a:off x="7631270" y="377668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7" name="Cube 3696"/>
            <p:cNvSpPr/>
            <p:nvPr/>
          </p:nvSpPr>
          <p:spPr>
            <a:xfrm>
              <a:off x="5404022" y="3439032"/>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8" name="Cube 3697"/>
            <p:cNvSpPr/>
            <p:nvPr/>
          </p:nvSpPr>
          <p:spPr>
            <a:xfrm>
              <a:off x="5722200" y="3439032"/>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9" name="Cube 3698"/>
            <p:cNvSpPr/>
            <p:nvPr/>
          </p:nvSpPr>
          <p:spPr>
            <a:xfrm>
              <a:off x="6040379" y="3439032"/>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0" name="Cube 3699"/>
            <p:cNvSpPr/>
            <p:nvPr/>
          </p:nvSpPr>
          <p:spPr>
            <a:xfrm>
              <a:off x="6358557" y="3439032"/>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1" name="Cube 3700"/>
            <p:cNvSpPr/>
            <p:nvPr/>
          </p:nvSpPr>
          <p:spPr>
            <a:xfrm>
              <a:off x="6676735"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2" name="Cube 3701"/>
            <p:cNvSpPr/>
            <p:nvPr/>
          </p:nvSpPr>
          <p:spPr>
            <a:xfrm>
              <a:off x="6994914"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3" name="Cube 3702"/>
            <p:cNvSpPr/>
            <p:nvPr/>
          </p:nvSpPr>
          <p:spPr>
            <a:xfrm>
              <a:off x="7313092"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4" name="Cube 3703"/>
            <p:cNvSpPr/>
            <p:nvPr/>
          </p:nvSpPr>
          <p:spPr>
            <a:xfrm>
              <a:off x="7631270" y="3439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5" name="Cube 3704"/>
            <p:cNvSpPr/>
            <p:nvPr/>
          </p:nvSpPr>
          <p:spPr>
            <a:xfrm>
              <a:off x="5404022"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6" name="Cube 3705"/>
            <p:cNvSpPr/>
            <p:nvPr/>
          </p:nvSpPr>
          <p:spPr>
            <a:xfrm>
              <a:off x="5722200"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7" name="Cube 3706"/>
            <p:cNvSpPr/>
            <p:nvPr/>
          </p:nvSpPr>
          <p:spPr>
            <a:xfrm>
              <a:off x="6040379"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8" name="Cube 3707"/>
            <p:cNvSpPr/>
            <p:nvPr/>
          </p:nvSpPr>
          <p:spPr>
            <a:xfrm>
              <a:off x="6358557" y="310137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9" name="Cube 3708"/>
            <p:cNvSpPr/>
            <p:nvPr/>
          </p:nvSpPr>
          <p:spPr>
            <a:xfrm>
              <a:off x="6676735"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0" name="Cube 3709"/>
            <p:cNvSpPr/>
            <p:nvPr/>
          </p:nvSpPr>
          <p:spPr>
            <a:xfrm>
              <a:off x="6994914"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1" name="Cube 3710"/>
            <p:cNvSpPr/>
            <p:nvPr/>
          </p:nvSpPr>
          <p:spPr>
            <a:xfrm>
              <a:off x="7313092"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2" name="Cube 3711"/>
            <p:cNvSpPr/>
            <p:nvPr/>
          </p:nvSpPr>
          <p:spPr>
            <a:xfrm>
              <a:off x="7631270" y="3101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3" name="Cube 3712"/>
            <p:cNvSpPr/>
            <p:nvPr/>
          </p:nvSpPr>
          <p:spPr>
            <a:xfrm>
              <a:off x="5404022"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4" name="Cube 3713"/>
            <p:cNvSpPr/>
            <p:nvPr/>
          </p:nvSpPr>
          <p:spPr>
            <a:xfrm>
              <a:off x="5722200"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5" name="Cube 3714"/>
            <p:cNvSpPr/>
            <p:nvPr/>
          </p:nvSpPr>
          <p:spPr>
            <a:xfrm>
              <a:off x="6040379"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6" name="Cube 3715"/>
            <p:cNvSpPr/>
            <p:nvPr/>
          </p:nvSpPr>
          <p:spPr>
            <a:xfrm>
              <a:off x="6358557" y="2763726"/>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7" name="Cube 3716"/>
            <p:cNvSpPr/>
            <p:nvPr/>
          </p:nvSpPr>
          <p:spPr>
            <a:xfrm>
              <a:off x="6676735"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8" name="Cube 3717"/>
            <p:cNvSpPr/>
            <p:nvPr/>
          </p:nvSpPr>
          <p:spPr>
            <a:xfrm>
              <a:off x="6994914"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9" name="Cube 3718"/>
            <p:cNvSpPr/>
            <p:nvPr/>
          </p:nvSpPr>
          <p:spPr>
            <a:xfrm>
              <a:off x="7313092"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0" name="Cube 3719"/>
            <p:cNvSpPr/>
            <p:nvPr/>
          </p:nvSpPr>
          <p:spPr>
            <a:xfrm>
              <a:off x="7631270" y="2763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 name="Group 1"/>
          <p:cNvGrpSpPr/>
          <p:nvPr/>
        </p:nvGrpSpPr>
        <p:grpSpPr>
          <a:xfrm>
            <a:off x="792609" y="1740215"/>
            <a:ext cx="2175720" cy="2192404"/>
            <a:chOff x="792609" y="2047575"/>
            <a:chExt cx="2175720" cy="2192404"/>
          </a:xfrm>
        </p:grpSpPr>
        <p:sp>
          <p:nvSpPr>
            <p:cNvPr id="1032" name="Cube 1031"/>
            <p:cNvSpPr/>
            <p:nvPr/>
          </p:nvSpPr>
          <p:spPr>
            <a:xfrm>
              <a:off x="1732474"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3" name="Cube 1032"/>
            <p:cNvSpPr/>
            <p:nvPr/>
          </p:nvSpPr>
          <p:spPr>
            <a:xfrm>
              <a:off x="2050652"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5" name="Cube 1034"/>
            <p:cNvSpPr/>
            <p:nvPr/>
          </p:nvSpPr>
          <p:spPr>
            <a:xfrm>
              <a:off x="1732474"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6" name="Cube 1035"/>
            <p:cNvSpPr/>
            <p:nvPr/>
          </p:nvSpPr>
          <p:spPr>
            <a:xfrm>
              <a:off x="2050652"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7" name="Cube 1036"/>
            <p:cNvSpPr/>
            <p:nvPr/>
          </p:nvSpPr>
          <p:spPr>
            <a:xfrm>
              <a:off x="2368831" y="337895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8" name="Cube 1037"/>
            <p:cNvSpPr/>
            <p:nvPr/>
          </p:nvSpPr>
          <p:spPr>
            <a:xfrm>
              <a:off x="1732474"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9" name="Cube 1038"/>
            <p:cNvSpPr/>
            <p:nvPr/>
          </p:nvSpPr>
          <p:spPr>
            <a:xfrm>
              <a:off x="2050652"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0" name="Cube 1039"/>
            <p:cNvSpPr/>
            <p:nvPr/>
          </p:nvSpPr>
          <p:spPr>
            <a:xfrm>
              <a:off x="2368831" y="30413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1" name="Cube 1040"/>
            <p:cNvSpPr/>
            <p:nvPr/>
          </p:nvSpPr>
          <p:spPr>
            <a:xfrm>
              <a:off x="1732474"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2" name="Cube 1041"/>
            <p:cNvSpPr/>
            <p:nvPr/>
          </p:nvSpPr>
          <p:spPr>
            <a:xfrm>
              <a:off x="2050652"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3" name="Cube 1042"/>
            <p:cNvSpPr/>
            <p:nvPr/>
          </p:nvSpPr>
          <p:spPr>
            <a:xfrm>
              <a:off x="2368831" y="270364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4" name="Cube 1043"/>
            <p:cNvSpPr/>
            <p:nvPr/>
          </p:nvSpPr>
          <p:spPr>
            <a:xfrm>
              <a:off x="1732474"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5" name="Cube 1044"/>
            <p:cNvSpPr/>
            <p:nvPr/>
          </p:nvSpPr>
          <p:spPr>
            <a:xfrm>
              <a:off x="2050652"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6" name="Cube 1045"/>
            <p:cNvSpPr/>
            <p:nvPr/>
          </p:nvSpPr>
          <p:spPr>
            <a:xfrm>
              <a:off x="2368831"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0" name="Cube 1049"/>
            <p:cNvSpPr/>
            <p:nvPr/>
          </p:nvSpPr>
          <p:spPr>
            <a:xfrm>
              <a:off x="1598205"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1" name="Cube 1050"/>
            <p:cNvSpPr/>
            <p:nvPr/>
          </p:nvSpPr>
          <p:spPr>
            <a:xfrm>
              <a:off x="1916383"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4" name="Cube 1053"/>
            <p:cNvSpPr/>
            <p:nvPr/>
          </p:nvSpPr>
          <p:spPr>
            <a:xfrm>
              <a:off x="1598205"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5" name="Cube 1054"/>
            <p:cNvSpPr/>
            <p:nvPr/>
          </p:nvSpPr>
          <p:spPr>
            <a:xfrm>
              <a:off x="1916383"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6" name="Cube 1055"/>
            <p:cNvSpPr/>
            <p:nvPr/>
          </p:nvSpPr>
          <p:spPr>
            <a:xfrm>
              <a:off x="2234562" y="349791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8" name="Cube 1057"/>
            <p:cNvSpPr/>
            <p:nvPr/>
          </p:nvSpPr>
          <p:spPr>
            <a:xfrm>
              <a:off x="1598205"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9" name="Cube 1058"/>
            <p:cNvSpPr/>
            <p:nvPr/>
          </p:nvSpPr>
          <p:spPr>
            <a:xfrm>
              <a:off x="1916383"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0" name="Cube 1059"/>
            <p:cNvSpPr/>
            <p:nvPr/>
          </p:nvSpPr>
          <p:spPr>
            <a:xfrm>
              <a:off x="2234562"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1" name="Cube 1060"/>
            <p:cNvSpPr/>
            <p:nvPr/>
          </p:nvSpPr>
          <p:spPr>
            <a:xfrm>
              <a:off x="2552740"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2" name="Cube 1061"/>
            <p:cNvSpPr/>
            <p:nvPr/>
          </p:nvSpPr>
          <p:spPr>
            <a:xfrm>
              <a:off x="1598205"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3" name="Cube 1062"/>
            <p:cNvSpPr/>
            <p:nvPr/>
          </p:nvSpPr>
          <p:spPr>
            <a:xfrm>
              <a:off x="1916383"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4" name="Cube 1063"/>
            <p:cNvSpPr/>
            <p:nvPr/>
          </p:nvSpPr>
          <p:spPr>
            <a:xfrm>
              <a:off x="2234562"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5" name="Cube 1064"/>
            <p:cNvSpPr/>
            <p:nvPr/>
          </p:nvSpPr>
          <p:spPr>
            <a:xfrm>
              <a:off x="2552740"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6" name="Cube 1065"/>
            <p:cNvSpPr/>
            <p:nvPr/>
          </p:nvSpPr>
          <p:spPr>
            <a:xfrm>
              <a:off x="1598205"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7" name="Cube 1066"/>
            <p:cNvSpPr/>
            <p:nvPr/>
          </p:nvSpPr>
          <p:spPr>
            <a:xfrm>
              <a:off x="1916383"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8" name="Cube 1067"/>
            <p:cNvSpPr/>
            <p:nvPr/>
          </p:nvSpPr>
          <p:spPr>
            <a:xfrm>
              <a:off x="2234562"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9" name="Cube 1068"/>
            <p:cNvSpPr/>
            <p:nvPr/>
          </p:nvSpPr>
          <p:spPr>
            <a:xfrm>
              <a:off x="2552740"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0" name="Cube 1069"/>
            <p:cNvSpPr/>
            <p:nvPr/>
          </p:nvSpPr>
          <p:spPr>
            <a:xfrm>
              <a:off x="1598205"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1" name="Cube 1070"/>
            <p:cNvSpPr/>
            <p:nvPr/>
          </p:nvSpPr>
          <p:spPr>
            <a:xfrm>
              <a:off x="1916383"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2" name="Cube 1071"/>
            <p:cNvSpPr/>
            <p:nvPr/>
          </p:nvSpPr>
          <p:spPr>
            <a:xfrm>
              <a:off x="2234562"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3" name="Cube 1072"/>
            <p:cNvSpPr/>
            <p:nvPr/>
          </p:nvSpPr>
          <p:spPr>
            <a:xfrm>
              <a:off x="2552740"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8" name="Cube 1077"/>
            <p:cNvSpPr/>
            <p:nvPr/>
          </p:nvSpPr>
          <p:spPr>
            <a:xfrm>
              <a:off x="1463939"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9" name="Cube 1078"/>
            <p:cNvSpPr/>
            <p:nvPr/>
          </p:nvSpPr>
          <p:spPr>
            <a:xfrm>
              <a:off x="1782117"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0" name="Cube 1079"/>
            <p:cNvSpPr/>
            <p:nvPr/>
          </p:nvSpPr>
          <p:spPr>
            <a:xfrm>
              <a:off x="2100296"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2" name="Cube 1081"/>
            <p:cNvSpPr/>
            <p:nvPr/>
          </p:nvSpPr>
          <p:spPr>
            <a:xfrm>
              <a:off x="1463939"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3" name="Cube 1082"/>
            <p:cNvSpPr/>
            <p:nvPr/>
          </p:nvSpPr>
          <p:spPr>
            <a:xfrm>
              <a:off x="1782117"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4" name="Cube 1083"/>
            <p:cNvSpPr/>
            <p:nvPr/>
          </p:nvSpPr>
          <p:spPr>
            <a:xfrm>
              <a:off x="2100296"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5" name="Cube 1084"/>
            <p:cNvSpPr/>
            <p:nvPr/>
          </p:nvSpPr>
          <p:spPr>
            <a:xfrm>
              <a:off x="2418474" y="32792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6" name="Cube 1085"/>
            <p:cNvSpPr/>
            <p:nvPr/>
          </p:nvSpPr>
          <p:spPr>
            <a:xfrm>
              <a:off x="1463939"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7" name="Cube 1086"/>
            <p:cNvSpPr/>
            <p:nvPr/>
          </p:nvSpPr>
          <p:spPr>
            <a:xfrm>
              <a:off x="1782117"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8" name="Cube 1087"/>
            <p:cNvSpPr/>
            <p:nvPr/>
          </p:nvSpPr>
          <p:spPr>
            <a:xfrm>
              <a:off x="2100296"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9" name="Cube 1088"/>
            <p:cNvSpPr/>
            <p:nvPr/>
          </p:nvSpPr>
          <p:spPr>
            <a:xfrm>
              <a:off x="2418474"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0" name="Cube 1089"/>
            <p:cNvSpPr/>
            <p:nvPr/>
          </p:nvSpPr>
          <p:spPr>
            <a:xfrm>
              <a:off x="1463939"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1" name="Cube 1090"/>
            <p:cNvSpPr/>
            <p:nvPr/>
          </p:nvSpPr>
          <p:spPr>
            <a:xfrm>
              <a:off x="1782117"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2" name="Cube 1091"/>
            <p:cNvSpPr/>
            <p:nvPr/>
          </p:nvSpPr>
          <p:spPr>
            <a:xfrm>
              <a:off x="2100296"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3" name="Cube 1092"/>
            <p:cNvSpPr/>
            <p:nvPr/>
          </p:nvSpPr>
          <p:spPr>
            <a:xfrm>
              <a:off x="2418474"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4" name="Cube 1093"/>
            <p:cNvSpPr/>
            <p:nvPr/>
          </p:nvSpPr>
          <p:spPr>
            <a:xfrm>
              <a:off x="1463939"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5" name="Cube 1094"/>
            <p:cNvSpPr/>
            <p:nvPr/>
          </p:nvSpPr>
          <p:spPr>
            <a:xfrm>
              <a:off x="1782117"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6" name="Cube 1095"/>
            <p:cNvSpPr/>
            <p:nvPr/>
          </p:nvSpPr>
          <p:spPr>
            <a:xfrm>
              <a:off x="2100296"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7" name="Cube 1096"/>
            <p:cNvSpPr/>
            <p:nvPr/>
          </p:nvSpPr>
          <p:spPr>
            <a:xfrm>
              <a:off x="2418474"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8" name="Cube 1097"/>
            <p:cNvSpPr/>
            <p:nvPr/>
          </p:nvSpPr>
          <p:spPr>
            <a:xfrm>
              <a:off x="1329673"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9" name="Cube 1098"/>
            <p:cNvSpPr/>
            <p:nvPr/>
          </p:nvSpPr>
          <p:spPr>
            <a:xfrm>
              <a:off x="1647851"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0" name="Cube 1099"/>
            <p:cNvSpPr/>
            <p:nvPr/>
          </p:nvSpPr>
          <p:spPr>
            <a:xfrm>
              <a:off x="1966030"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1329673"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4" name="Cube 1103"/>
            <p:cNvSpPr/>
            <p:nvPr/>
          </p:nvSpPr>
          <p:spPr>
            <a:xfrm>
              <a:off x="1647851"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5" name="Cube 1104"/>
            <p:cNvSpPr/>
            <p:nvPr/>
          </p:nvSpPr>
          <p:spPr>
            <a:xfrm>
              <a:off x="1966030"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6" name="Cube 1105"/>
            <p:cNvSpPr/>
            <p:nvPr/>
          </p:nvSpPr>
          <p:spPr>
            <a:xfrm>
              <a:off x="2284208"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2602386"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8" name="Cube 1107"/>
            <p:cNvSpPr/>
            <p:nvPr/>
          </p:nvSpPr>
          <p:spPr>
            <a:xfrm>
              <a:off x="1329673"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1647851"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0" name="Cube 1109"/>
            <p:cNvSpPr/>
            <p:nvPr/>
          </p:nvSpPr>
          <p:spPr>
            <a:xfrm>
              <a:off x="1966030"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1" name="Cube 1110"/>
            <p:cNvSpPr/>
            <p:nvPr/>
          </p:nvSpPr>
          <p:spPr>
            <a:xfrm>
              <a:off x="2284208"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2" name="Cube 1111"/>
            <p:cNvSpPr/>
            <p:nvPr/>
          </p:nvSpPr>
          <p:spPr>
            <a:xfrm>
              <a:off x="2602386"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3" name="Cube 1112"/>
            <p:cNvSpPr/>
            <p:nvPr/>
          </p:nvSpPr>
          <p:spPr>
            <a:xfrm>
              <a:off x="1329673"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4" name="Cube 1113"/>
            <p:cNvSpPr/>
            <p:nvPr/>
          </p:nvSpPr>
          <p:spPr>
            <a:xfrm>
              <a:off x="1647851"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5" name="Cube 1114"/>
            <p:cNvSpPr/>
            <p:nvPr/>
          </p:nvSpPr>
          <p:spPr>
            <a:xfrm>
              <a:off x="1966030"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6" name="Cube 1115"/>
            <p:cNvSpPr/>
            <p:nvPr/>
          </p:nvSpPr>
          <p:spPr>
            <a:xfrm>
              <a:off x="2284208"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7" name="Cube 1116"/>
            <p:cNvSpPr/>
            <p:nvPr/>
          </p:nvSpPr>
          <p:spPr>
            <a:xfrm>
              <a:off x="2602386"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8" name="Cube 1117"/>
            <p:cNvSpPr/>
            <p:nvPr/>
          </p:nvSpPr>
          <p:spPr>
            <a:xfrm>
              <a:off x="1329673"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9" name="Cube 1118"/>
            <p:cNvSpPr/>
            <p:nvPr/>
          </p:nvSpPr>
          <p:spPr>
            <a:xfrm>
              <a:off x="1647851"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0" name="Cube 1119"/>
            <p:cNvSpPr/>
            <p:nvPr/>
          </p:nvSpPr>
          <p:spPr>
            <a:xfrm>
              <a:off x="1966030"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1" name="Cube 1120"/>
            <p:cNvSpPr/>
            <p:nvPr/>
          </p:nvSpPr>
          <p:spPr>
            <a:xfrm>
              <a:off x="2284208"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2" name="Cube 1121"/>
            <p:cNvSpPr/>
            <p:nvPr/>
          </p:nvSpPr>
          <p:spPr>
            <a:xfrm>
              <a:off x="2602386"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3" name="Cube 1122"/>
            <p:cNvSpPr/>
            <p:nvPr/>
          </p:nvSpPr>
          <p:spPr>
            <a:xfrm>
              <a:off x="1329673"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4" name="Cube 1123"/>
            <p:cNvSpPr/>
            <p:nvPr/>
          </p:nvSpPr>
          <p:spPr>
            <a:xfrm>
              <a:off x="1647851"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5" name="Cube 1124"/>
            <p:cNvSpPr/>
            <p:nvPr/>
          </p:nvSpPr>
          <p:spPr>
            <a:xfrm>
              <a:off x="1966030"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6" name="Cube 1125"/>
            <p:cNvSpPr/>
            <p:nvPr/>
          </p:nvSpPr>
          <p:spPr>
            <a:xfrm>
              <a:off x="2284208"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7" name="Cube 1126"/>
            <p:cNvSpPr/>
            <p:nvPr/>
          </p:nvSpPr>
          <p:spPr>
            <a:xfrm>
              <a:off x="2602386"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8" name="Cube 1127"/>
            <p:cNvSpPr/>
            <p:nvPr/>
          </p:nvSpPr>
          <p:spPr>
            <a:xfrm>
              <a:off x="1195407"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9" name="Cube 1128"/>
            <p:cNvSpPr/>
            <p:nvPr/>
          </p:nvSpPr>
          <p:spPr>
            <a:xfrm>
              <a:off x="1513585"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Cube 1129"/>
            <p:cNvSpPr/>
            <p:nvPr/>
          </p:nvSpPr>
          <p:spPr>
            <a:xfrm>
              <a:off x="1831764"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3" name="Cube 1132"/>
            <p:cNvSpPr/>
            <p:nvPr/>
          </p:nvSpPr>
          <p:spPr>
            <a:xfrm>
              <a:off x="1195407"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4" name="Cube 1133"/>
            <p:cNvSpPr/>
            <p:nvPr/>
          </p:nvSpPr>
          <p:spPr>
            <a:xfrm>
              <a:off x="1513585"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5" name="Cube 1134"/>
            <p:cNvSpPr/>
            <p:nvPr/>
          </p:nvSpPr>
          <p:spPr>
            <a:xfrm>
              <a:off x="1831764"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6" name="Cube 1135"/>
            <p:cNvSpPr/>
            <p:nvPr/>
          </p:nvSpPr>
          <p:spPr>
            <a:xfrm>
              <a:off x="2149942"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7" name="Cube 1136"/>
            <p:cNvSpPr/>
            <p:nvPr/>
          </p:nvSpPr>
          <p:spPr>
            <a:xfrm>
              <a:off x="2468120"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8" name="Cube 1137"/>
            <p:cNvSpPr/>
            <p:nvPr/>
          </p:nvSpPr>
          <p:spPr>
            <a:xfrm>
              <a:off x="1195407"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9" name="Cube 1138"/>
            <p:cNvSpPr/>
            <p:nvPr/>
          </p:nvSpPr>
          <p:spPr>
            <a:xfrm>
              <a:off x="1513585"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0" name="Cube 1139"/>
            <p:cNvSpPr/>
            <p:nvPr/>
          </p:nvSpPr>
          <p:spPr>
            <a:xfrm>
              <a:off x="1831764"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1" name="Cube 1140"/>
            <p:cNvSpPr/>
            <p:nvPr/>
          </p:nvSpPr>
          <p:spPr>
            <a:xfrm>
              <a:off x="2149942"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2" name="Cube 1141"/>
            <p:cNvSpPr/>
            <p:nvPr/>
          </p:nvSpPr>
          <p:spPr>
            <a:xfrm>
              <a:off x="2468120"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3" name="Cube 1142"/>
            <p:cNvSpPr/>
            <p:nvPr/>
          </p:nvSpPr>
          <p:spPr>
            <a:xfrm>
              <a:off x="1195407"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4" name="Cube 1143"/>
            <p:cNvSpPr/>
            <p:nvPr/>
          </p:nvSpPr>
          <p:spPr>
            <a:xfrm>
              <a:off x="1513585"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5" name="Cube 1144"/>
            <p:cNvSpPr/>
            <p:nvPr/>
          </p:nvSpPr>
          <p:spPr>
            <a:xfrm>
              <a:off x="1831764"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6" name="Cube 1145"/>
            <p:cNvSpPr/>
            <p:nvPr/>
          </p:nvSpPr>
          <p:spPr>
            <a:xfrm>
              <a:off x="2149942"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7" name="Cube 1146"/>
            <p:cNvSpPr/>
            <p:nvPr/>
          </p:nvSpPr>
          <p:spPr>
            <a:xfrm>
              <a:off x="2468120"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8" name="Cube 1147"/>
            <p:cNvSpPr/>
            <p:nvPr/>
          </p:nvSpPr>
          <p:spPr>
            <a:xfrm>
              <a:off x="1195407"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9" name="Cube 1148"/>
            <p:cNvSpPr/>
            <p:nvPr/>
          </p:nvSpPr>
          <p:spPr>
            <a:xfrm>
              <a:off x="1513585"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0" name="Cube 1149"/>
            <p:cNvSpPr/>
            <p:nvPr/>
          </p:nvSpPr>
          <p:spPr>
            <a:xfrm>
              <a:off x="1831764"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1" name="Cube 1150"/>
            <p:cNvSpPr/>
            <p:nvPr/>
          </p:nvSpPr>
          <p:spPr>
            <a:xfrm>
              <a:off x="2149942"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2" name="Cube 1151"/>
            <p:cNvSpPr/>
            <p:nvPr/>
          </p:nvSpPr>
          <p:spPr>
            <a:xfrm>
              <a:off x="2468120"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3" name="Cube 1152"/>
            <p:cNvSpPr/>
            <p:nvPr/>
          </p:nvSpPr>
          <p:spPr>
            <a:xfrm>
              <a:off x="1195407"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4" name="Cube 1153"/>
            <p:cNvSpPr/>
            <p:nvPr/>
          </p:nvSpPr>
          <p:spPr>
            <a:xfrm>
              <a:off x="1513585"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5" name="Cube 1154"/>
            <p:cNvSpPr/>
            <p:nvPr/>
          </p:nvSpPr>
          <p:spPr>
            <a:xfrm>
              <a:off x="1831764"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6" name="Cube 1155"/>
            <p:cNvSpPr/>
            <p:nvPr/>
          </p:nvSpPr>
          <p:spPr>
            <a:xfrm>
              <a:off x="2149942"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7" name="Cube 1156"/>
            <p:cNvSpPr/>
            <p:nvPr/>
          </p:nvSpPr>
          <p:spPr>
            <a:xfrm>
              <a:off x="2468120"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4" name="Cube 1163"/>
            <p:cNvSpPr/>
            <p:nvPr/>
          </p:nvSpPr>
          <p:spPr>
            <a:xfrm>
              <a:off x="1061141"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5" name="Cube 1164"/>
            <p:cNvSpPr/>
            <p:nvPr/>
          </p:nvSpPr>
          <p:spPr>
            <a:xfrm>
              <a:off x="1379319"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6" name="Cube 1165"/>
            <p:cNvSpPr/>
            <p:nvPr/>
          </p:nvSpPr>
          <p:spPr>
            <a:xfrm>
              <a:off x="1697498"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7" name="Cube 1166"/>
            <p:cNvSpPr/>
            <p:nvPr/>
          </p:nvSpPr>
          <p:spPr>
            <a:xfrm>
              <a:off x="2015676"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8" name="Cube 1167"/>
            <p:cNvSpPr/>
            <p:nvPr/>
          </p:nvSpPr>
          <p:spPr>
            <a:xfrm>
              <a:off x="2333854"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0" name="Cube 1169"/>
            <p:cNvSpPr/>
            <p:nvPr/>
          </p:nvSpPr>
          <p:spPr>
            <a:xfrm>
              <a:off x="1061141"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1" name="Cube 1170"/>
            <p:cNvSpPr/>
            <p:nvPr/>
          </p:nvSpPr>
          <p:spPr>
            <a:xfrm>
              <a:off x="1379319"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2" name="Cube 1171"/>
            <p:cNvSpPr/>
            <p:nvPr/>
          </p:nvSpPr>
          <p:spPr>
            <a:xfrm>
              <a:off x="1697498"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3" name="Cube 1172"/>
            <p:cNvSpPr/>
            <p:nvPr/>
          </p:nvSpPr>
          <p:spPr>
            <a:xfrm>
              <a:off x="2015676"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4" name="Cube 1173"/>
            <p:cNvSpPr/>
            <p:nvPr/>
          </p:nvSpPr>
          <p:spPr>
            <a:xfrm>
              <a:off x="2333854"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6" name="Cube 1175"/>
            <p:cNvSpPr/>
            <p:nvPr/>
          </p:nvSpPr>
          <p:spPr>
            <a:xfrm>
              <a:off x="1061141"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7" name="Cube 1176"/>
            <p:cNvSpPr/>
            <p:nvPr/>
          </p:nvSpPr>
          <p:spPr>
            <a:xfrm>
              <a:off x="1379319"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8" name="Cube 1177"/>
            <p:cNvSpPr/>
            <p:nvPr/>
          </p:nvSpPr>
          <p:spPr>
            <a:xfrm>
              <a:off x="1697498"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9" name="Cube 1178"/>
            <p:cNvSpPr/>
            <p:nvPr/>
          </p:nvSpPr>
          <p:spPr>
            <a:xfrm>
              <a:off x="2015676"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0" name="Cube 1179"/>
            <p:cNvSpPr/>
            <p:nvPr/>
          </p:nvSpPr>
          <p:spPr>
            <a:xfrm>
              <a:off x="2333854"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2" name="Cube 1181"/>
            <p:cNvSpPr/>
            <p:nvPr/>
          </p:nvSpPr>
          <p:spPr>
            <a:xfrm>
              <a:off x="1061141"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3" name="Cube 1182"/>
            <p:cNvSpPr/>
            <p:nvPr/>
          </p:nvSpPr>
          <p:spPr>
            <a:xfrm>
              <a:off x="1379319"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4" name="Cube 1183"/>
            <p:cNvSpPr/>
            <p:nvPr/>
          </p:nvSpPr>
          <p:spPr>
            <a:xfrm>
              <a:off x="1697498"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5" name="Cube 1184"/>
            <p:cNvSpPr/>
            <p:nvPr/>
          </p:nvSpPr>
          <p:spPr>
            <a:xfrm>
              <a:off x="2015676"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6" name="Cube 1185"/>
            <p:cNvSpPr/>
            <p:nvPr/>
          </p:nvSpPr>
          <p:spPr>
            <a:xfrm>
              <a:off x="2333854"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8" name="Cube 1187"/>
            <p:cNvSpPr/>
            <p:nvPr/>
          </p:nvSpPr>
          <p:spPr>
            <a:xfrm>
              <a:off x="1061141"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9" name="Cube 1188"/>
            <p:cNvSpPr/>
            <p:nvPr/>
          </p:nvSpPr>
          <p:spPr>
            <a:xfrm>
              <a:off x="1379319"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0" name="Cube 1189"/>
            <p:cNvSpPr/>
            <p:nvPr/>
          </p:nvSpPr>
          <p:spPr>
            <a:xfrm>
              <a:off x="1697498"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1" name="Cube 1190"/>
            <p:cNvSpPr/>
            <p:nvPr/>
          </p:nvSpPr>
          <p:spPr>
            <a:xfrm>
              <a:off x="2015676"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2" name="Cube 1191"/>
            <p:cNvSpPr/>
            <p:nvPr/>
          </p:nvSpPr>
          <p:spPr>
            <a:xfrm>
              <a:off x="2333854"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4" name="Cube 1193"/>
            <p:cNvSpPr/>
            <p:nvPr/>
          </p:nvSpPr>
          <p:spPr>
            <a:xfrm>
              <a:off x="926875"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5" name="Cube 1194"/>
            <p:cNvSpPr/>
            <p:nvPr/>
          </p:nvSpPr>
          <p:spPr>
            <a:xfrm>
              <a:off x="1245053"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6" name="Cube 1195"/>
            <p:cNvSpPr/>
            <p:nvPr/>
          </p:nvSpPr>
          <p:spPr>
            <a:xfrm>
              <a:off x="1563232"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7" name="Cube 1196"/>
            <p:cNvSpPr/>
            <p:nvPr/>
          </p:nvSpPr>
          <p:spPr>
            <a:xfrm>
              <a:off x="1881410"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8" name="Cube 1197"/>
            <p:cNvSpPr/>
            <p:nvPr/>
          </p:nvSpPr>
          <p:spPr>
            <a:xfrm>
              <a:off x="2199588"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0" name="Cube 1199"/>
            <p:cNvSpPr/>
            <p:nvPr/>
          </p:nvSpPr>
          <p:spPr>
            <a:xfrm>
              <a:off x="926875"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1" name="Cube 1200"/>
            <p:cNvSpPr/>
            <p:nvPr/>
          </p:nvSpPr>
          <p:spPr>
            <a:xfrm>
              <a:off x="1245053"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2" name="Cube 1201"/>
            <p:cNvSpPr/>
            <p:nvPr/>
          </p:nvSpPr>
          <p:spPr>
            <a:xfrm>
              <a:off x="1563232"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3" name="Cube 1202"/>
            <p:cNvSpPr/>
            <p:nvPr/>
          </p:nvSpPr>
          <p:spPr>
            <a:xfrm>
              <a:off x="1881410"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4" name="Cube 1203"/>
            <p:cNvSpPr/>
            <p:nvPr/>
          </p:nvSpPr>
          <p:spPr>
            <a:xfrm>
              <a:off x="2199588"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6" name="Cube 1205"/>
            <p:cNvSpPr/>
            <p:nvPr/>
          </p:nvSpPr>
          <p:spPr>
            <a:xfrm>
              <a:off x="926875"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7" name="Cube 1206"/>
            <p:cNvSpPr/>
            <p:nvPr/>
          </p:nvSpPr>
          <p:spPr>
            <a:xfrm>
              <a:off x="1245053"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8" name="Cube 1207"/>
            <p:cNvSpPr/>
            <p:nvPr/>
          </p:nvSpPr>
          <p:spPr>
            <a:xfrm>
              <a:off x="1563232"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9" name="Cube 1208"/>
            <p:cNvSpPr/>
            <p:nvPr/>
          </p:nvSpPr>
          <p:spPr>
            <a:xfrm>
              <a:off x="1881410"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0" name="Cube 1209"/>
            <p:cNvSpPr/>
            <p:nvPr/>
          </p:nvSpPr>
          <p:spPr>
            <a:xfrm>
              <a:off x="2199588"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2" name="Cube 1211"/>
            <p:cNvSpPr/>
            <p:nvPr/>
          </p:nvSpPr>
          <p:spPr>
            <a:xfrm>
              <a:off x="926875"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3" name="Cube 1212"/>
            <p:cNvSpPr/>
            <p:nvPr/>
          </p:nvSpPr>
          <p:spPr>
            <a:xfrm>
              <a:off x="1245053"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4" name="Cube 1213"/>
            <p:cNvSpPr/>
            <p:nvPr/>
          </p:nvSpPr>
          <p:spPr>
            <a:xfrm>
              <a:off x="1563232"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5" name="Cube 1214"/>
            <p:cNvSpPr/>
            <p:nvPr/>
          </p:nvSpPr>
          <p:spPr>
            <a:xfrm>
              <a:off x="1881410"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6" name="Cube 1215"/>
            <p:cNvSpPr/>
            <p:nvPr/>
          </p:nvSpPr>
          <p:spPr>
            <a:xfrm>
              <a:off x="2199588"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8" name="Cube 1217"/>
            <p:cNvSpPr/>
            <p:nvPr/>
          </p:nvSpPr>
          <p:spPr>
            <a:xfrm>
              <a:off x="926875"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9" name="Cube 1218"/>
            <p:cNvSpPr/>
            <p:nvPr/>
          </p:nvSpPr>
          <p:spPr>
            <a:xfrm>
              <a:off x="1245053"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0" name="Cube 1219"/>
            <p:cNvSpPr/>
            <p:nvPr/>
          </p:nvSpPr>
          <p:spPr>
            <a:xfrm>
              <a:off x="1563232"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1" name="Cube 1220"/>
            <p:cNvSpPr/>
            <p:nvPr/>
          </p:nvSpPr>
          <p:spPr>
            <a:xfrm>
              <a:off x="1881410"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2" name="Cube 1221"/>
            <p:cNvSpPr/>
            <p:nvPr/>
          </p:nvSpPr>
          <p:spPr>
            <a:xfrm>
              <a:off x="2199588"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4" name="Cube 1223"/>
            <p:cNvSpPr/>
            <p:nvPr/>
          </p:nvSpPr>
          <p:spPr>
            <a:xfrm>
              <a:off x="792609"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5" name="Cube 1224"/>
            <p:cNvSpPr/>
            <p:nvPr/>
          </p:nvSpPr>
          <p:spPr>
            <a:xfrm>
              <a:off x="1110787"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6" name="Cube 1225"/>
            <p:cNvSpPr/>
            <p:nvPr/>
          </p:nvSpPr>
          <p:spPr>
            <a:xfrm>
              <a:off x="1428966"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7" name="Cube 1226"/>
            <p:cNvSpPr/>
            <p:nvPr/>
          </p:nvSpPr>
          <p:spPr>
            <a:xfrm>
              <a:off x="1747144"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8" name="Cube 1227"/>
            <p:cNvSpPr/>
            <p:nvPr/>
          </p:nvSpPr>
          <p:spPr>
            <a:xfrm>
              <a:off x="2065322"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0" name="Cube 1229"/>
            <p:cNvSpPr/>
            <p:nvPr/>
          </p:nvSpPr>
          <p:spPr>
            <a:xfrm>
              <a:off x="792609"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1" name="Cube 1230"/>
            <p:cNvSpPr/>
            <p:nvPr/>
          </p:nvSpPr>
          <p:spPr>
            <a:xfrm>
              <a:off x="1110787"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2" name="Cube 1231"/>
            <p:cNvSpPr/>
            <p:nvPr/>
          </p:nvSpPr>
          <p:spPr>
            <a:xfrm>
              <a:off x="1428966"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3" name="Cube 1232"/>
            <p:cNvSpPr/>
            <p:nvPr/>
          </p:nvSpPr>
          <p:spPr>
            <a:xfrm>
              <a:off x="1747144"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4" name="Cube 1233"/>
            <p:cNvSpPr/>
            <p:nvPr/>
          </p:nvSpPr>
          <p:spPr>
            <a:xfrm>
              <a:off x="2065322" y="353638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6" name="Cube 1235"/>
            <p:cNvSpPr/>
            <p:nvPr/>
          </p:nvSpPr>
          <p:spPr>
            <a:xfrm>
              <a:off x="792609"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7" name="Cube 1236"/>
            <p:cNvSpPr/>
            <p:nvPr/>
          </p:nvSpPr>
          <p:spPr>
            <a:xfrm>
              <a:off x="1110787"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8" name="Cube 1237"/>
            <p:cNvSpPr/>
            <p:nvPr/>
          </p:nvSpPr>
          <p:spPr>
            <a:xfrm>
              <a:off x="1428966"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9" name="Cube 1238"/>
            <p:cNvSpPr/>
            <p:nvPr/>
          </p:nvSpPr>
          <p:spPr>
            <a:xfrm>
              <a:off x="1747144"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0" name="Cube 1239"/>
            <p:cNvSpPr/>
            <p:nvPr/>
          </p:nvSpPr>
          <p:spPr>
            <a:xfrm>
              <a:off x="2065322"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2" name="Cube 1241"/>
            <p:cNvSpPr/>
            <p:nvPr/>
          </p:nvSpPr>
          <p:spPr>
            <a:xfrm>
              <a:off x="792609"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3" name="Cube 1242"/>
            <p:cNvSpPr/>
            <p:nvPr/>
          </p:nvSpPr>
          <p:spPr>
            <a:xfrm>
              <a:off x="1110787"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4" name="Cube 1243"/>
            <p:cNvSpPr/>
            <p:nvPr/>
          </p:nvSpPr>
          <p:spPr>
            <a:xfrm>
              <a:off x="1428966"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5" name="Cube 1244"/>
            <p:cNvSpPr/>
            <p:nvPr/>
          </p:nvSpPr>
          <p:spPr>
            <a:xfrm>
              <a:off x="1747144"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6" name="Cube 1245"/>
            <p:cNvSpPr/>
            <p:nvPr/>
          </p:nvSpPr>
          <p:spPr>
            <a:xfrm>
              <a:off x="2065322" y="286107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8" name="Cube 1247"/>
            <p:cNvSpPr/>
            <p:nvPr/>
          </p:nvSpPr>
          <p:spPr>
            <a:xfrm>
              <a:off x="792609"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9" name="Cube 1248"/>
            <p:cNvSpPr/>
            <p:nvPr/>
          </p:nvSpPr>
          <p:spPr>
            <a:xfrm>
              <a:off x="1110787"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0" name="Cube 1249"/>
            <p:cNvSpPr/>
            <p:nvPr/>
          </p:nvSpPr>
          <p:spPr>
            <a:xfrm>
              <a:off x="1428966"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1" name="Cube 1250"/>
            <p:cNvSpPr/>
            <p:nvPr/>
          </p:nvSpPr>
          <p:spPr>
            <a:xfrm>
              <a:off x="1747144"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2" name="Cube 1251"/>
            <p:cNvSpPr/>
            <p:nvPr/>
          </p:nvSpPr>
          <p:spPr>
            <a:xfrm>
              <a:off x="2065322" y="252342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702" name="TextBox 701"/>
          <p:cNvSpPr txBox="1"/>
          <p:nvPr/>
        </p:nvSpPr>
        <p:spPr>
          <a:xfrm>
            <a:off x="5501368" y="4974491"/>
            <a:ext cx="1066800" cy="369332"/>
          </a:xfrm>
          <a:prstGeom prst="rect">
            <a:avLst/>
          </a:prstGeom>
          <a:noFill/>
        </p:spPr>
        <p:txBody>
          <a:bodyPr wrap="square" rtlCol="0">
            <a:spAutoFit/>
          </a:bodyPr>
          <a:lstStyle/>
          <a:p>
            <a:pPr algn="ctr"/>
            <a:r>
              <a:rPr lang="en-US" dirty="0"/>
              <a:t>output</a:t>
            </a:r>
          </a:p>
        </p:txBody>
      </p:sp>
      <p:sp>
        <p:nvSpPr>
          <p:cNvPr id="703" name="TextBox 702"/>
          <p:cNvSpPr txBox="1"/>
          <p:nvPr/>
        </p:nvSpPr>
        <p:spPr>
          <a:xfrm>
            <a:off x="902335" y="3947480"/>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sp>
        <p:nvSpPr>
          <p:cNvPr id="3" name="TextBox 2"/>
          <p:cNvSpPr txBox="1"/>
          <p:nvPr/>
        </p:nvSpPr>
        <p:spPr>
          <a:xfrm>
            <a:off x="698346" y="4826615"/>
            <a:ext cx="1897128" cy="1169551"/>
          </a:xfrm>
          <a:prstGeom prst="rect">
            <a:avLst/>
          </a:prstGeom>
          <a:noFill/>
        </p:spPr>
        <p:txBody>
          <a:bodyPr wrap="square" rtlCol="0">
            <a:spAutoFit/>
          </a:bodyPr>
          <a:lstStyle/>
          <a:p>
            <a:pPr algn="ctr"/>
            <a:r>
              <a:rPr lang="en-US" sz="1400" u="sng" dirty="0">
                <a:solidFill>
                  <a:srgbClr val="C00000"/>
                </a:solidFill>
              </a:rPr>
              <a:t>Challenge:</a:t>
            </a:r>
          </a:p>
          <a:p>
            <a:pPr algn="ctr"/>
            <a:r>
              <a:rPr lang="en-US" sz="1400" dirty="0">
                <a:solidFill>
                  <a:srgbClr val="C00000"/>
                </a:solidFill>
              </a:rPr>
              <a:t>Input tile requires too much shared memory</a:t>
            </a:r>
          </a:p>
          <a:p>
            <a:pPr algn="ctr"/>
            <a:r>
              <a:rPr lang="en-US" sz="1400" dirty="0">
                <a:solidFill>
                  <a:srgbClr val="C00000"/>
                </a:solidFill>
              </a:rPr>
              <a:t>(hurts occupancy or even exceeds limit)</a:t>
            </a:r>
          </a:p>
        </p:txBody>
      </p:sp>
      <p:sp>
        <p:nvSpPr>
          <p:cNvPr id="706" name="TextBox 705"/>
          <p:cNvSpPr txBox="1"/>
          <p:nvPr/>
        </p:nvSpPr>
        <p:spPr>
          <a:xfrm>
            <a:off x="3076219" y="2424578"/>
            <a:ext cx="1597378" cy="738664"/>
          </a:xfrm>
          <a:prstGeom prst="rect">
            <a:avLst/>
          </a:prstGeom>
          <a:noFill/>
        </p:spPr>
        <p:txBody>
          <a:bodyPr wrap="square" rtlCol="0">
            <a:spAutoFit/>
          </a:bodyPr>
          <a:lstStyle/>
          <a:p>
            <a:pPr algn="ctr"/>
            <a:r>
              <a:rPr lang="en-US" sz="1400" u="sng" dirty="0">
                <a:solidFill>
                  <a:srgbClr val="C00000"/>
                </a:solidFill>
              </a:rPr>
              <a:t>Challenge:</a:t>
            </a:r>
            <a:endParaRPr lang="en-US" sz="1400" dirty="0">
              <a:solidFill>
                <a:srgbClr val="C00000"/>
              </a:solidFill>
            </a:endParaRPr>
          </a:p>
          <a:p>
            <a:pPr algn="ctr"/>
            <a:r>
              <a:rPr lang="en-US" sz="1400" dirty="0">
                <a:solidFill>
                  <a:srgbClr val="C00000"/>
                </a:solidFill>
              </a:rPr>
              <a:t>Maximum threads per block exceeded</a:t>
            </a:r>
          </a:p>
        </p:txBody>
      </p:sp>
    </p:spTree>
    <p:extLst>
      <p:ext uri="{BB962C8B-B14F-4D97-AF65-F5344CB8AC3E}">
        <p14:creationId xmlns:p14="http://schemas.microsoft.com/office/powerpoint/2010/main" val="359028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6"/>
                                        </p:tgtEl>
                                        <p:attrNameLst>
                                          <p:attrName>style.visibility</p:attrName>
                                        </p:attrNameLst>
                                      </p:cBhvr>
                                      <p:to>
                                        <p:strVal val="visible"/>
                                      </p:to>
                                    </p:set>
                                    <p:animEffect transition="in" filter="fade">
                                      <p:cBhvr>
                                        <p:cTn id="7" dur="500"/>
                                        <p:tgtEl>
                                          <p:spTgt spid="7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0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Thread Coarsening and Tile Slicing</a:t>
            </a:r>
          </a:p>
        </p:txBody>
      </p:sp>
      <p:grpSp>
        <p:nvGrpSpPr>
          <p:cNvPr id="3" name="Group 2"/>
          <p:cNvGrpSpPr/>
          <p:nvPr/>
        </p:nvGrpSpPr>
        <p:grpSpPr>
          <a:xfrm>
            <a:off x="4797050" y="1383329"/>
            <a:ext cx="3533056" cy="3562249"/>
            <a:chOff x="4797050" y="1690689"/>
            <a:chExt cx="3533056" cy="3562249"/>
          </a:xfrm>
        </p:grpSpPr>
        <p:sp>
          <p:nvSpPr>
            <p:cNvPr id="3209" name="Cube 3208"/>
            <p:cNvSpPr/>
            <p:nvPr/>
          </p:nvSpPr>
          <p:spPr>
            <a:xfrm>
              <a:off x="573691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0" name="Cube 3209"/>
            <p:cNvSpPr/>
            <p:nvPr/>
          </p:nvSpPr>
          <p:spPr>
            <a:xfrm>
              <a:off x="605509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1" name="Cube 3210"/>
            <p:cNvSpPr/>
            <p:nvPr/>
          </p:nvSpPr>
          <p:spPr>
            <a:xfrm>
              <a:off x="6373272"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2" name="Cube 3211"/>
            <p:cNvSpPr/>
            <p:nvPr/>
          </p:nvSpPr>
          <p:spPr>
            <a:xfrm>
              <a:off x="6691450"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3" name="Cube 3212"/>
            <p:cNvSpPr/>
            <p:nvPr/>
          </p:nvSpPr>
          <p:spPr>
            <a:xfrm>
              <a:off x="7009628"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4" name="Cube 3213"/>
            <p:cNvSpPr/>
            <p:nvPr/>
          </p:nvSpPr>
          <p:spPr>
            <a:xfrm>
              <a:off x="7327807"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5" name="Cube 3214"/>
            <p:cNvSpPr/>
            <p:nvPr/>
          </p:nvSpPr>
          <p:spPr>
            <a:xfrm>
              <a:off x="764598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6" name="Cube 3215"/>
            <p:cNvSpPr/>
            <p:nvPr/>
          </p:nvSpPr>
          <p:spPr>
            <a:xfrm>
              <a:off x="796416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7" name="Cube 3216"/>
            <p:cNvSpPr/>
            <p:nvPr/>
          </p:nvSpPr>
          <p:spPr>
            <a:xfrm>
              <a:off x="573691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8" name="Cube 3217"/>
            <p:cNvSpPr/>
            <p:nvPr/>
          </p:nvSpPr>
          <p:spPr>
            <a:xfrm>
              <a:off x="605509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9" name="Cube 3218"/>
            <p:cNvSpPr/>
            <p:nvPr/>
          </p:nvSpPr>
          <p:spPr>
            <a:xfrm>
              <a:off x="6373272"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0" name="Cube 3219"/>
            <p:cNvSpPr/>
            <p:nvPr/>
          </p:nvSpPr>
          <p:spPr>
            <a:xfrm>
              <a:off x="6691450"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1" name="Cube 3220"/>
            <p:cNvSpPr/>
            <p:nvPr/>
          </p:nvSpPr>
          <p:spPr>
            <a:xfrm>
              <a:off x="7009628"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2" name="Cube 3221"/>
            <p:cNvSpPr/>
            <p:nvPr/>
          </p:nvSpPr>
          <p:spPr>
            <a:xfrm>
              <a:off x="7327807"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3" name="Cube 3222"/>
            <p:cNvSpPr/>
            <p:nvPr/>
          </p:nvSpPr>
          <p:spPr>
            <a:xfrm>
              <a:off x="764598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4" name="Cube 3223"/>
            <p:cNvSpPr/>
            <p:nvPr/>
          </p:nvSpPr>
          <p:spPr>
            <a:xfrm>
              <a:off x="796416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5" name="Cube 3224"/>
            <p:cNvSpPr/>
            <p:nvPr/>
          </p:nvSpPr>
          <p:spPr>
            <a:xfrm>
              <a:off x="5736915"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6" name="Cube 3225"/>
            <p:cNvSpPr/>
            <p:nvPr/>
          </p:nvSpPr>
          <p:spPr>
            <a:xfrm>
              <a:off x="605509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7" name="Cube 3226"/>
            <p:cNvSpPr/>
            <p:nvPr/>
          </p:nvSpPr>
          <p:spPr>
            <a:xfrm>
              <a:off x="6373272"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8" name="Cube 3227"/>
            <p:cNvSpPr/>
            <p:nvPr/>
          </p:nvSpPr>
          <p:spPr>
            <a:xfrm>
              <a:off x="6691450"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9" name="Cube 3228"/>
            <p:cNvSpPr/>
            <p:nvPr/>
          </p:nvSpPr>
          <p:spPr>
            <a:xfrm>
              <a:off x="7009628"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0" name="Cube 3229"/>
            <p:cNvSpPr/>
            <p:nvPr/>
          </p:nvSpPr>
          <p:spPr>
            <a:xfrm>
              <a:off x="7327807"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1" name="Cube 3230"/>
            <p:cNvSpPr/>
            <p:nvPr/>
          </p:nvSpPr>
          <p:spPr>
            <a:xfrm>
              <a:off x="7645985"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2" name="Cube 3231"/>
            <p:cNvSpPr/>
            <p:nvPr/>
          </p:nvSpPr>
          <p:spPr>
            <a:xfrm>
              <a:off x="796416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3" name="Cube 3232"/>
            <p:cNvSpPr/>
            <p:nvPr/>
          </p:nvSpPr>
          <p:spPr>
            <a:xfrm>
              <a:off x="5736915"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4" name="Cube 3233"/>
            <p:cNvSpPr/>
            <p:nvPr/>
          </p:nvSpPr>
          <p:spPr>
            <a:xfrm>
              <a:off x="605509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5" name="Cube 3234"/>
            <p:cNvSpPr/>
            <p:nvPr/>
          </p:nvSpPr>
          <p:spPr>
            <a:xfrm>
              <a:off x="6373272"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6" name="Cube 3235"/>
            <p:cNvSpPr/>
            <p:nvPr/>
          </p:nvSpPr>
          <p:spPr>
            <a:xfrm>
              <a:off x="6691450"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7" name="Cube 3236"/>
            <p:cNvSpPr/>
            <p:nvPr/>
          </p:nvSpPr>
          <p:spPr>
            <a:xfrm>
              <a:off x="7009628"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8" name="Cube 3237"/>
            <p:cNvSpPr/>
            <p:nvPr/>
          </p:nvSpPr>
          <p:spPr>
            <a:xfrm>
              <a:off x="7327807"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9" name="Cube 3238"/>
            <p:cNvSpPr/>
            <p:nvPr/>
          </p:nvSpPr>
          <p:spPr>
            <a:xfrm>
              <a:off x="7645985"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0" name="Cube 3239"/>
            <p:cNvSpPr/>
            <p:nvPr/>
          </p:nvSpPr>
          <p:spPr>
            <a:xfrm>
              <a:off x="796416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1" name="Cube 3240"/>
            <p:cNvSpPr/>
            <p:nvPr/>
          </p:nvSpPr>
          <p:spPr>
            <a:xfrm>
              <a:off x="5736915"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2" name="Cube 3241"/>
            <p:cNvSpPr/>
            <p:nvPr/>
          </p:nvSpPr>
          <p:spPr>
            <a:xfrm>
              <a:off x="605509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3" name="Cube 3242"/>
            <p:cNvSpPr/>
            <p:nvPr/>
          </p:nvSpPr>
          <p:spPr>
            <a:xfrm>
              <a:off x="6373272"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4" name="Cube 3243"/>
            <p:cNvSpPr/>
            <p:nvPr/>
          </p:nvSpPr>
          <p:spPr>
            <a:xfrm>
              <a:off x="6691450"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5" name="Cube 3244"/>
            <p:cNvSpPr/>
            <p:nvPr/>
          </p:nvSpPr>
          <p:spPr>
            <a:xfrm>
              <a:off x="7009628"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6" name="Cube 3245"/>
            <p:cNvSpPr/>
            <p:nvPr/>
          </p:nvSpPr>
          <p:spPr>
            <a:xfrm>
              <a:off x="7327807"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7" name="Cube 3246"/>
            <p:cNvSpPr/>
            <p:nvPr/>
          </p:nvSpPr>
          <p:spPr>
            <a:xfrm>
              <a:off x="7645985"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8" name="Cube 3247"/>
            <p:cNvSpPr/>
            <p:nvPr/>
          </p:nvSpPr>
          <p:spPr>
            <a:xfrm>
              <a:off x="796416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9" name="Cube 3248"/>
            <p:cNvSpPr/>
            <p:nvPr/>
          </p:nvSpPr>
          <p:spPr>
            <a:xfrm>
              <a:off x="5736915"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0" name="Cube 3249"/>
            <p:cNvSpPr/>
            <p:nvPr/>
          </p:nvSpPr>
          <p:spPr>
            <a:xfrm>
              <a:off x="605509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1" name="Cube 3250"/>
            <p:cNvSpPr/>
            <p:nvPr/>
          </p:nvSpPr>
          <p:spPr>
            <a:xfrm>
              <a:off x="6373272"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2" name="Cube 3251"/>
            <p:cNvSpPr/>
            <p:nvPr/>
          </p:nvSpPr>
          <p:spPr>
            <a:xfrm>
              <a:off x="6691450"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3" name="Cube 3252"/>
            <p:cNvSpPr/>
            <p:nvPr/>
          </p:nvSpPr>
          <p:spPr>
            <a:xfrm>
              <a:off x="7009628"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4" name="Cube 3253"/>
            <p:cNvSpPr/>
            <p:nvPr/>
          </p:nvSpPr>
          <p:spPr>
            <a:xfrm>
              <a:off x="7327807"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5" name="Cube 3254"/>
            <p:cNvSpPr/>
            <p:nvPr/>
          </p:nvSpPr>
          <p:spPr>
            <a:xfrm>
              <a:off x="7645985"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6" name="Cube 3255"/>
            <p:cNvSpPr/>
            <p:nvPr/>
          </p:nvSpPr>
          <p:spPr>
            <a:xfrm>
              <a:off x="796416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7" name="Cube 3256"/>
            <p:cNvSpPr/>
            <p:nvPr/>
          </p:nvSpPr>
          <p:spPr>
            <a:xfrm>
              <a:off x="573691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8" name="Cube 3257"/>
            <p:cNvSpPr/>
            <p:nvPr/>
          </p:nvSpPr>
          <p:spPr>
            <a:xfrm>
              <a:off x="605509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9" name="Cube 3258"/>
            <p:cNvSpPr/>
            <p:nvPr/>
          </p:nvSpPr>
          <p:spPr>
            <a:xfrm>
              <a:off x="6373272"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0" name="Cube 3259"/>
            <p:cNvSpPr/>
            <p:nvPr/>
          </p:nvSpPr>
          <p:spPr>
            <a:xfrm>
              <a:off x="6691450"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1" name="Cube 3260"/>
            <p:cNvSpPr/>
            <p:nvPr/>
          </p:nvSpPr>
          <p:spPr>
            <a:xfrm>
              <a:off x="7009628"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2" name="Cube 3261"/>
            <p:cNvSpPr/>
            <p:nvPr/>
          </p:nvSpPr>
          <p:spPr>
            <a:xfrm>
              <a:off x="7327807"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3" name="Cube 3262"/>
            <p:cNvSpPr/>
            <p:nvPr/>
          </p:nvSpPr>
          <p:spPr>
            <a:xfrm>
              <a:off x="764598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4" name="Cube 3263"/>
            <p:cNvSpPr/>
            <p:nvPr/>
          </p:nvSpPr>
          <p:spPr>
            <a:xfrm>
              <a:off x="796416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5" name="Cube 3264"/>
            <p:cNvSpPr/>
            <p:nvPr/>
          </p:nvSpPr>
          <p:spPr>
            <a:xfrm>
              <a:off x="573691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6" name="Cube 3265"/>
            <p:cNvSpPr/>
            <p:nvPr/>
          </p:nvSpPr>
          <p:spPr>
            <a:xfrm>
              <a:off x="605509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7" name="Cube 3266"/>
            <p:cNvSpPr/>
            <p:nvPr/>
          </p:nvSpPr>
          <p:spPr>
            <a:xfrm>
              <a:off x="6373272"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8" name="Cube 3267"/>
            <p:cNvSpPr/>
            <p:nvPr/>
          </p:nvSpPr>
          <p:spPr>
            <a:xfrm>
              <a:off x="6691450"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9" name="Cube 3268"/>
            <p:cNvSpPr/>
            <p:nvPr/>
          </p:nvSpPr>
          <p:spPr>
            <a:xfrm>
              <a:off x="7009628"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0" name="Cube 3269"/>
            <p:cNvSpPr/>
            <p:nvPr/>
          </p:nvSpPr>
          <p:spPr>
            <a:xfrm>
              <a:off x="7327807"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1" name="Cube 3270"/>
            <p:cNvSpPr/>
            <p:nvPr/>
          </p:nvSpPr>
          <p:spPr>
            <a:xfrm>
              <a:off x="764598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2" name="Cube 3271"/>
            <p:cNvSpPr/>
            <p:nvPr/>
          </p:nvSpPr>
          <p:spPr>
            <a:xfrm>
              <a:off x="796416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3" name="Cube 3272"/>
            <p:cNvSpPr/>
            <p:nvPr/>
          </p:nvSpPr>
          <p:spPr>
            <a:xfrm>
              <a:off x="560264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4" name="Cube 3273"/>
            <p:cNvSpPr/>
            <p:nvPr/>
          </p:nvSpPr>
          <p:spPr>
            <a:xfrm>
              <a:off x="592082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5" name="Cube 3274"/>
            <p:cNvSpPr/>
            <p:nvPr/>
          </p:nvSpPr>
          <p:spPr>
            <a:xfrm>
              <a:off x="6239003"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6" name="Cube 3275"/>
            <p:cNvSpPr/>
            <p:nvPr/>
          </p:nvSpPr>
          <p:spPr>
            <a:xfrm>
              <a:off x="6557181"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7" name="Cube 3276"/>
            <p:cNvSpPr/>
            <p:nvPr/>
          </p:nvSpPr>
          <p:spPr>
            <a:xfrm>
              <a:off x="6875359"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8" name="Cube 3277"/>
            <p:cNvSpPr/>
            <p:nvPr/>
          </p:nvSpPr>
          <p:spPr>
            <a:xfrm>
              <a:off x="7193538"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9" name="Cube 3278"/>
            <p:cNvSpPr/>
            <p:nvPr/>
          </p:nvSpPr>
          <p:spPr>
            <a:xfrm>
              <a:off x="751171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0" name="Cube 3279"/>
            <p:cNvSpPr/>
            <p:nvPr/>
          </p:nvSpPr>
          <p:spPr>
            <a:xfrm>
              <a:off x="782989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1" name="Cube 3280"/>
            <p:cNvSpPr/>
            <p:nvPr/>
          </p:nvSpPr>
          <p:spPr>
            <a:xfrm>
              <a:off x="560264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2" name="Cube 3281"/>
            <p:cNvSpPr/>
            <p:nvPr/>
          </p:nvSpPr>
          <p:spPr>
            <a:xfrm>
              <a:off x="592082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3" name="Cube 3282"/>
            <p:cNvSpPr/>
            <p:nvPr/>
          </p:nvSpPr>
          <p:spPr>
            <a:xfrm>
              <a:off x="6239003"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4" name="Cube 3283"/>
            <p:cNvSpPr/>
            <p:nvPr/>
          </p:nvSpPr>
          <p:spPr>
            <a:xfrm>
              <a:off x="6557181"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5" name="Cube 3284"/>
            <p:cNvSpPr/>
            <p:nvPr/>
          </p:nvSpPr>
          <p:spPr>
            <a:xfrm>
              <a:off x="6875359"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6" name="Cube 3285"/>
            <p:cNvSpPr/>
            <p:nvPr/>
          </p:nvSpPr>
          <p:spPr>
            <a:xfrm>
              <a:off x="7193538"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7" name="Cube 3286"/>
            <p:cNvSpPr/>
            <p:nvPr/>
          </p:nvSpPr>
          <p:spPr>
            <a:xfrm>
              <a:off x="751171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8" name="Cube 3287"/>
            <p:cNvSpPr/>
            <p:nvPr/>
          </p:nvSpPr>
          <p:spPr>
            <a:xfrm>
              <a:off x="782989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9" name="Cube 3288"/>
            <p:cNvSpPr/>
            <p:nvPr/>
          </p:nvSpPr>
          <p:spPr>
            <a:xfrm>
              <a:off x="5602646"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0" name="Cube 3289"/>
            <p:cNvSpPr/>
            <p:nvPr/>
          </p:nvSpPr>
          <p:spPr>
            <a:xfrm>
              <a:off x="5920824"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1" name="Cube 3290"/>
            <p:cNvSpPr/>
            <p:nvPr/>
          </p:nvSpPr>
          <p:spPr>
            <a:xfrm>
              <a:off x="6239003"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2" name="Cube 3291"/>
            <p:cNvSpPr/>
            <p:nvPr/>
          </p:nvSpPr>
          <p:spPr>
            <a:xfrm>
              <a:off x="6557181"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3" name="Cube 3292"/>
            <p:cNvSpPr/>
            <p:nvPr/>
          </p:nvSpPr>
          <p:spPr>
            <a:xfrm>
              <a:off x="6875359"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4" name="Cube 3293"/>
            <p:cNvSpPr/>
            <p:nvPr/>
          </p:nvSpPr>
          <p:spPr>
            <a:xfrm>
              <a:off x="7193538"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5" name="Cube 3294"/>
            <p:cNvSpPr/>
            <p:nvPr/>
          </p:nvSpPr>
          <p:spPr>
            <a:xfrm>
              <a:off x="7511716"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6" name="Cube 3295"/>
            <p:cNvSpPr/>
            <p:nvPr/>
          </p:nvSpPr>
          <p:spPr>
            <a:xfrm>
              <a:off x="7829894"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7" name="Cube 3296"/>
            <p:cNvSpPr/>
            <p:nvPr/>
          </p:nvSpPr>
          <p:spPr>
            <a:xfrm>
              <a:off x="5602646"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8" name="Cube 3297"/>
            <p:cNvSpPr/>
            <p:nvPr/>
          </p:nvSpPr>
          <p:spPr>
            <a:xfrm>
              <a:off x="5920824"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9" name="Cube 3298"/>
            <p:cNvSpPr/>
            <p:nvPr/>
          </p:nvSpPr>
          <p:spPr>
            <a:xfrm>
              <a:off x="6239003"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0" name="Cube 3299"/>
            <p:cNvSpPr/>
            <p:nvPr/>
          </p:nvSpPr>
          <p:spPr>
            <a:xfrm>
              <a:off x="6557181"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1" name="Cube 3300"/>
            <p:cNvSpPr/>
            <p:nvPr/>
          </p:nvSpPr>
          <p:spPr>
            <a:xfrm>
              <a:off x="6875359"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2" name="Cube 3301"/>
            <p:cNvSpPr/>
            <p:nvPr/>
          </p:nvSpPr>
          <p:spPr>
            <a:xfrm>
              <a:off x="7193538"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3" name="Cube 3302"/>
            <p:cNvSpPr/>
            <p:nvPr/>
          </p:nvSpPr>
          <p:spPr>
            <a:xfrm>
              <a:off x="7511716"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4" name="Cube 3303"/>
            <p:cNvSpPr/>
            <p:nvPr/>
          </p:nvSpPr>
          <p:spPr>
            <a:xfrm>
              <a:off x="7829894"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5" name="Cube 3304"/>
            <p:cNvSpPr/>
            <p:nvPr/>
          </p:nvSpPr>
          <p:spPr>
            <a:xfrm>
              <a:off x="5602646"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6" name="Cube 3305"/>
            <p:cNvSpPr/>
            <p:nvPr/>
          </p:nvSpPr>
          <p:spPr>
            <a:xfrm>
              <a:off x="5920824"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7" name="Cube 3306"/>
            <p:cNvSpPr/>
            <p:nvPr/>
          </p:nvSpPr>
          <p:spPr>
            <a:xfrm>
              <a:off x="6239003"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8" name="Cube 3307"/>
            <p:cNvSpPr/>
            <p:nvPr/>
          </p:nvSpPr>
          <p:spPr>
            <a:xfrm>
              <a:off x="6557181"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9" name="Cube 3308"/>
            <p:cNvSpPr/>
            <p:nvPr/>
          </p:nvSpPr>
          <p:spPr>
            <a:xfrm>
              <a:off x="6875359"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0" name="Cube 3309"/>
            <p:cNvSpPr/>
            <p:nvPr/>
          </p:nvSpPr>
          <p:spPr>
            <a:xfrm>
              <a:off x="7193538"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1" name="Cube 3310"/>
            <p:cNvSpPr/>
            <p:nvPr/>
          </p:nvSpPr>
          <p:spPr>
            <a:xfrm>
              <a:off x="7511716"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2" name="Cube 3311"/>
            <p:cNvSpPr/>
            <p:nvPr/>
          </p:nvSpPr>
          <p:spPr>
            <a:xfrm>
              <a:off x="7829894"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3" name="Cube 3312"/>
            <p:cNvSpPr/>
            <p:nvPr/>
          </p:nvSpPr>
          <p:spPr>
            <a:xfrm>
              <a:off x="5602646"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4" name="Cube 3313"/>
            <p:cNvSpPr/>
            <p:nvPr/>
          </p:nvSpPr>
          <p:spPr>
            <a:xfrm>
              <a:off x="5920824"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5" name="Cube 3314"/>
            <p:cNvSpPr/>
            <p:nvPr/>
          </p:nvSpPr>
          <p:spPr>
            <a:xfrm>
              <a:off x="6239003"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6" name="Cube 3315"/>
            <p:cNvSpPr/>
            <p:nvPr/>
          </p:nvSpPr>
          <p:spPr>
            <a:xfrm>
              <a:off x="6557181"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7" name="Cube 3316"/>
            <p:cNvSpPr/>
            <p:nvPr/>
          </p:nvSpPr>
          <p:spPr>
            <a:xfrm>
              <a:off x="6875359"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8" name="Cube 3317"/>
            <p:cNvSpPr/>
            <p:nvPr/>
          </p:nvSpPr>
          <p:spPr>
            <a:xfrm>
              <a:off x="7193538"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9" name="Cube 3318"/>
            <p:cNvSpPr/>
            <p:nvPr/>
          </p:nvSpPr>
          <p:spPr>
            <a:xfrm>
              <a:off x="7511716"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0" name="Cube 3319"/>
            <p:cNvSpPr/>
            <p:nvPr/>
          </p:nvSpPr>
          <p:spPr>
            <a:xfrm>
              <a:off x="7829894"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1" name="Cube 3320"/>
            <p:cNvSpPr/>
            <p:nvPr/>
          </p:nvSpPr>
          <p:spPr>
            <a:xfrm>
              <a:off x="560264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2" name="Cube 3321"/>
            <p:cNvSpPr/>
            <p:nvPr/>
          </p:nvSpPr>
          <p:spPr>
            <a:xfrm>
              <a:off x="592082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3" name="Cube 3322"/>
            <p:cNvSpPr/>
            <p:nvPr/>
          </p:nvSpPr>
          <p:spPr>
            <a:xfrm>
              <a:off x="6239003"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4" name="Cube 3323"/>
            <p:cNvSpPr/>
            <p:nvPr/>
          </p:nvSpPr>
          <p:spPr>
            <a:xfrm>
              <a:off x="6557181"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5" name="Cube 3324"/>
            <p:cNvSpPr/>
            <p:nvPr/>
          </p:nvSpPr>
          <p:spPr>
            <a:xfrm>
              <a:off x="6875359"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6" name="Cube 3325"/>
            <p:cNvSpPr/>
            <p:nvPr/>
          </p:nvSpPr>
          <p:spPr>
            <a:xfrm>
              <a:off x="7193538"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7" name="Cube 3326"/>
            <p:cNvSpPr/>
            <p:nvPr/>
          </p:nvSpPr>
          <p:spPr>
            <a:xfrm>
              <a:off x="751171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8" name="Cube 3327"/>
            <p:cNvSpPr/>
            <p:nvPr/>
          </p:nvSpPr>
          <p:spPr>
            <a:xfrm>
              <a:off x="782989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9" name="Cube 3328"/>
            <p:cNvSpPr/>
            <p:nvPr/>
          </p:nvSpPr>
          <p:spPr>
            <a:xfrm>
              <a:off x="560264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0" name="Cube 3329"/>
            <p:cNvSpPr/>
            <p:nvPr/>
          </p:nvSpPr>
          <p:spPr>
            <a:xfrm>
              <a:off x="592082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1" name="Cube 3330"/>
            <p:cNvSpPr/>
            <p:nvPr/>
          </p:nvSpPr>
          <p:spPr>
            <a:xfrm>
              <a:off x="6239003"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2" name="Cube 3331"/>
            <p:cNvSpPr/>
            <p:nvPr/>
          </p:nvSpPr>
          <p:spPr>
            <a:xfrm>
              <a:off x="6557181"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3" name="Cube 3332"/>
            <p:cNvSpPr/>
            <p:nvPr/>
          </p:nvSpPr>
          <p:spPr>
            <a:xfrm>
              <a:off x="6875359"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4" name="Cube 3333"/>
            <p:cNvSpPr/>
            <p:nvPr/>
          </p:nvSpPr>
          <p:spPr>
            <a:xfrm>
              <a:off x="7193538"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5" name="Cube 3334"/>
            <p:cNvSpPr/>
            <p:nvPr/>
          </p:nvSpPr>
          <p:spPr>
            <a:xfrm>
              <a:off x="751171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6" name="Cube 3335"/>
            <p:cNvSpPr/>
            <p:nvPr/>
          </p:nvSpPr>
          <p:spPr>
            <a:xfrm>
              <a:off x="782989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7" name="Cube 3336"/>
            <p:cNvSpPr/>
            <p:nvPr/>
          </p:nvSpPr>
          <p:spPr>
            <a:xfrm>
              <a:off x="546838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8" name="Cube 3337"/>
            <p:cNvSpPr/>
            <p:nvPr/>
          </p:nvSpPr>
          <p:spPr>
            <a:xfrm>
              <a:off x="578655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9" name="Cube 3338"/>
            <p:cNvSpPr/>
            <p:nvPr/>
          </p:nvSpPr>
          <p:spPr>
            <a:xfrm>
              <a:off x="6104737"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0" name="Cube 3339"/>
            <p:cNvSpPr/>
            <p:nvPr/>
          </p:nvSpPr>
          <p:spPr>
            <a:xfrm>
              <a:off x="6422915"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1" name="Cube 3340"/>
            <p:cNvSpPr/>
            <p:nvPr/>
          </p:nvSpPr>
          <p:spPr>
            <a:xfrm>
              <a:off x="6741093"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2" name="Cube 3341"/>
            <p:cNvSpPr/>
            <p:nvPr/>
          </p:nvSpPr>
          <p:spPr>
            <a:xfrm>
              <a:off x="7059272"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3" name="Cube 3342"/>
            <p:cNvSpPr/>
            <p:nvPr/>
          </p:nvSpPr>
          <p:spPr>
            <a:xfrm>
              <a:off x="737745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4" name="Cube 3343"/>
            <p:cNvSpPr/>
            <p:nvPr/>
          </p:nvSpPr>
          <p:spPr>
            <a:xfrm>
              <a:off x="769562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5" name="Cube 3344"/>
            <p:cNvSpPr/>
            <p:nvPr/>
          </p:nvSpPr>
          <p:spPr>
            <a:xfrm>
              <a:off x="546838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6" name="Cube 3345"/>
            <p:cNvSpPr/>
            <p:nvPr/>
          </p:nvSpPr>
          <p:spPr>
            <a:xfrm>
              <a:off x="578655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7" name="Cube 3346"/>
            <p:cNvSpPr/>
            <p:nvPr/>
          </p:nvSpPr>
          <p:spPr>
            <a:xfrm>
              <a:off x="6104737"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8" name="Cube 3347"/>
            <p:cNvSpPr/>
            <p:nvPr/>
          </p:nvSpPr>
          <p:spPr>
            <a:xfrm>
              <a:off x="6422915"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9" name="Cube 3348"/>
            <p:cNvSpPr/>
            <p:nvPr/>
          </p:nvSpPr>
          <p:spPr>
            <a:xfrm>
              <a:off x="6741093"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0" name="Cube 3349"/>
            <p:cNvSpPr/>
            <p:nvPr/>
          </p:nvSpPr>
          <p:spPr>
            <a:xfrm>
              <a:off x="7059272"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1" name="Cube 3350"/>
            <p:cNvSpPr/>
            <p:nvPr/>
          </p:nvSpPr>
          <p:spPr>
            <a:xfrm>
              <a:off x="737745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2" name="Cube 3351"/>
            <p:cNvSpPr/>
            <p:nvPr/>
          </p:nvSpPr>
          <p:spPr>
            <a:xfrm>
              <a:off x="769562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3" name="Cube 3352"/>
            <p:cNvSpPr/>
            <p:nvPr/>
          </p:nvSpPr>
          <p:spPr>
            <a:xfrm>
              <a:off x="5468380"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4" name="Cube 3353"/>
            <p:cNvSpPr/>
            <p:nvPr/>
          </p:nvSpPr>
          <p:spPr>
            <a:xfrm>
              <a:off x="5786558"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5" name="Cube 3354"/>
            <p:cNvSpPr/>
            <p:nvPr/>
          </p:nvSpPr>
          <p:spPr>
            <a:xfrm>
              <a:off x="6104737"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6" name="Cube 3355"/>
            <p:cNvSpPr/>
            <p:nvPr/>
          </p:nvSpPr>
          <p:spPr>
            <a:xfrm>
              <a:off x="6422915"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7" name="Cube 3356"/>
            <p:cNvSpPr/>
            <p:nvPr/>
          </p:nvSpPr>
          <p:spPr>
            <a:xfrm>
              <a:off x="6741093"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8" name="Cube 3357"/>
            <p:cNvSpPr/>
            <p:nvPr/>
          </p:nvSpPr>
          <p:spPr>
            <a:xfrm>
              <a:off x="7059272"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9" name="Cube 3358"/>
            <p:cNvSpPr/>
            <p:nvPr/>
          </p:nvSpPr>
          <p:spPr>
            <a:xfrm>
              <a:off x="7377450"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0" name="Cube 3359"/>
            <p:cNvSpPr/>
            <p:nvPr/>
          </p:nvSpPr>
          <p:spPr>
            <a:xfrm>
              <a:off x="7695628"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1" name="Cube 3360"/>
            <p:cNvSpPr/>
            <p:nvPr/>
          </p:nvSpPr>
          <p:spPr>
            <a:xfrm>
              <a:off x="5468380"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2" name="Cube 3361"/>
            <p:cNvSpPr/>
            <p:nvPr/>
          </p:nvSpPr>
          <p:spPr>
            <a:xfrm>
              <a:off x="5786558"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3" name="Cube 3362"/>
            <p:cNvSpPr/>
            <p:nvPr/>
          </p:nvSpPr>
          <p:spPr>
            <a:xfrm>
              <a:off x="6104737"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4" name="Cube 3363"/>
            <p:cNvSpPr/>
            <p:nvPr/>
          </p:nvSpPr>
          <p:spPr>
            <a:xfrm>
              <a:off x="6422915"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5" name="Cube 3364"/>
            <p:cNvSpPr/>
            <p:nvPr/>
          </p:nvSpPr>
          <p:spPr>
            <a:xfrm>
              <a:off x="6741093"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6" name="Cube 3365"/>
            <p:cNvSpPr/>
            <p:nvPr/>
          </p:nvSpPr>
          <p:spPr>
            <a:xfrm>
              <a:off x="7059272"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7" name="Cube 3366"/>
            <p:cNvSpPr/>
            <p:nvPr/>
          </p:nvSpPr>
          <p:spPr>
            <a:xfrm>
              <a:off x="7377450"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8" name="Cube 3367"/>
            <p:cNvSpPr/>
            <p:nvPr/>
          </p:nvSpPr>
          <p:spPr>
            <a:xfrm>
              <a:off x="7695628"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9" name="Cube 3368"/>
            <p:cNvSpPr/>
            <p:nvPr/>
          </p:nvSpPr>
          <p:spPr>
            <a:xfrm>
              <a:off x="5468380"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0" name="Cube 3369"/>
            <p:cNvSpPr/>
            <p:nvPr/>
          </p:nvSpPr>
          <p:spPr>
            <a:xfrm>
              <a:off x="5786558"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1" name="Cube 3370"/>
            <p:cNvSpPr/>
            <p:nvPr/>
          </p:nvSpPr>
          <p:spPr>
            <a:xfrm>
              <a:off x="6104737"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2" name="Cube 3371"/>
            <p:cNvSpPr/>
            <p:nvPr/>
          </p:nvSpPr>
          <p:spPr>
            <a:xfrm>
              <a:off x="6422915"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3" name="Cube 3372"/>
            <p:cNvSpPr/>
            <p:nvPr/>
          </p:nvSpPr>
          <p:spPr>
            <a:xfrm>
              <a:off x="6741093"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4" name="Cube 3373"/>
            <p:cNvSpPr/>
            <p:nvPr/>
          </p:nvSpPr>
          <p:spPr>
            <a:xfrm>
              <a:off x="7059272"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5" name="Cube 3374"/>
            <p:cNvSpPr/>
            <p:nvPr/>
          </p:nvSpPr>
          <p:spPr>
            <a:xfrm>
              <a:off x="7377450"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6" name="Cube 3375"/>
            <p:cNvSpPr/>
            <p:nvPr/>
          </p:nvSpPr>
          <p:spPr>
            <a:xfrm>
              <a:off x="7695628"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7" name="Cube 3376"/>
            <p:cNvSpPr/>
            <p:nvPr/>
          </p:nvSpPr>
          <p:spPr>
            <a:xfrm>
              <a:off x="5468380"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8" name="Cube 3377"/>
            <p:cNvSpPr/>
            <p:nvPr/>
          </p:nvSpPr>
          <p:spPr>
            <a:xfrm>
              <a:off x="5786558"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9" name="Cube 3378"/>
            <p:cNvSpPr/>
            <p:nvPr/>
          </p:nvSpPr>
          <p:spPr>
            <a:xfrm>
              <a:off x="6104737"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0" name="Cube 3379"/>
            <p:cNvSpPr/>
            <p:nvPr/>
          </p:nvSpPr>
          <p:spPr>
            <a:xfrm>
              <a:off x="6422915"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1" name="Cube 3380"/>
            <p:cNvSpPr/>
            <p:nvPr/>
          </p:nvSpPr>
          <p:spPr>
            <a:xfrm>
              <a:off x="6741093"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2" name="Cube 3381"/>
            <p:cNvSpPr/>
            <p:nvPr/>
          </p:nvSpPr>
          <p:spPr>
            <a:xfrm>
              <a:off x="7059272"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3" name="Cube 3382"/>
            <p:cNvSpPr/>
            <p:nvPr/>
          </p:nvSpPr>
          <p:spPr>
            <a:xfrm>
              <a:off x="7377450"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4" name="Cube 3383"/>
            <p:cNvSpPr/>
            <p:nvPr/>
          </p:nvSpPr>
          <p:spPr>
            <a:xfrm>
              <a:off x="7695628"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5" name="Cube 3384"/>
            <p:cNvSpPr/>
            <p:nvPr/>
          </p:nvSpPr>
          <p:spPr>
            <a:xfrm>
              <a:off x="546838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6" name="Cube 3385"/>
            <p:cNvSpPr/>
            <p:nvPr/>
          </p:nvSpPr>
          <p:spPr>
            <a:xfrm>
              <a:off x="578655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7" name="Cube 3386"/>
            <p:cNvSpPr/>
            <p:nvPr/>
          </p:nvSpPr>
          <p:spPr>
            <a:xfrm>
              <a:off x="6104737"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8" name="Cube 3387"/>
            <p:cNvSpPr/>
            <p:nvPr/>
          </p:nvSpPr>
          <p:spPr>
            <a:xfrm>
              <a:off x="6422915"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9" name="Cube 3388"/>
            <p:cNvSpPr/>
            <p:nvPr/>
          </p:nvSpPr>
          <p:spPr>
            <a:xfrm>
              <a:off x="6741093"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0" name="Cube 3389"/>
            <p:cNvSpPr/>
            <p:nvPr/>
          </p:nvSpPr>
          <p:spPr>
            <a:xfrm>
              <a:off x="7059272"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1" name="Cube 3390"/>
            <p:cNvSpPr/>
            <p:nvPr/>
          </p:nvSpPr>
          <p:spPr>
            <a:xfrm>
              <a:off x="737745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2" name="Cube 3391"/>
            <p:cNvSpPr/>
            <p:nvPr/>
          </p:nvSpPr>
          <p:spPr>
            <a:xfrm>
              <a:off x="769562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3" name="Cube 3392"/>
            <p:cNvSpPr/>
            <p:nvPr/>
          </p:nvSpPr>
          <p:spPr>
            <a:xfrm>
              <a:off x="546838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4" name="Cube 3393"/>
            <p:cNvSpPr/>
            <p:nvPr/>
          </p:nvSpPr>
          <p:spPr>
            <a:xfrm>
              <a:off x="578655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5" name="Cube 3394"/>
            <p:cNvSpPr/>
            <p:nvPr/>
          </p:nvSpPr>
          <p:spPr>
            <a:xfrm>
              <a:off x="6104737"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6" name="Cube 3395"/>
            <p:cNvSpPr/>
            <p:nvPr/>
          </p:nvSpPr>
          <p:spPr>
            <a:xfrm>
              <a:off x="6422915"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7" name="Cube 3396"/>
            <p:cNvSpPr/>
            <p:nvPr/>
          </p:nvSpPr>
          <p:spPr>
            <a:xfrm>
              <a:off x="6741093"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8" name="Cube 3397"/>
            <p:cNvSpPr/>
            <p:nvPr/>
          </p:nvSpPr>
          <p:spPr>
            <a:xfrm>
              <a:off x="7059272"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9" name="Cube 3398"/>
            <p:cNvSpPr/>
            <p:nvPr/>
          </p:nvSpPr>
          <p:spPr>
            <a:xfrm>
              <a:off x="737745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0" name="Cube 3399"/>
            <p:cNvSpPr/>
            <p:nvPr/>
          </p:nvSpPr>
          <p:spPr>
            <a:xfrm>
              <a:off x="769562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1" name="Cube 3400"/>
            <p:cNvSpPr/>
            <p:nvPr/>
          </p:nvSpPr>
          <p:spPr>
            <a:xfrm>
              <a:off x="533411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2" name="Cube 3401"/>
            <p:cNvSpPr/>
            <p:nvPr/>
          </p:nvSpPr>
          <p:spPr>
            <a:xfrm>
              <a:off x="565229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3" name="Cube 3402"/>
            <p:cNvSpPr/>
            <p:nvPr/>
          </p:nvSpPr>
          <p:spPr>
            <a:xfrm>
              <a:off x="5970471"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4" name="Cube 3403"/>
            <p:cNvSpPr/>
            <p:nvPr/>
          </p:nvSpPr>
          <p:spPr>
            <a:xfrm>
              <a:off x="6288649"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5" name="Cube 3404"/>
            <p:cNvSpPr/>
            <p:nvPr/>
          </p:nvSpPr>
          <p:spPr>
            <a:xfrm>
              <a:off x="6606827"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6" name="Cube 3405"/>
            <p:cNvSpPr/>
            <p:nvPr/>
          </p:nvSpPr>
          <p:spPr>
            <a:xfrm>
              <a:off x="6925006"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7" name="Cube 3406"/>
            <p:cNvSpPr/>
            <p:nvPr/>
          </p:nvSpPr>
          <p:spPr>
            <a:xfrm>
              <a:off x="724318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8" name="Cube 3407"/>
            <p:cNvSpPr/>
            <p:nvPr/>
          </p:nvSpPr>
          <p:spPr>
            <a:xfrm>
              <a:off x="756136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9" name="Cube 3408"/>
            <p:cNvSpPr/>
            <p:nvPr/>
          </p:nvSpPr>
          <p:spPr>
            <a:xfrm>
              <a:off x="533411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0" name="Cube 3409"/>
            <p:cNvSpPr/>
            <p:nvPr/>
          </p:nvSpPr>
          <p:spPr>
            <a:xfrm>
              <a:off x="565229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1" name="Cube 3410"/>
            <p:cNvSpPr/>
            <p:nvPr/>
          </p:nvSpPr>
          <p:spPr>
            <a:xfrm>
              <a:off x="5970471"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2" name="Cube 3411"/>
            <p:cNvSpPr/>
            <p:nvPr/>
          </p:nvSpPr>
          <p:spPr>
            <a:xfrm>
              <a:off x="6288649"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3" name="Cube 3412"/>
            <p:cNvSpPr/>
            <p:nvPr/>
          </p:nvSpPr>
          <p:spPr>
            <a:xfrm>
              <a:off x="6606827"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4" name="Cube 3413"/>
            <p:cNvSpPr/>
            <p:nvPr/>
          </p:nvSpPr>
          <p:spPr>
            <a:xfrm>
              <a:off x="6925006"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5" name="Cube 3414"/>
            <p:cNvSpPr/>
            <p:nvPr/>
          </p:nvSpPr>
          <p:spPr>
            <a:xfrm>
              <a:off x="724318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6" name="Cube 3415"/>
            <p:cNvSpPr/>
            <p:nvPr/>
          </p:nvSpPr>
          <p:spPr>
            <a:xfrm>
              <a:off x="756136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7" name="Cube 3416"/>
            <p:cNvSpPr/>
            <p:nvPr/>
          </p:nvSpPr>
          <p:spPr>
            <a:xfrm>
              <a:off x="533411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8" name="Cube 3417"/>
            <p:cNvSpPr/>
            <p:nvPr/>
          </p:nvSpPr>
          <p:spPr>
            <a:xfrm>
              <a:off x="565229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9" name="Cube 3418"/>
            <p:cNvSpPr/>
            <p:nvPr/>
          </p:nvSpPr>
          <p:spPr>
            <a:xfrm>
              <a:off x="5970471"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0" name="Cube 3419"/>
            <p:cNvSpPr/>
            <p:nvPr/>
          </p:nvSpPr>
          <p:spPr>
            <a:xfrm>
              <a:off x="6288649"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1" name="Cube 3420"/>
            <p:cNvSpPr/>
            <p:nvPr/>
          </p:nvSpPr>
          <p:spPr>
            <a:xfrm>
              <a:off x="6606827"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2" name="Cube 3421"/>
            <p:cNvSpPr/>
            <p:nvPr/>
          </p:nvSpPr>
          <p:spPr>
            <a:xfrm>
              <a:off x="6925006"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3" name="Cube 3422"/>
            <p:cNvSpPr/>
            <p:nvPr/>
          </p:nvSpPr>
          <p:spPr>
            <a:xfrm>
              <a:off x="724318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4" name="Cube 3423"/>
            <p:cNvSpPr/>
            <p:nvPr/>
          </p:nvSpPr>
          <p:spPr>
            <a:xfrm>
              <a:off x="756136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5" name="Cube 3424"/>
            <p:cNvSpPr/>
            <p:nvPr/>
          </p:nvSpPr>
          <p:spPr>
            <a:xfrm>
              <a:off x="5334114"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6" name="Cube 3425"/>
            <p:cNvSpPr/>
            <p:nvPr/>
          </p:nvSpPr>
          <p:spPr>
            <a:xfrm>
              <a:off x="5652292"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7" name="Cube 3426"/>
            <p:cNvSpPr/>
            <p:nvPr/>
          </p:nvSpPr>
          <p:spPr>
            <a:xfrm>
              <a:off x="5970471"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8" name="Cube 3427"/>
            <p:cNvSpPr/>
            <p:nvPr/>
          </p:nvSpPr>
          <p:spPr>
            <a:xfrm>
              <a:off x="6288649"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9" name="Cube 3428"/>
            <p:cNvSpPr/>
            <p:nvPr/>
          </p:nvSpPr>
          <p:spPr>
            <a:xfrm>
              <a:off x="6606827"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0" name="Cube 3429"/>
            <p:cNvSpPr/>
            <p:nvPr/>
          </p:nvSpPr>
          <p:spPr>
            <a:xfrm>
              <a:off x="6925006"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1" name="Cube 3430"/>
            <p:cNvSpPr/>
            <p:nvPr/>
          </p:nvSpPr>
          <p:spPr>
            <a:xfrm>
              <a:off x="7243184"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2" name="Cube 3431"/>
            <p:cNvSpPr/>
            <p:nvPr/>
          </p:nvSpPr>
          <p:spPr>
            <a:xfrm>
              <a:off x="7561362"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3" name="Cube 3432"/>
            <p:cNvSpPr/>
            <p:nvPr/>
          </p:nvSpPr>
          <p:spPr>
            <a:xfrm>
              <a:off x="5334114"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4" name="Cube 3433"/>
            <p:cNvSpPr/>
            <p:nvPr/>
          </p:nvSpPr>
          <p:spPr>
            <a:xfrm>
              <a:off x="5652292"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5" name="Cube 3434"/>
            <p:cNvSpPr/>
            <p:nvPr/>
          </p:nvSpPr>
          <p:spPr>
            <a:xfrm>
              <a:off x="5970471"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6" name="Cube 3435"/>
            <p:cNvSpPr/>
            <p:nvPr/>
          </p:nvSpPr>
          <p:spPr>
            <a:xfrm>
              <a:off x="6288649"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7" name="Cube 3436"/>
            <p:cNvSpPr/>
            <p:nvPr/>
          </p:nvSpPr>
          <p:spPr>
            <a:xfrm>
              <a:off x="6606827"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8" name="Cube 3437"/>
            <p:cNvSpPr/>
            <p:nvPr/>
          </p:nvSpPr>
          <p:spPr>
            <a:xfrm>
              <a:off x="6925006"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9" name="Cube 3438"/>
            <p:cNvSpPr/>
            <p:nvPr/>
          </p:nvSpPr>
          <p:spPr>
            <a:xfrm>
              <a:off x="7243184"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0" name="Cube 3439"/>
            <p:cNvSpPr/>
            <p:nvPr/>
          </p:nvSpPr>
          <p:spPr>
            <a:xfrm>
              <a:off x="7561362"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1" name="Cube 3440"/>
            <p:cNvSpPr/>
            <p:nvPr/>
          </p:nvSpPr>
          <p:spPr>
            <a:xfrm>
              <a:off x="5334114"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2" name="Cube 3441"/>
            <p:cNvSpPr/>
            <p:nvPr/>
          </p:nvSpPr>
          <p:spPr>
            <a:xfrm>
              <a:off x="5652292"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3" name="Cube 3442"/>
            <p:cNvSpPr/>
            <p:nvPr/>
          </p:nvSpPr>
          <p:spPr>
            <a:xfrm>
              <a:off x="5970471"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4" name="Cube 3443"/>
            <p:cNvSpPr/>
            <p:nvPr/>
          </p:nvSpPr>
          <p:spPr>
            <a:xfrm>
              <a:off x="6288649"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5" name="Cube 3444"/>
            <p:cNvSpPr/>
            <p:nvPr/>
          </p:nvSpPr>
          <p:spPr>
            <a:xfrm>
              <a:off x="6606827"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6" name="Cube 3445"/>
            <p:cNvSpPr/>
            <p:nvPr/>
          </p:nvSpPr>
          <p:spPr>
            <a:xfrm>
              <a:off x="6925006"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7" name="Cube 3446"/>
            <p:cNvSpPr/>
            <p:nvPr/>
          </p:nvSpPr>
          <p:spPr>
            <a:xfrm>
              <a:off x="7243184"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8" name="Cube 3447"/>
            <p:cNvSpPr/>
            <p:nvPr/>
          </p:nvSpPr>
          <p:spPr>
            <a:xfrm>
              <a:off x="7561362"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9" name="Cube 3448"/>
            <p:cNvSpPr/>
            <p:nvPr/>
          </p:nvSpPr>
          <p:spPr>
            <a:xfrm>
              <a:off x="5334114"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0" name="Cube 3449"/>
            <p:cNvSpPr/>
            <p:nvPr/>
          </p:nvSpPr>
          <p:spPr>
            <a:xfrm>
              <a:off x="5652292"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1" name="Cube 3450"/>
            <p:cNvSpPr/>
            <p:nvPr/>
          </p:nvSpPr>
          <p:spPr>
            <a:xfrm>
              <a:off x="5970471"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2" name="Cube 3451"/>
            <p:cNvSpPr/>
            <p:nvPr/>
          </p:nvSpPr>
          <p:spPr>
            <a:xfrm>
              <a:off x="6288649"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3" name="Cube 3452"/>
            <p:cNvSpPr/>
            <p:nvPr/>
          </p:nvSpPr>
          <p:spPr>
            <a:xfrm>
              <a:off x="6606827"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4" name="Cube 3453"/>
            <p:cNvSpPr/>
            <p:nvPr/>
          </p:nvSpPr>
          <p:spPr>
            <a:xfrm>
              <a:off x="6925006"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5" name="Cube 3454"/>
            <p:cNvSpPr/>
            <p:nvPr/>
          </p:nvSpPr>
          <p:spPr>
            <a:xfrm>
              <a:off x="7243184"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6" name="Cube 3455"/>
            <p:cNvSpPr/>
            <p:nvPr/>
          </p:nvSpPr>
          <p:spPr>
            <a:xfrm>
              <a:off x="7561362"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7" name="Cube 3456"/>
            <p:cNvSpPr/>
            <p:nvPr/>
          </p:nvSpPr>
          <p:spPr>
            <a:xfrm>
              <a:off x="533411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8" name="Cube 3457"/>
            <p:cNvSpPr/>
            <p:nvPr/>
          </p:nvSpPr>
          <p:spPr>
            <a:xfrm>
              <a:off x="565229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9" name="Cube 3458"/>
            <p:cNvSpPr/>
            <p:nvPr/>
          </p:nvSpPr>
          <p:spPr>
            <a:xfrm>
              <a:off x="5970471"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0" name="Cube 3459"/>
            <p:cNvSpPr/>
            <p:nvPr/>
          </p:nvSpPr>
          <p:spPr>
            <a:xfrm>
              <a:off x="6288649"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1" name="Cube 3460"/>
            <p:cNvSpPr/>
            <p:nvPr/>
          </p:nvSpPr>
          <p:spPr>
            <a:xfrm>
              <a:off x="6606827"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2" name="Cube 3461"/>
            <p:cNvSpPr/>
            <p:nvPr/>
          </p:nvSpPr>
          <p:spPr>
            <a:xfrm>
              <a:off x="6925006"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3" name="Cube 3462"/>
            <p:cNvSpPr/>
            <p:nvPr/>
          </p:nvSpPr>
          <p:spPr>
            <a:xfrm>
              <a:off x="724318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4" name="Cube 3463"/>
            <p:cNvSpPr/>
            <p:nvPr/>
          </p:nvSpPr>
          <p:spPr>
            <a:xfrm>
              <a:off x="756136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5" name="Cube 3464"/>
            <p:cNvSpPr/>
            <p:nvPr/>
          </p:nvSpPr>
          <p:spPr>
            <a:xfrm>
              <a:off x="519984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6" name="Cube 3465"/>
            <p:cNvSpPr/>
            <p:nvPr/>
          </p:nvSpPr>
          <p:spPr>
            <a:xfrm>
              <a:off x="551802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7" name="Cube 3466"/>
            <p:cNvSpPr/>
            <p:nvPr/>
          </p:nvSpPr>
          <p:spPr>
            <a:xfrm>
              <a:off x="5836205"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8" name="Cube 3467"/>
            <p:cNvSpPr/>
            <p:nvPr/>
          </p:nvSpPr>
          <p:spPr>
            <a:xfrm>
              <a:off x="6154383"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9" name="Cube 3468"/>
            <p:cNvSpPr/>
            <p:nvPr/>
          </p:nvSpPr>
          <p:spPr>
            <a:xfrm>
              <a:off x="6472561"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0" name="Cube 3469"/>
            <p:cNvSpPr/>
            <p:nvPr/>
          </p:nvSpPr>
          <p:spPr>
            <a:xfrm>
              <a:off x="6790740"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1" name="Cube 3470"/>
            <p:cNvSpPr/>
            <p:nvPr/>
          </p:nvSpPr>
          <p:spPr>
            <a:xfrm>
              <a:off x="710891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2" name="Cube 3471"/>
            <p:cNvSpPr/>
            <p:nvPr/>
          </p:nvSpPr>
          <p:spPr>
            <a:xfrm>
              <a:off x="742709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3" name="Cube 3472"/>
            <p:cNvSpPr/>
            <p:nvPr/>
          </p:nvSpPr>
          <p:spPr>
            <a:xfrm>
              <a:off x="519984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4" name="Cube 3473"/>
            <p:cNvSpPr/>
            <p:nvPr/>
          </p:nvSpPr>
          <p:spPr>
            <a:xfrm>
              <a:off x="551802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5" name="Cube 3474"/>
            <p:cNvSpPr/>
            <p:nvPr/>
          </p:nvSpPr>
          <p:spPr>
            <a:xfrm>
              <a:off x="5836205"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6" name="Cube 3475"/>
            <p:cNvSpPr/>
            <p:nvPr/>
          </p:nvSpPr>
          <p:spPr>
            <a:xfrm>
              <a:off x="6154383"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7" name="Cube 3476"/>
            <p:cNvSpPr/>
            <p:nvPr/>
          </p:nvSpPr>
          <p:spPr>
            <a:xfrm>
              <a:off x="6472561"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8" name="Cube 3477"/>
            <p:cNvSpPr/>
            <p:nvPr/>
          </p:nvSpPr>
          <p:spPr>
            <a:xfrm>
              <a:off x="6790740"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9" name="Cube 3478"/>
            <p:cNvSpPr/>
            <p:nvPr/>
          </p:nvSpPr>
          <p:spPr>
            <a:xfrm>
              <a:off x="710891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0" name="Cube 3479"/>
            <p:cNvSpPr/>
            <p:nvPr/>
          </p:nvSpPr>
          <p:spPr>
            <a:xfrm>
              <a:off x="742709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1" name="Cube 3480"/>
            <p:cNvSpPr/>
            <p:nvPr/>
          </p:nvSpPr>
          <p:spPr>
            <a:xfrm>
              <a:off x="519984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2" name="Cube 3481"/>
            <p:cNvSpPr/>
            <p:nvPr/>
          </p:nvSpPr>
          <p:spPr>
            <a:xfrm>
              <a:off x="551802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3" name="Cube 3482"/>
            <p:cNvSpPr/>
            <p:nvPr/>
          </p:nvSpPr>
          <p:spPr>
            <a:xfrm>
              <a:off x="5836205"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4" name="Cube 3483"/>
            <p:cNvSpPr/>
            <p:nvPr/>
          </p:nvSpPr>
          <p:spPr>
            <a:xfrm>
              <a:off x="6154383"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5" name="Cube 3484"/>
            <p:cNvSpPr/>
            <p:nvPr/>
          </p:nvSpPr>
          <p:spPr>
            <a:xfrm>
              <a:off x="6472561"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6" name="Cube 3485"/>
            <p:cNvSpPr/>
            <p:nvPr/>
          </p:nvSpPr>
          <p:spPr>
            <a:xfrm>
              <a:off x="6790740"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7" name="Cube 3486"/>
            <p:cNvSpPr/>
            <p:nvPr/>
          </p:nvSpPr>
          <p:spPr>
            <a:xfrm>
              <a:off x="710891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8" name="Cube 3487"/>
            <p:cNvSpPr/>
            <p:nvPr/>
          </p:nvSpPr>
          <p:spPr>
            <a:xfrm>
              <a:off x="742709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9" name="Cube 3488"/>
            <p:cNvSpPr/>
            <p:nvPr/>
          </p:nvSpPr>
          <p:spPr>
            <a:xfrm>
              <a:off x="5199848"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0" name="Cube 3489"/>
            <p:cNvSpPr/>
            <p:nvPr/>
          </p:nvSpPr>
          <p:spPr>
            <a:xfrm>
              <a:off x="5518026"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1" name="Cube 3490"/>
            <p:cNvSpPr/>
            <p:nvPr/>
          </p:nvSpPr>
          <p:spPr>
            <a:xfrm>
              <a:off x="5836205"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2" name="Cube 3491"/>
            <p:cNvSpPr/>
            <p:nvPr/>
          </p:nvSpPr>
          <p:spPr>
            <a:xfrm>
              <a:off x="6154383"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3" name="Cube 3492"/>
            <p:cNvSpPr/>
            <p:nvPr/>
          </p:nvSpPr>
          <p:spPr>
            <a:xfrm>
              <a:off x="6472561"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4" name="Cube 3493"/>
            <p:cNvSpPr/>
            <p:nvPr/>
          </p:nvSpPr>
          <p:spPr>
            <a:xfrm>
              <a:off x="6790740"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5" name="Cube 3494"/>
            <p:cNvSpPr/>
            <p:nvPr/>
          </p:nvSpPr>
          <p:spPr>
            <a:xfrm>
              <a:off x="7108918"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6" name="Cube 3495"/>
            <p:cNvSpPr/>
            <p:nvPr/>
          </p:nvSpPr>
          <p:spPr>
            <a:xfrm>
              <a:off x="7427096"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7" name="Cube 3496"/>
            <p:cNvSpPr/>
            <p:nvPr/>
          </p:nvSpPr>
          <p:spPr>
            <a:xfrm>
              <a:off x="5199848"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8" name="Cube 3497"/>
            <p:cNvSpPr/>
            <p:nvPr/>
          </p:nvSpPr>
          <p:spPr>
            <a:xfrm>
              <a:off x="5518026"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9" name="Cube 3498"/>
            <p:cNvSpPr/>
            <p:nvPr/>
          </p:nvSpPr>
          <p:spPr>
            <a:xfrm>
              <a:off x="5836205"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0" name="Cube 3499"/>
            <p:cNvSpPr/>
            <p:nvPr/>
          </p:nvSpPr>
          <p:spPr>
            <a:xfrm>
              <a:off x="6154383"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1" name="Cube 3500"/>
            <p:cNvSpPr/>
            <p:nvPr/>
          </p:nvSpPr>
          <p:spPr>
            <a:xfrm>
              <a:off x="6472561"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2" name="Cube 3501"/>
            <p:cNvSpPr/>
            <p:nvPr/>
          </p:nvSpPr>
          <p:spPr>
            <a:xfrm>
              <a:off x="6790740"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3" name="Cube 3502"/>
            <p:cNvSpPr/>
            <p:nvPr/>
          </p:nvSpPr>
          <p:spPr>
            <a:xfrm>
              <a:off x="7108918"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4" name="Cube 3503"/>
            <p:cNvSpPr/>
            <p:nvPr/>
          </p:nvSpPr>
          <p:spPr>
            <a:xfrm>
              <a:off x="7427096"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5" name="Cube 3504"/>
            <p:cNvSpPr/>
            <p:nvPr/>
          </p:nvSpPr>
          <p:spPr>
            <a:xfrm>
              <a:off x="5199848"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6" name="Cube 3505"/>
            <p:cNvSpPr/>
            <p:nvPr/>
          </p:nvSpPr>
          <p:spPr>
            <a:xfrm>
              <a:off x="5518026"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7" name="Cube 3506"/>
            <p:cNvSpPr/>
            <p:nvPr/>
          </p:nvSpPr>
          <p:spPr>
            <a:xfrm>
              <a:off x="5836205"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8" name="Cube 3507"/>
            <p:cNvSpPr/>
            <p:nvPr/>
          </p:nvSpPr>
          <p:spPr>
            <a:xfrm>
              <a:off x="6154383"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9" name="Cube 3508"/>
            <p:cNvSpPr/>
            <p:nvPr/>
          </p:nvSpPr>
          <p:spPr>
            <a:xfrm>
              <a:off x="6472561"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0" name="Cube 3509"/>
            <p:cNvSpPr/>
            <p:nvPr/>
          </p:nvSpPr>
          <p:spPr>
            <a:xfrm>
              <a:off x="6790740"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1" name="Cube 3510"/>
            <p:cNvSpPr/>
            <p:nvPr/>
          </p:nvSpPr>
          <p:spPr>
            <a:xfrm>
              <a:off x="7108918"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2" name="Cube 3511"/>
            <p:cNvSpPr/>
            <p:nvPr/>
          </p:nvSpPr>
          <p:spPr>
            <a:xfrm>
              <a:off x="7427096"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3" name="Cube 3512"/>
            <p:cNvSpPr/>
            <p:nvPr/>
          </p:nvSpPr>
          <p:spPr>
            <a:xfrm>
              <a:off x="5199848"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4" name="Cube 3513"/>
            <p:cNvSpPr/>
            <p:nvPr/>
          </p:nvSpPr>
          <p:spPr>
            <a:xfrm>
              <a:off x="5518026"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5" name="Cube 3514"/>
            <p:cNvSpPr/>
            <p:nvPr/>
          </p:nvSpPr>
          <p:spPr>
            <a:xfrm>
              <a:off x="5836205"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6" name="Cube 3515"/>
            <p:cNvSpPr/>
            <p:nvPr/>
          </p:nvSpPr>
          <p:spPr>
            <a:xfrm>
              <a:off x="6154383"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7" name="Cube 3516"/>
            <p:cNvSpPr/>
            <p:nvPr/>
          </p:nvSpPr>
          <p:spPr>
            <a:xfrm>
              <a:off x="6472561"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8" name="Cube 3517"/>
            <p:cNvSpPr/>
            <p:nvPr/>
          </p:nvSpPr>
          <p:spPr>
            <a:xfrm>
              <a:off x="6790740"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9" name="Cube 3518"/>
            <p:cNvSpPr/>
            <p:nvPr/>
          </p:nvSpPr>
          <p:spPr>
            <a:xfrm>
              <a:off x="7108918"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0" name="Cube 3519"/>
            <p:cNvSpPr/>
            <p:nvPr/>
          </p:nvSpPr>
          <p:spPr>
            <a:xfrm>
              <a:off x="7427096"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1" name="Cube 3520"/>
            <p:cNvSpPr/>
            <p:nvPr/>
          </p:nvSpPr>
          <p:spPr>
            <a:xfrm>
              <a:off x="5199848"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2" name="Cube 3521"/>
            <p:cNvSpPr/>
            <p:nvPr/>
          </p:nvSpPr>
          <p:spPr>
            <a:xfrm>
              <a:off x="5518026"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3" name="Cube 3522"/>
            <p:cNvSpPr/>
            <p:nvPr/>
          </p:nvSpPr>
          <p:spPr>
            <a:xfrm>
              <a:off x="5836205"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4" name="Cube 3523"/>
            <p:cNvSpPr/>
            <p:nvPr/>
          </p:nvSpPr>
          <p:spPr>
            <a:xfrm>
              <a:off x="6154383"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5" name="Cube 3524"/>
            <p:cNvSpPr/>
            <p:nvPr/>
          </p:nvSpPr>
          <p:spPr>
            <a:xfrm>
              <a:off x="6472561"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6" name="Cube 3525"/>
            <p:cNvSpPr/>
            <p:nvPr/>
          </p:nvSpPr>
          <p:spPr>
            <a:xfrm>
              <a:off x="6790740"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7" name="Cube 3526"/>
            <p:cNvSpPr/>
            <p:nvPr/>
          </p:nvSpPr>
          <p:spPr>
            <a:xfrm>
              <a:off x="7108918"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8" name="Cube 3527"/>
            <p:cNvSpPr/>
            <p:nvPr/>
          </p:nvSpPr>
          <p:spPr>
            <a:xfrm>
              <a:off x="7427096"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9" name="Cube 3528"/>
            <p:cNvSpPr/>
            <p:nvPr/>
          </p:nvSpPr>
          <p:spPr>
            <a:xfrm>
              <a:off x="506558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0" name="Cube 3529"/>
            <p:cNvSpPr/>
            <p:nvPr/>
          </p:nvSpPr>
          <p:spPr>
            <a:xfrm>
              <a:off x="538376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1" name="Cube 3530"/>
            <p:cNvSpPr/>
            <p:nvPr/>
          </p:nvSpPr>
          <p:spPr>
            <a:xfrm>
              <a:off x="5701939"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2" name="Cube 3531"/>
            <p:cNvSpPr/>
            <p:nvPr/>
          </p:nvSpPr>
          <p:spPr>
            <a:xfrm>
              <a:off x="6020117"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3" name="Cube 3532"/>
            <p:cNvSpPr/>
            <p:nvPr/>
          </p:nvSpPr>
          <p:spPr>
            <a:xfrm>
              <a:off x="6338295"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4" name="Cube 3533"/>
            <p:cNvSpPr/>
            <p:nvPr/>
          </p:nvSpPr>
          <p:spPr>
            <a:xfrm>
              <a:off x="6656474"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5" name="Cube 3534"/>
            <p:cNvSpPr/>
            <p:nvPr/>
          </p:nvSpPr>
          <p:spPr>
            <a:xfrm>
              <a:off x="697465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6" name="Cube 3535"/>
            <p:cNvSpPr/>
            <p:nvPr/>
          </p:nvSpPr>
          <p:spPr>
            <a:xfrm>
              <a:off x="729283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7" name="Cube 3536"/>
            <p:cNvSpPr/>
            <p:nvPr/>
          </p:nvSpPr>
          <p:spPr>
            <a:xfrm>
              <a:off x="506558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8" name="Cube 3537"/>
            <p:cNvSpPr/>
            <p:nvPr/>
          </p:nvSpPr>
          <p:spPr>
            <a:xfrm>
              <a:off x="538376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9" name="Cube 3538"/>
            <p:cNvSpPr/>
            <p:nvPr/>
          </p:nvSpPr>
          <p:spPr>
            <a:xfrm>
              <a:off x="5701939"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0" name="Cube 3539"/>
            <p:cNvSpPr/>
            <p:nvPr/>
          </p:nvSpPr>
          <p:spPr>
            <a:xfrm>
              <a:off x="6020117"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1" name="Cube 3540"/>
            <p:cNvSpPr/>
            <p:nvPr/>
          </p:nvSpPr>
          <p:spPr>
            <a:xfrm>
              <a:off x="6338295"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2" name="Cube 3541"/>
            <p:cNvSpPr/>
            <p:nvPr/>
          </p:nvSpPr>
          <p:spPr>
            <a:xfrm>
              <a:off x="6656474"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3" name="Cube 3542"/>
            <p:cNvSpPr/>
            <p:nvPr/>
          </p:nvSpPr>
          <p:spPr>
            <a:xfrm>
              <a:off x="697465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4" name="Cube 3543"/>
            <p:cNvSpPr/>
            <p:nvPr/>
          </p:nvSpPr>
          <p:spPr>
            <a:xfrm>
              <a:off x="729283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5" name="Cube 3544"/>
            <p:cNvSpPr/>
            <p:nvPr/>
          </p:nvSpPr>
          <p:spPr>
            <a:xfrm>
              <a:off x="506558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6" name="Cube 3545"/>
            <p:cNvSpPr/>
            <p:nvPr/>
          </p:nvSpPr>
          <p:spPr>
            <a:xfrm>
              <a:off x="538376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7" name="Cube 3546"/>
            <p:cNvSpPr/>
            <p:nvPr/>
          </p:nvSpPr>
          <p:spPr>
            <a:xfrm>
              <a:off x="5701939"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8" name="Cube 3547"/>
            <p:cNvSpPr/>
            <p:nvPr/>
          </p:nvSpPr>
          <p:spPr>
            <a:xfrm>
              <a:off x="6020117"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9" name="Cube 3548"/>
            <p:cNvSpPr/>
            <p:nvPr/>
          </p:nvSpPr>
          <p:spPr>
            <a:xfrm>
              <a:off x="6338295"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0" name="Cube 3549"/>
            <p:cNvSpPr/>
            <p:nvPr/>
          </p:nvSpPr>
          <p:spPr>
            <a:xfrm>
              <a:off x="6656474"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1" name="Cube 3550"/>
            <p:cNvSpPr/>
            <p:nvPr/>
          </p:nvSpPr>
          <p:spPr>
            <a:xfrm>
              <a:off x="697465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2" name="Cube 3551"/>
            <p:cNvSpPr/>
            <p:nvPr/>
          </p:nvSpPr>
          <p:spPr>
            <a:xfrm>
              <a:off x="729283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3" name="Cube 3552"/>
            <p:cNvSpPr/>
            <p:nvPr/>
          </p:nvSpPr>
          <p:spPr>
            <a:xfrm>
              <a:off x="5065582"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4" name="Cube 3553"/>
            <p:cNvSpPr/>
            <p:nvPr/>
          </p:nvSpPr>
          <p:spPr>
            <a:xfrm>
              <a:off x="5383760"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5" name="Cube 3554"/>
            <p:cNvSpPr/>
            <p:nvPr/>
          </p:nvSpPr>
          <p:spPr>
            <a:xfrm>
              <a:off x="5701939"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6" name="Cube 3555"/>
            <p:cNvSpPr/>
            <p:nvPr/>
          </p:nvSpPr>
          <p:spPr>
            <a:xfrm>
              <a:off x="6020117"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7" name="Cube 3556"/>
            <p:cNvSpPr/>
            <p:nvPr/>
          </p:nvSpPr>
          <p:spPr>
            <a:xfrm>
              <a:off x="6338295"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8" name="Cube 3557"/>
            <p:cNvSpPr/>
            <p:nvPr/>
          </p:nvSpPr>
          <p:spPr>
            <a:xfrm>
              <a:off x="6656474"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9" name="Cube 3558"/>
            <p:cNvSpPr/>
            <p:nvPr/>
          </p:nvSpPr>
          <p:spPr>
            <a:xfrm>
              <a:off x="6974652"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0" name="Cube 3559"/>
            <p:cNvSpPr/>
            <p:nvPr/>
          </p:nvSpPr>
          <p:spPr>
            <a:xfrm>
              <a:off x="7292830"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1" name="Cube 3560"/>
            <p:cNvSpPr/>
            <p:nvPr/>
          </p:nvSpPr>
          <p:spPr>
            <a:xfrm>
              <a:off x="5065582"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2" name="Cube 3561"/>
            <p:cNvSpPr/>
            <p:nvPr/>
          </p:nvSpPr>
          <p:spPr>
            <a:xfrm>
              <a:off x="5383760"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3" name="Cube 3562"/>
            <p:cNvSpPr/>
            <p:nvPr/>
          </p:nvSpPr>
          <p:spPr>
            <a:xfrm>
              <a:off x="5701939"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4" name="Cube 3563"/>
            <p:cNvSpPr/>
            <p:nvPr/>
          </p:nvSpPr>
          <p:spPr>
            <a:xfrm>
              <a:off x="6020117"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5" name="Cube 3564"/>
            <p:cNvSpPr/>
            <p:nvPr/>
          </p:nvSpPr>
          <p:spPr>
            <a:xfrm>
              <a:off x="6338295"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6" name="Cube 3565"/>
            <p:cNvSpPr/>
            <p:nvPr/>
          </p:nvSpPr>
          <p:spPr>
            <a:xfrm>
              <a:off x="6656474"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7" name="Cube 3566"/>
            <p:cNvSpPr/>
            <p:nvPr/>
          </p:nvSpPr>
          <p:spPr>
            <a:xfrm>
              <a:off x="6974652"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8" name="Cube 3567"/>
            <p:cNvSpPr/>
            <p:nvPr/>
          </p:nvSpPr>
          <p:spPr>
            <a:xfrm>
              <a:off x="7292830"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9" name="Cube 3568"/>
            <p:cNvSpPr/>
            <p:nvPr/>
          </p:nvSpPr>
          <p:spPr>
            <a:xfrm>
              <a:off x="5065582"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0" name="Cube 3569"/>
            <p:cNvSpPr/>
            <p:nvPr/>
          </p:nvSpPr>
          <p:spPr>
            <a:xfrm>
              <a:off x="5383760"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1" name="Cube 3570"/>
            <p:cNvSpPr/>
            <p:nvPr/>
          </p:nvSpPr>
          <p:spPr>
            <a:xfrm>
              <a:off x="5701939"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2" name="Cube 3571"/>
            <p:cNvSpPr/>
            <p:nvPr/>
          </p:nvSpPr>
          <p:spPr>
            <a:xfrm>
              <a:off x="6020117"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3" name="Cube 3572"/>
            <p:cNvSpPr/>
            <p:nvPr/>
          </p:nvSpPr>
          <p:spPr>
            <a:xfrm>
              <a:off x="6338295"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4" name="Cube 3573"/>
            <p:cNvSpPr/>
            <p:nvPr/>
          </p:nvSpPr>
          <p:spPr>
            <a:xfrm>
              <a:off x="6656474"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5" name="Cube 3574"/>
            <p:cNvSpPr/>
            <p:nvPr/>
          </p:nvSpPr>
          <p:spPr>
            <a:xfrm>
              <a:off x="6974652"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6" name="Cube 3575"/>
            <p:cNvSpPr/>
            <p:nvPr/>
          </p:nvSpPr>
          <p:spPr>
            <a:xfrm>
              <a:off x="7292830"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7" name="Cube 3576"/>
            <p:cNvSpPr/>
            <p:nvPr/>
          </p:nvSpPr>
          <p:spPr>
            <a:xfrm>
              <a:off x="5065582"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8" name="Cube 3577"/>
            <p:cNvSpPr/>
            <p:nvPr/>
          </p:nvSpPr>
          <p:spPr>
            <a:xfrm>
              <a:off x="5383760"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9" name="Cube 3578"/>
            <p:cNvSpPr/>
            <p:nvPr/>
          </p:nvSpPr>
          <p:spPr>
            <a:xfrm>
              <a:off x="5701939"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0" name="Cube 3579"/>
            <p:cNvSpPr/>
            <p:nvPr/>
          </p:nvSpPr>
          <p:spPr>
            <a:xfrm>
              <a:off x="6020117"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1" name="Cube 3580"/>
            <p:cNvSpPr/>
            <p:nvPr/>
          </p:nvSpPr>
          <p:spPr>
            <a:xfrm>
              <a:off x="6338295"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2" name="Cube 3581"/>
            <p:cNvSpPr/>
            <p:nvPr/>
          </p:nvSpPr>
          <p:spPr>
            <a:xfrm>
              <a:off x="6656474"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3" name="Cube 3582"/>
            <p:cNvSpPr/>
            <p:nvPr/>
          </p:nvSpPr>
          <p:spPr>
            <a:xfrm>
              <a:off x="6974652"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4" name="Cube 3583"/>
            <p:cNvSpPr/>
            <p:nvPr/>
          </p:nvSpPr>
          <p:spPr>
            <a:xfrm>
              <a:off x="7292830"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5" name="Cube 3584"/>
            <p:cNvSpPr/>
            <p:nvPr/>
          </p:nvSpPr>
          <p:spPr>
            <a:xfrm>
              <a:off x="5065582"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6" name="Cube 3585"/>
            <p:cNvSpPr/>
            <p:nvPr/>
          </p:nvSpPr>
          <p:spPr>
            <a:xfrm>
              <a:off x="5383760"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7" name="Cube 3586"/>
            <p:cNvSpPr/>
            <p:nvPr/>
          </p:nvSpPr>
          <p:spPr>
            <a:xfrm>
              <a:off x="5701939"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8" name="Cube 3587"/>
            <p:cNvSpPr/>
            <p:nvPr/>
          </p:nvSpPr>
          <p:spPr>
            <a:xfrm>
              <a:off x="6020117"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9" name="Cube 3588"/>
            <p:cNvSpPr/>
            <p:nvPr/>
          </p:nvSpPr>
          <p:spPr>
            <a:xfrm>
              <a:off x="6338295"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0" name="Cube 3589"/>
            <p:cNvSpPr/>
            <p:nvPr/>
          </p:nvSpPr>
          <p:spPr>
            <a:xfrm>
              <a:off x="6656474"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1" name="Cube 3590"/>
            <p:cNvSpPr/>
            <p:nvPr/>
          </p:nvSpPr>
          <p:spPr>
            <a:xfrm>
              <a:off x="6974652"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2" name="Cube 3591"/>
            <p:cNvSpPr/>
            <p:nvPr/>
          </p:nvSpPr>
          <p:spPr>
            <a:xfrm>
              <a:off x="7292830"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3" name="Cube 3592"/>
            <p:cNvSpPr/>
            <p:nvPr/>
          </p:nvSpPr>
          <p:spPr>
            <a:xfrm>
              <a:off x="493131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4" name="Cube 3593"/>
            <p:cNvSpPr/>
            <p:nvPr/>
          </p:nvSpPr>
          <p:spPr>
            <a:xfrm>
              <a:off x="524949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5" name="Cube 3594"/>
            <p:cNvSpPr/>
            <p:nvPr/>
          </p:nvSpPr>
          <p:spPr>
            <a:xfrm>
              <a:off x="5567673"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6" name="Cube 3595"/>
            <p:cNvSpPr/>
            <p:nvPr/>
          </p:nvSpPr>
          <p:spPr>
            <a:xfrm>
              <a:off x="5885851"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7" name="Cube 3596"/>
            <p:cNvSpPr/>
            <p:nvPr/>
          </p:nvSpPr>
          <p:spPr>
            <a:xfrm>
              <a:off x="6204029"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8" name="Cube 3597"/>
            <p:cNvSpPr/>
            <p:nvPr/>
          </p:nvSpPr>
          <p:spPr>
            <a:xfrm>
              <a:off x="6522208"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9" name="Cube 3598"/>
            <p:cNvSpPr/>
            <p:nvPr/>
          </p:nvSpPr>
          <p:spPr>
            <a:xfrm>
              <a:off x="684038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0" name="Cube 3599"/>
            <p:cNvSpPr/>
            <p:nvPr/>
          </p:nvSpPr>
          <p:spPr>
            <a:xfrm>
              <a:off x="715856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1" name="Cube 3600"/>
            <p:cNvSpPr/>
            <p:nvPr/>
          </p:nvSpPr>
          <p:spPr>
            <a:xfrm>
              <a:off x="493131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2" name="Cube 3601"/>
            <p:cNvSpPr/>
            <p:nvPr/>
          </p:nvSpPr>
          <p:spPr>
            <a:xfrm>
              <a:off x="524949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3" name="Cube 3602"/>
            <p:cNvSpPr/>
            <p:nvPr/>
          </p:nvSpPr>
          <p:spPr>
            <a:xfrm>
              <a:off x="5567673"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4" name="Cube 3603"/>
            <p:cNvSpPr/>
            <p:nvPr/>
          </p:nvSpPr>
          <p:spPr>
            <a:xfrm>
              <a:off x="5885851"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5" name="Cube 3604"/>
            <p:cNvSpPr/>
            <p:nvPr/>
          </p:nvSpPr>
          <p:spPr>
            <a:xfrm>
              <a:off x="6204029"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6" name="Cube 3605"/>
            <p:cNvSpPr/>
            <p:nvPr/>
          </p:nvSpPr>
          <p:spPr>
            <a:xfrm>
              <a:off x="6522208"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7" name="Cube 3606"/>
            <p:cNvSpPr/>
            <p:nvPr/>
          </p:nvSpPr>
          <p:spPr>
            <a:xfrm>
              <a:off x="684038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8" name="Cube 3607"/>
            <p:cNvSpPr/>
            <p:nvPr/>
          </p:nvSpPr>
          <p:spPr>
            <a:xfrm>
              <a:off x="715856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9" name="Cube 3608"/>
            <p:cNvSpPr/>
            <p:nvPr/>
          </p:nvSpPr>
          <p:spPr>
            <a:xfrm>
              <a:off x="493131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0" name="Cube 3609"/>
            <p:cNvSpPr/>
            <p:nvPr/>
          </p:nvSpPr>
          <p:spPr>
            <a:xfrm>
              <a:off x="524949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1" name="Cube 3610"/>
            <p:cNvSpPr/>
            <p:nvPr/>
          </p:nvSpPr>
          <p:spPr>
            <a:xfrm>
              <a:off x="5567673"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2" name="Cube 3611"/>
            <p:cNvSpPr/>
            <p:nvPr/>
          </p:nvSpPr>
          <p:spPr>
            <a:xfrm>
              <a:off x="5885851"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3" name="Cube 3612"/>
            <p:cNvSpPr/>
            <p:nvPr/>
          </p:nvSpPr>
          <p:spPr>
            <a:xfrm>
              <a:off x="6204029"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4" name="Cube 3613"/>
            <p:cNvSpPr/>
            <p:nvPr/>
          </p:nvSpPr>
          <p:spPr>
            <a:xfrm>
              <a:off x="6522208"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5" name="Cube 3614"/>
            <p:cNvSpPr/>
            <p:nvPr/>
          </p:nvSpPr>
          <p:spPr>
            <a:xfrm>
              <a:off x="684038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6" name="Cube 3615"/>
            <p:cNvSpPr/>
            <p:nvPr/>
          </p:nvSpPr>
          <p:spPr>
            <a:xfrm>
              <a:off x="715856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7" name="Cube 3616"/>
            <p:cNvSpPr/>
            <p:nvPr/>
          </p:nvSpPr>
          <p:spPr>
            <a:xfrm>
              <a:off x="493131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8" name="Cube 3617"/>
            <p:cNvSpPr/>
            <p:nvPr/>
          </p:nvSpPr>
          <p:spPr>
            <a:xfrm>
              <a:off x="524949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9" name="Cube 3618"/>
            <p:cNvSpPr/>
            <p:nvPr/>
          </p:nvSpPr>
          <p:spPr>
            <a:xfrm>
              <a:off x="5567673"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0" name="Cube 3619"/>
            <p:cNvSpPr/>
            <p:nvPr/>
          </p:nvSpPr>
          <p:spPr>
            <a:xfrm>
              <a:off x="5885851"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1" name="Cube 3620"/>
            <p:cNvSpPr/>
            <p:nvPr/>
          </p:nvSpPr>
          <p:spPr>
            <a:xfrm>
              <a:off x="6204029"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2" name="Cube 3621"/>
            <p:cNvSpPr/>
            <p:nvPr/>
          </p:nvSpPr>
          <p:spPr>
            <a:xfrm>
              <a:off x="6522208"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3" name="Cube 3622"/>
            <p:cNvSpPr/>
            <p:nvPr/>
          </p:nvSpPr>
          <p:spPr>
            <a:xfrm>
              <a:off x="684038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4" name="Cube 3623"/>
            <p:cNvSpPr/>
            <p:nvPr/>
          </p:nvSpPr>
          <p:spPr>
            <a:xfrm>
              <a:off x="715856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5" name="Cube 3624"/>
            <p:cNvSpPr/>
            <p:nvPr/>
          </p:nvSpPr>
          <p:spPr>
            <a:xfrm>
              <a:off x="4931316"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6" name="Cube 3625"/>
            <p:cNvSpPr/>
            <p:nvPr/>
          </p:nvSpPr>
          <p:spPr>
            <a:xfrm>
              <a:off x="5249494"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7" name="Cube 3626"/>
            <p:cNvSpPr/>
            <p:nvPr/>
          </p:nvSpPr>
          <p:spPr>
            <a:xfrm>
              <a:off x="5567673"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8" name="Cube 3627"/>
            <p:cNvSpPr/>
            <p:nvPr/>
          </p:nvSpPr>
          <p:spPr>
            <a:xfrm>
              <a:off x="5885851"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9" name="Cube 3628"/>
            <p:cNvSpPr/>
            <p:nvPr/>
          </p:nvSpPr>
          <p:spPr>
            <a:xfrm>
              <a:off x="6204029"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0" name="Cube 3629"/>
            <p:cNvSpPr/>
            <p:nvPr/>
          </p:nvSpPr>
          <p:spPr>
            <a:xfrm>
              <a:off x="6522208"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1" name="Cube 3630"/>
            <p:cNvSpPr/>
            <p:nvPr/>
          </p:nvSpPr>
          <p:spPr>
            <a:xfrm>
              <a:off x="6840386"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2" name="Cube 3631"/>
            <p:cNvSpPr/>
            <p:nvPr/>
          </p:nvSpPr>
          <p:spPr>
            <a:xfrm>
              <a:off x="7158564"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3" name="Cube 3632"/>
            <p:cNvSpPr/>
            <p:nvPr/>
          </p:nvSpPr>
          <p:spPr>
            <a:xfrm>
              <a:off x="4931316"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4" name="Cube 3633"/>
            <p:cNvSpPr/>
            <p:nvPr/>
          </p:nvSpPr>
          <p:spPr>
            <a:xfrm>
              <a:off x="5249494"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5" name="Cube 3634"/>
            <p:cNvSpPr/>
            <p:nvPr/>
          </p:nvSpPr>
          <p:spPr>
            <a:xfrm>
              <a:off x="5567673"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6" name="Cube 3635"/>
            <p:cNvSpPr/>
            <p:nvPr/>
          </p:nvSpPr>
          <p:spPr>
            <a:xfrm>
              <a:off x="5885851"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7" name="Cube 3636"/>
            <p:cNvSpPr/>
            <p:nvPr/>
          </p:nvSpPr>
          <p:spPr>
            <a:xfrm>
              <a:off x="6204029"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8" name="Cube 3637"/>
            <p:cNvSpPr/>
            <p:nvPr/>
          </p:nvSpPr>
          <p:spPr>
            <a:xfrm>
              <a:off x="6522208"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9" name="Cube 3638"/>
            <p:cNvSpPr/>
            <p:nvPr/>
          </p:nvSpPr>
          <p:spPr>
            <a:xfrm>
              <a:off x="6840386"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0" name="Cube 3639"/>
            <p:cNvSpPr/>
            <p:nvPr/>
          </p:nvSpPr>
          <p:spPr>
            <a:xfrm>
              <a:off x="7158564"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1" name="Cube 3640"/>
            <p:cNvSpPr/>
            <p:nvPr/>
          </p:nvSpPr>
          <p:spPr>
            <a:xfrm>
              <a:off x="4931316"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2" name="Cube 3641"/>
            <p:cNvSpPr/>
            <p:nvPr/>
          </p:nvSpPr>
          <p:spPr>
            <a:xfrm>
              <a:off x="5249494"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3" name="Cube 3642"/>
            <p:cNvSpPr/>
            <p:nvPr/>
          </p:nvSpPr>
          <p:spPr>
            <a:xfrm>
              <a:off x="5567673"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4" name="Cube 3643"/>
            <p:cNvSpPr/>
            <p:nvPr/>
          </p:nvSpPr>
          <p:spPr>
            <a:xfrm>
              <a:off x="5885851"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5" name="Cube 3644"/>
            <p:cNvSpPr/>
            <p:nvPr/>
          </p:nvSpPr>
          <p:spPr>
            <a:xfrm>
              <a:off x="6204029"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6" name="Cube 3645"/>
            <p:cNvSpPr/>
            <p:nvPr/>
          </p:nvSpPr>
          <p:spPr>
            <a:xfrm>
              <a:off x="6522208"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7" name="Cube 3646"/>
            <p:cNvSpPr/>
            <p:nvPr/>
          </p:nvSpPr>
          <p:spPr>
            <a:xfrm>
              <a:off x="6840386"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8" name="Cube 3647"/>
            <p:cNvSpPr/>
            <p:nvPr/>
          </p:nvSpPr>
          <p:spPr>
            <a:xfrm>
              <a:off x="7158564"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9" name="Cube 3648"/>
            <p:cNvSpPr/>
            <p:nvPr/>
          </p:nvSpPr>
          <p:spPr>
            <a:xfrm>
              <a:off x="4931316"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0" name="Cube 3649"/>
            <p:cNvSpPr/>
            <p:nvPr/>
          </p:nvSpPr>
          <p:spPr>
            <a:xfrm>
              <a:off x="5249494"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1" name="Cube 3650"/>
            <p:cNvSpPr/>
            <p:nvPr/>
          </p:nvSpPr>
          <p:spPr>
            <a:xfrm>
              <a:off x="5567673"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2" name="Cube 3651"/>
            <p:cNvSpPr/>
            <p:nvPr/>
          </p:nvSpPr>
          <p:spPr>
            <a:xfrm>
              <a:off x="5885851"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3" name="Cube 3652"/>
            <p:cNvSpPr/>
            <p:nvPr/>
          </p:nvSpPr>
          <p:spPr>
            <a:xfrm>
              <a:off x="6204029"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4" name="Cube 3653"/>
            <p:cNvSpPr/>
            <p:nvPr/>
          </p:nvSpPr>
          <p:spPr>
            <a:xfrm>
              <a:off x="6522208"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5" name="Cube 3654"/>
            <p:cNvSpPr/>
            <p:nvPr/>
          </p:nvSpPr>
          <p:spPr>
            <a:xfrm>
              <a:off x="6840386"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6" name="Cube 3655"/>
            <p:cNvSpPr/>
            <p:nvPr/>
          </p:nvSpPr>
          <p:spPr>
            <a:xfrm>
              <a:off x="7158564"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7" name="Cube 3656"/>
            <p:cNvSpPr/>
            <p:nvPr/>
          </p:nvSpPr>
          <p:spPr>
            <a:xfrm>
              <a:off x="479705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8" name="Cube 3657"/>
            <p:cNvSpPr/>
            <p:nvPr/>
          </p:nvSpPr>
          <p:spPr>
            <a:xfrm>
              <a:off x="511522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9" name="Cube 3658"/>
            <p:cNvSpPr/>
            <p:nvPr/>
          </p:nvSpPr>
          <p:spPr>
            <a:xfrm>
              <a:off x="5433407"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0" name="Cube 3659"/>
            <p:cNvSpPr/>
            <p:nvPr/>
          </p:nvSpPr>
          <p:spPr>
            <a:xfrm>
              <a:off x="5751585"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1" name="Cube 3660"/>
            <p:cNvSpPr/>
            <p:nvPr/>
          </p:nvSpPr>
          <p:spPr>
            <a:xfrm>
              <a:off x="6069763"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2" name="Cube 3661"/>
            <p:cNvSpPr/>
            <p:nvPr/>
          </p:nvSpPr>
          <p:spPr>
            <a:xfrm>
              <a:off x="6387942"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3" name="Cube 3662"/>
            <p:cNvSpPr/>
            <p:nvPr/>
          </p:nvSpPr>
          <p:spPr>
            <a:xfrm>
              <a:off x="670612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4" name="Cube 3663"/>
            <p:cNvSpPr/>
            <p:nvPr/>
          </p:nvSpPr>
          <p:spPr>
            <a:xfrm>
              <a:off x="702429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5" name="Cube 3664"/>
            <p:cNvSpPr/>
            <p:nvPr/>
          </p:nvSpPr>
          <p:spPr>
            <a:xfrm>
              <a:off x="479705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6" name="Cube 3665"/>
            <p:cNvSpPr/>
            <p:nvPr/>
          </p:nvSpPr>
          <p:spPr>
            <a:xfrm>
              <a:off x="511522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7" name="Cube 3666"/>
            <p:cNvSpPr/>
            <p:nvPr/>
          </p:nvSpPr>
          <p:spPr>
            <a:xfrm>
              <a:off x="5433407"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8" name="Cube 3667"/>
            <p:cNvSpPr/>
            <p:nvPr/>
          </p:nvSpPr>
          <p:spPr>
            <a:xfrm>
              <a:off x="5751585"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9" name="Cube 3668"/>
            <p:cNvSpPr/>
            <p:nvPr/>
          </p:nvSpPr>
          <p:spPr>
            <a:xfrm>
              <a:off x="6069763"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0" name="Cube 3669"/>
            <p:cNvSpPr/>
            <p:nvPr/>
          </p:nvSpPr>
          <p:spPr>
            <a:xfrm>
              <a:off x="6387942"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1" name="Cube 3670"/>
            <p:cNvSpPr/>
            <p:nvPr/>
          </p:nvSpPr>
          <p:spPr>
            <a:xfrm>
              <a:off x="670612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2" name="Cube 3671"/>
            <p:cNvSpPr/>
            <p:nvPr/>
          </p:nvSpPr>
          <p:spPr>
            <a:xfrm>
              <a:off x="702429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3" name="Cube 3672"/>
            <p:cNvSpPr/>
            <p:nvPr/>
          </p:nvSpPr>
          <p:spPr>
            <a:xfrm>
              <a:off x="479705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4" name="Cube 3673"/>
            <p:cNvSpPr/>
            <p:nvPr/>
          </p:nvSpPr>
          <p:spPr>
            <a:xfrm>
              <a:off x="511522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5" name="Cube 3674"/>
            <p:cNvSpPr/>
            <p:nvPr/>
          </p:nvSpPr>
          <p:spPr>
            <a:xfrm>
              <a:off x="5433407"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6" name="Cube 3675"/>
            <p:cNvSpPr/>
            <p:nvPr/>
          </p:nvSpPr>
          <p:spPr>
            <a:xfrm>
              <a:off x="5751585"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7" name="Cube 3676"/>
            <p:cNvSpPr/>
            <p:nvPr/>
          </p:nvSpPr>
          <p:spPr>
            <a:xfrm>
              <a:off x="6069763"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8" name="Cube 3677"/>
            <p:cNvSpPr/>
            <p:nvPr/>
          </p:nvSpPr>
          <p:spPr>
            <a:xfrm>
              <a:off x="6387942"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9" name="Cube 3678"/>
            <p:cNvSpPr/>
            <p:nvPr/>
          </p:nvSpPr>
          <p:spPr>
            <a:xfrm>
              <a:off x="670612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0" name="Cube 3679"/>
            <p:cNvSpPr/>
            <p:nvPr/>
          </p:nvSpPr>
          <p:spPr>
            <a:xfrm>
              <a:off x="702429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1" name="Cube 3680"/>
            <p:cNvSpPr/>
            <p:nvPr/>
          </p:nvSpPr>
          <p:spPr>
            <a:xfrm>
              <a:off x="479705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2" name="Cube 3681"/>
            <p:cNvSpPr/>
            <p:nvPr/>
          </p:nvSpPr>
          <p:spPr>
            <a:xfrm>
              <a:off x="511522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3" name="Cube 3682"/>
            <p:cNvSpPr/>
            <p:nvPr/>
          </p:nvSpPr>
          <p:spPr>
            <a:xfrm>
              <a:off x="5433407"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4" name="Cube 3683"/>
            <p:cNvSpPr/>
            <p:nvPr/>
          </p:nvSpPr>
          <p:spPr>
            <a:xfrm>
              <a:off x="5751585"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5" name="Cube 3684"/>
            <p:cNvSpPr/>
            <p:nvPr/>
          </p:nvSpPr>
          <p:spPr>
            <a:xfrm>
              <a:off x="6069763"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6" name="Cube 3685"/>
            <p:cNvSpPr/>
            <p:nvPr/>
          </p:nvSpPr>
          <p:spPr>
            <a:xfrm>
              <a:off x="6387942"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7" name="Cube 3686"/>
            <p:cNvSpPr/>
            <p:nvPr/>
          </p:nvSpPr>
          <p:spPr>
            <a:xfrm>
              <a:off x="670612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8" name="Cube 3687"/>
            <p:cNvSpPr/>
            <p:nvPr/>
          </p:nvSpPr>
          <p:spPr>
            <a:xfrm>
              <a:off x="702429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9" name="Cube 3688"/>
            <p:cNvSpPr/>
            <p:nvPr/>
          </p:nvSpPr>
          <p:spPr>
            <a:xfrm>
              <a:off x="4797050" y="353638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0" name="Cube 3689"/>
            <p:cNvSpPr/>
            <p:nvPr/>
          </p:nvSpPr>
          <p:spPr>
            <a:xfrm>
              <a:off x="5115228" y="353638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1" name="Cube 3690"/>
            <p:cNvSpPr/>
            <p:nvPr/>
          </p:nvSpPr>
          <p:spPr>
            <a:xfrm>
              <a:off x="5433407" y="353638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2" name="Cube 3691"/>
            <p:cNvSpPr/>
            <p:nvPr/>
          </p:nvSpPr>
          <p:spPr>
            <a:xfrm>
              <a:off x="5751585" y="353638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3" name="Cube 3692"/>
            <p:cNvSpPr/>
            <p:nvPr/>
          </p:nvSpPr>
          <p:spPr>
            <a:xfrm>
              <a:off x="6069763"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4" name="Cube 3693"/>
            <p:cNvSpPr/>
            <p:nvPr/>
          </p:nvSpPr>
          <p:spPr>
            <a:xfrm>
              <a:off x="6387942"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5" name="Cube 3694"/>
            <p:cNvSpPr/>
            <p:nvPr/>
          </p:nvSpPr>
          <p:spPr>
            <a:xfrm>
              <a:off x="6706120"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6" name="Cube 3695"/>
            <p:cNvSpPr/>
            <p:nvPr/>
          </p:nvSpPr>
          <p:spPr>
            <a:xfrm>
              <a:off x="7024298"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7" name="Cube 3696"/>
            <p:cNvSpPr/>
            <p:nvPr/>
          </p:nvSpPr>
          <p:spPr>
            <a:xfrm>
              <a:off x="4797050" y="3198730"/>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8" name="Cube 3697"/>
            <p:cNvSpPr/>
            <p:nvPr/>
          </p:nvSpPr>
          <p:spPr>
            <a:xfrm>
              <a:off x="5115228" y="3198730"/>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9" name="Cube 3698"/>
            <p:cNvSpPr/>
            <p:nvPr/>
          </p:nvSpPr>
          <p:spPr>
            <a:xfrm>
              <a:off x="5433407" y="3198730"/>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0" name="Cube 3699"/>
            <p:cNvSpPr/>
            <p:nvPr/>
          </p:nvSpPr>
          <p:spPr>
            <a:xfrm>
              <a:off x="5751585" y="3198730"/>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1" name="Cube 3700"/>
            <p:cNvSpPr/>
            <p:nvPr/>
          </p:nvSpPr>
          <p:spPr>
            <a:xfrm>
              <a:off x="6069763"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2" name="Cube 3701"/>
            <p:cNvSpPr/>
            <p:nvPr/>
          </p:nvSpPr>
          <p:spPr>
            <a:xfrm>
              <a:off x="6387942"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3" name="Cube 3702"/>
            <p:cNvSpPr/>
            <p:nvPr/>
          </p:nvSpPr>
          <p:spPr>
            <a:xfrm>
              <a:off x="6706120"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4" name="Cube 3703"/>
            <p:cNvSpPr/>
            <p:nvPr/>
          </p:nvSpPr>
          <p:spPr>
            <a:xfrm>
              <a:off x="7024298"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5" name="Cube 3704"/>
            <p:cNvSpPr/>
            <p:nvPr/>
          </p:nvSpPr>
          <p:spPr>
            <a:xfrm>
              <a:off x="4797050" y="286107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6" name="Cube 3705"/>
            <p:cNvSpPr/>
            <p:nvPr/>
          </p:nvSpPr>
          <p:spPr>
            <a:xfrm>
              <a:off x="5115228" y="286107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7" name="Cube 3706"/>
            <p:cNvSpPr/>
            <p:nvPr/>
          </p:nvSpPr>
          <p:spPr>
            <a:xfrm>
              <a:off x="5433407" y="286107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8" name="Cube 3707"/>
            <p:cNvSpPr/>
            <p:nvPr/>
          </p:nvSpPr>
          <p:spPr>
            <a:xfrm>
              <a:off x="5751585" y="286107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9" name="Cube 3708"/>
            <p:cNvSpPr/>
            <p:nvPr/>
          </p:nvSpPr>
          <p:spPr>
            <a:xfrm>
              <a:off x="6069763"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0" name="Cube 3709"/>
            <p:cNvSpPr/>
            <p:nvPr/>
          </p:nvSpPr>
          <p:spPr>
            <a:xfrm>
              <a:off x="6387942"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1" name="Cube 3710"/>
            <p:cNvSpPr/>
            <p:nvPr/>
          </p:nvSpPr>
          <p:spPr>
            <a:xfrm>
              <a:off x="6706120"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2" name="Cube 3711"/>
            <p:cNvSpPr/>
            <p:nvPr/>
          </p:nvSpPr>
          <p:spPr>
            <a:xfrm>
              <a:off x="7024298"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3" name="Cube 3712"/>
            <p:cNvSpPr/>
            <p:nvPr/>
          </p:nvSpPr>
          <p:spPr>
            <a:xfrm>
              <a:off x="4797050" y="2523424"/>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4" name="Cube 3713"/>
            <p:cNvSpPr/>
            <p:nvPr/>
          </p:nvSpPr>
          <p:spPr>
            <a:xfrm>
              <a:off x="5115228" y="2523424"/>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5" name="Cube 3714"/>
            <p:cNvSpPr/>
            <p:nvPr/>
          </p:nvSpPr>
          <p:spPr>
            <a:xfrm>
              <a:off x="5433407" y="2523424"/>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6" name="Cube 3715"/>
            <p:cNvSpPr/>
            <p:nvPr/>
          </p:nvSpPr>
          <p:spPr>
            <a:xfrm>
              <a:off x="5751585" y="2523424"/>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7" name="Cube 3716"/>
            <p:cNvSpPr/>
            <p:nvPr/>
          </p:nvSpPr>
          <p:spPr>
            <a:xfrm>
              <a:off x="6069763"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8" name="Cube 3717"/>
            <p:cNvSpPr/>
            <p:nvPr/>
          </p:nvSpPr>
          <p:spPr>
            <a:xfrm>
              <a:off x="6387942"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9" name="Cube 3718"/>
            <p:cNvSpPr/>
            <p:nvPr/>
          </p:nvSpPr>
          <p:spPr>
            <a:xfrm>
              <a:off x="6706120"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0" name="Cube 3719"/>
            <p:cNvSpPr/>
            <p:nvPr/>
          </p:nvSpPr>
          <p:spPr>
            <a:xfrm>
              <a:off x="7024298"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700" name="TextBox 699"/>
          <p:cNvSpPr txBox="1"/>
          <p:nvPr/>
        </p:nvSpPr>
        <p:spPr>
          <a:xfrm>
            <a:off x="5501368" y="4974491"/>
            <a:ext cx="1066800" cy="369332"/>
          </a:xfrm>
          <a:prstGeom prst="rect">
            <a:avLst/>
          </a:prstGeom>
          <a:noFill/>
        </p:spPr>
        <p:txBody>
          <a:bodyPr wrap="square" rtlCol="0">
            <a:spAutoFit/>
          </a:bodyPr>
          <a:lstStyle/>
          <a:p>
            <a:pPr algn="ctr"/>
            <a:r>
              <a:rPr lang="en-US" dirty="0"/>
              <a:t>output</a:t>
            </a:r>
          </a:p>
        </p:txBody>
      </p:sp>
      <p:sp>
        <p:nvSpPr>
          <p:cNvPr id="701" name="TextBox 700"/>
          <p:cNvSpPr txBox="1"/>
          <p:nvPr/>
        </p:nvSpPr>
        <p:spPr>
          <a:xfrm>
            <a:off x="902335" y="3947480"/>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grpSp>
        <p:nvGrpSpPr>
          <p:cNvPr id="6" name="Group 5"/>
          <p:cNvGrpSpPr/>
          <p:nvPr/>
        </p:nvGrpSpPr>
        <p:grpSpPr>
          <a:xfrm>
            <a:off x="4887415" y="2155718"/>
            <a:ext cx="1005840" cy="1297803"/>
            <a:chOff x="4895035" y="2504988"/>
            <a:chExt cx="1005840" cy="1297803"/>
          </a:xfrm>
        </p:grpSpPr>
        <p:grpSp>
          <p:nvGrpSpPr>
            <p:cNvPr id="5" name="Group 4"/>
            <p:cNvGrpSpPr/>
            <p:nvPr/>
          </p:nvGrpSpPr>
          <p:grpSpPr>
            <a:xfrm>
              <a:off x="4895035" y="2504988"/>
              <a:ext cx="1005840" cy="274320"/>
              <a:chOff x="4831502" y="2403182"/>
              <a:chExt cx="997448" cy="377559"/>
            </a:xfrm>
          </p:grpSpPr>
          <p:sp>
            <p:nvSpPr>
              <p:cNvPr id="702" name="Freeform 701"/>
              <p:cNvSpPr>
                <a:spLocks noChangeAspect="1"/>
              </p:cNvSpPr>
              <p:nvPr/>
            </p:nvSpPr>
            <p:spPr>
              <a:xfrm>
                <a:off x="4831502"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5" name="Freeform 704"/>
              <p:cNvSpPr>
                <a:spLocks noChangeAspect="1"/>
              </p:cNvSpPr>
              <p:nvPr/>
            </p:nvSpPr>
            <p:spPr>
              <a:xfrm>
                <a:off x="5148745"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6" name="Freeform 705"/>
              <p:cNvSpPr>
                <a:spLocks noChangeAspect="1"/>
              </p:cNvSpPr>
              <p:nvPr/>
            </p:nvSpPr>
            <p:spPr>
              <a:xfrm>
                <a:off x="5465988"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7" name="Freeform 706"/>
              <p:cNvSpPr>
                <a:spLocks noChangeAspect="1"/>
              </p:cNvSpPr>
              <p:nvPr/>
            </p:nvSpPr>
            <p:spPr>
              <a:xfrm>
                <a:off x="5783230"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709" name="Group 708"/>
            <p:cNvGrpSpPr/>
            <p:nvPr/>
          </p:nvGrpSpPr>
          <p:grpSpPr>
            <a:xfrm>
              <a:off x="4895035" y="2846149"/>
              <a:ext cx="1005840" cy="274320"/>
              <a:chOff x="4831502" y="2403182"/>
              <a:chExt cx="997448" cy="377559"/>
            </a:xfrm>
          </p:grpSpPr>
          <p:sp>
            <p:nvSpPr>
              <p:cNvPr id="710" name="Freeform 709"/>
              <p:cNvSpPr>
                <a:spLocks noChangeAspect="1"/>
              </p:cNvSpPr>
              <p:nvPr/>
            </p:nvSpPr>
            <p:spPr>
              <a:xfrm>
                <a:off x="4831502"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1" name="Freeform 710"/>
              <p:cNvSpPr>
                <a:spLocks noChangeAspect="1"/>
              </p:cNvSpPr>
              <p:nvPr/>
            </p:nvSpPr>
            <p:spPr>
              <a:xfrm>
                <a:off x="5148745"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2" name="Freeform 711"/>
              <p:cNvSpPr>
                <a:spLocks noChangeAspect="1"/>
              </p:cNvSpPr>
              <p:nvPr/>
            </p:nvSpPr>
            <p:spPr>
              <a:xfrm>
                <a:off x="5465988"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3" name="Freeform 712"/>
              <p:cNvSpPr>
                <a:spLocks noChangeAspect="1"/>
              </p:cNvSpPr>
              <p:nvPr/>
            </p:nvSpPr>
            <p:spPr>
              <a:xfrm>
                <a:off x="5783230"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714" name="Group 713"/>
            <p:cNvGrpSpPr/>
            <p:nvPr/>
          </p:nvGrpSpPr>
          <p:grpSpPr>
            <a:xfrm>
              <a:off x="4895035" y="3187310"/>
              <a:ext cx="1005840" cy="274320"/>
              <a:chOff x="4831502" y="2403182"/>
              <a:chExt cx="997448" cy="377559"/>
            </a:xfrm>
          </p:grpSpPr>
          <p:sp>
            <p:nvSpPr>
              <p:cNvPr id="715" name="Freeform 714"/>
              <p:cNvSpPr>
                <a:spLocks noChangeAspect="1"/>
              </p:cNvSpPr>
              <p:nvPr/>
            </p:nvSpPr>
            <p:spPr>
              <a:xfrm>
                <a:off x="4831502"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6" name="Freeform 715"/>
              <p:cNvSpPr>
                <a:spLocks noChangeAspect="1"/>
              </p:cNvSpPr>
              <p:nvPr/>
            </p:nvSpPr>
            <p:spPr>
              <a:xfrm>
                <a:off x="5148745"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7" name="Freeform 716"/>
              <p:cNvSpPr>
                <a:spLocks noChangeAspect="1"/>
              </p:cNvSpPr>
              <p:nvPr/>
            </p:nvSpPr>
            <p:spPr>
              <a:xfrm>
                <a:off x="5465988"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8" name="Freeform 717"/>
              <p:cNvSpPr>
                <a:spLocks noChangeAspect="1"/>
              </p:cNvSpPr>
              <p:nvPr/>
            </p:nvSpPr>
            <p:spPr>
              <a:xfrm>
                <a:off x="5783230"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422" name="Group 1421"/>
            <p:cNvGrpSpPr/>
            <p:nvPr/>
          </p:nvGrpSpPr>
          <p:grpSpPr>
            <a:xfrm>
              <a:off x="4895035" y="3528471"/>
              <a:ext cx="1005840" cy="274320"/>
              <a:chOff x="4831502" y="2403182"/>
              <a:chExt cx="997448" cy="377559"/>
            </a:xfrm>
          </p:grpSpPr>
          <p:sp>
            <p:nvSpPr>
              <p:cNvPr id="1423" name="Freeform 1422"/>
              <p:cNvSpPr>
                <a:spLocks noChangeAspect="1"/>
              </p:cNvSpPr>
              <p:nvPr/>
            </p:nvSpPr>
            <p:spPr>
              <a:xfrm>
                <a:off x="4831502"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424" name="Freeform 1423"/>
              <p:cNvSpPr>
                <a:spLocks noChangeAspect="1"/>
              </p:cNvSpPr>
              <p:nvPr/>
            </p:nvSpPr>
            <p:spPr>
              <a:xfrm>
                <a:off x="5148745"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425" name="Freeform 1424"/>
              <p:cNvSpPr>
                <a:spLocks noChangeAspect="1"/>
              </p:cNvSpPr>
              <p:nvPr/>
            </p:nvSpPr>
            <p:spPr>
              <a:xfrm>
                <a:off x="5465988"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426" name="Freeform 1425"/>
              <p:cNvSpPr>
                <a:spLocks noChangeAspect="1"/>
              </p:cNvSpPr>
              <p:nvPr/>
            </p:nvSpPr>
            <p:spPr>
              <a:xfrm>
                <a:off x="5783230"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sp>
        <p:nvSpPr>
          <p:cNvPr id="1428" name="TextBox 1427"/>
          <p:cNvSpPr txBox="1"/>
          <p:nvPr/>
        </p:nvSpPr>
        <p:spPr>
          <a:xfrm>
            <a:off x="3076219" y="2424578"/>
            <a:ext cx="1597378" cy="1384995"/>
          </a:xfrm>
          <a:prstGeom prst="rect">
            <a:avLst/>
          </a:prstGeom>
          <a:noFill/>
        </p:spPr>
        <p:txBody>
          <a:bodyPr wrap="square" rtlCol="0">
            <a:spAutoFit/>
          </a:bodyPr>
          <a:lstStyle/>
          <a:p>
            <a:pPr algn="ctr"/>
            <a:r>
              <a:rPr lang="en-US" sz="1400" u="sng" dirty="0"/>
              <a:t>Solution:</a:t>
            </a:r>
          </a:p>
          <a:p>
            <a:pPr algn="ctr"/>
            <a:r>
              <a:rPr lang="en-US" sz="1400" dirty="0"/>
              <a:t>Assign enough threads for loading one input plane and processing one output plane</a:t>
            </a:r>
          </a:p>
        </p:txBody>
      </p:sp>
      <p:grpSp>
        <p:nvGrpSpPr>
          <p:cNvPr id="1429" name="Group 1428"/>
          <p:cNvGrpSpPr/>
          <p:nvPr/>
        </p:nvGrpSpPr>
        <p:grpSpPr>
          <a:xfrm>
            <a:off x="792609" y="1740215"/>
            <a:ext cx="2175720" cy="2192404"/>
            <a:chOff x="792609" y="2047575"/>
            <a:chExt cx="2175720" cy="2192404"/>
          </a:xfrm>
        </p:grpSpPr>
        <p:sp>
          <p:nvSpPr>
            <p:cNvPr id="1430" name="Cube 1429"/>
            <p:cNvSpPr/>
            <p:nvPr/>
          </p:nvSpPr>
          <p:spPr>
            <a:xfrm>
              <a:off x="1732474"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1" name="Cube 1430"/>
            <p:cNvSpPr/>
            <p:nvPr/>
          </p:nvSpPr>
          <p:spPr>
            <a:xfrm>
              <a:off x="2050652"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2" name="Cube 1431"/>
            <p:cNvSpPr/>
            <p:nvPr/>
          </p:nvSpPr>
          <p:spPr>
            <a:xfrm>
              <a:off x="1732474"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3" name="Cube 1432"/>
            <p:cNvSpPr/>
            <p:nvPr/>
          </p:nvSpPr>
          <p:spPr>
            <a:xfrm>
              <a:off x="2050652"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4" name="Cube 1433"/>
            <p:cNvSpPr/>
            <p:nvPr/>
          </p:nvSpPr>
          <p:spPr>
            <a:xfrm>
              <a:off x="2368831" y="337895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5" name="Cube 1434"/>
            <p:cNvSpPr/>
            <p:nvPr/>
          </p:nvSpPr>
          <p:spPr>
            <a:xfrm>
              <a:off x="1732474"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6" name="Cube 1435"/>
            <p:cNvSpPr/>
            <p:nvPr/>
          </p:nvSpPr>
          <p:spPr>
            <a:xfrm>
              <a:off x="2050652"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7" name="Cube 1436"/>
            <p:cNvSpPr/>
            <p:nvPr/>
          </p:nvSpPr>
          <p:spPr>
            <a:xfrm>
              <a:off x="2368831" y="30413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8" name="Cube 1437"/>
            <p:cNvSpPr/>
            <p:nvPr/>
          </p:nvSpPr>
          <p:spPr>
            <a:xfrm>
              <a:off x="1732474"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9" name="Cube 1438"/>
            <p:cNvSpPr/>
            <p:nvPr/>
          </p:nvSpPr>
          <p:spPr>
            <a:xfrm>
              <a:off x="2050652"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0" name="Cube 1439"/>
            <p:cNvSpPr/>
            <p:nvPr/>
          </p:nvSpPr>
          <p:spPr>
            <a:xfrm>
              <a:off x="2368831" y="270364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1" name="Cube 1440"/>
            <p:cNvSpPr/>
            <p:nvPr/>
          </p:nvSpPr>
          <p:spPr>
            <a:xfrm>
              <a:off x="1732474"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2" name="Cube 1441"/>
            <p:cNvSpPr/>
            <p:nvPr/>
          </p:nvSpPr>
          <p:spPr>
            <a:xfrm>
              <a:off x="2050652"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3" name="Cube 1442"/>
            <p:cNvSpPr/>
            <p:nvPr/>
          </p:nvSpPr>
          <p:spPr>
            <a:xfrm>
              <a:off x="2368831"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4" name="Cube 1443"/>
            <p:cNvSpPr/>
            <p:nvPr/>
          </p:nvSpPr>
          <p:spPr>
            <a:xfrm>
              <a:off x="1598205"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5" name="Cube 1444"/>
            <p:cNvSpPr/>
            <p:nvPr/>
          </p:nvSpPr>
          <p:spPr>
            <a:xfrm>
              <a:off x="1916383"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6" name="Cube 1445"/>
            <p:cNvSpPr/>
            <p:nvPr/>
          </p:nvSpPr>
          <p:spPr>
            <a:xfrm>
              <a:off x="1598205"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7" name="Cube 1446"/>
            <p:cNvSpPr/>
            <p:nvPr/>
          </p:nvSpPr>
          <p:spPr>
            <a:xfrm>
              <a:off x="1916383"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8" name="Cube 1447"/>
            <p:cNvSpPr/>
            <p:nvPr/>
          </p:nvSpPr>
          <p:spPr>
            <a:xfrm>
              <a:off x="2234562" y="349791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49" name="Cube 1448"/>
            <p:cNvSpPr/>
            <p:nvPr/>
          </p:nvSpPr>
          <p:spPr>
            <a:xfrm>
              <a:off x="1598205"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0" name="Cube 1449"/>
            <p:cNvSpPr/>
            <p:nvPr/>
          </p:nvSpPr>
          <p:spPr>
            <a:xfrm>
              <a:off x="1916383"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1" name="Cube 1450"/>
            <p:cNvSpPr/>
            <p:nvPr/>
          </p:nvSpPr>
          <p:spPr>
            <a:xfrm>
              <a:off x="2234562"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2" name="Cube 1451"/>
            <p:cNvSpPr/>
            <p:nvPr/>
          </p:nvSpPr>
          <p:spPr>
            <a:xfrm>
              <a:off x="2552740"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3" name="Cube 1452"/>
            <p:cNvSpPr/>
            <p:nvPr/>
          </p:nvSpPr>
          <p:spPr>
            <a:xfrm>
              <a:off x="1598205"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4" name="Cube 1453"/>
            <p:cNvSpPr/>
            <p:nvPr/>
          </p:nvSpPr>
          <p:spPr>
            <a:xfrm>
              <a:off x="1916383"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5" name="Cube 1454"/>
            <p:cNvSpPr/>
            <p:nvPr/>
          </p:nvSpPr>
          <p:spPr>
            <a:xfrm>
              <a:off x="2234562"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6" name="Cube 1455"/>
            <p:cNvSpPr/>
            <p:nvPr/>
          </p:nvSpPr>
          <p:spPr>
            <a:xfrm>
              <a:off x="2552740"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7" name="Cube 1456"/>
            <p:cNvSpPr/>
            <p:nvPr/>
          </p:nvSpPr>
          <p:spPr>
            <a:xfrm>
              <a:off x="1598205"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8" name="Cube 1457"/>
            <p:cNvSpPr/>
            <p:nvPr/>
          </p:nvSpPr>
          <p:spPr>
            <a:xfrm>
              <a:off x="1916383"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59" name="Cube 1458"/>
            <p:cNvSpPr/>
            <p:nvPr/>
          </p:nvSpPr>
          <p:spPr>
            <a:xfrm>
              <a:off x="2234562"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0" name="Cube 1459"/>
            <p:cNvSpPr/>
            <p:nvPr/>
          </p:nvSpPr>
          <p:spPr>
            <a:xfrm>
              <a:off x="2552740"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1" name="Cube 1460"/>
            <p:cNvSpPr/>
            <p:nvPr/>
          </p:nvSpPr>
          <p:spPr>
            <a:xfrm>
              <a:off x="1598205"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2" name="Cube 1461"/>
            <p:cNvSpPr/>
            <p:nvPr/>
          </p:nvSpPr>
          <p:spPr>
            <a:xfrm>
              <a:off x="1916383"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3" name="Cube 1462"/>
            <p:cNvSpPr/>
            <p:nvPr/>
          </p:nvSpPr>
          <p:spPr>
            <a:xfrm>
              <a:off x="2234562"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4" name="Cube 1463"/>
            <p:cNvSpPr/>
            <p:nvPr/>
          </p:nvSpPr>
          <p:spPr>
            <a:xfrm>
              <a:off x="2552740"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5" name="Cube 1464"/>
            <p:cNvSpPr/>
            <p:nvPr/>
          </p:nvSpPr>
          <p:spPr>
            <a:xfrm>
              <a:off x="1463939"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6" name="Cube 1465"/>
            <p:cNvSpPr/>
            <p:nvPr/>
          </p:nvSpPr>
          <p:spPr>
            <a:xfrm>
              <a:off x="1782117"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7" name="Cube 1466"/>
            <p:cNvSpPr/>
            <p:nvPr/>
          </p:nvSpPr>
          <p:spPr>
            <a:xfrm>
              <a:off x="2100296"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8" name="Cube 1467"/>
            <p:cNvSpPr/>
            <p:nvPr/>
          </p:nvSpPr>
          <p:spPr>
            <a:xfrm>
              <a:off x="1463939"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69" name="Cube 1468"/>
            <p:cNvSpPr/>
            <p:nvPr/>
          </p:nvSpPr>
          <p:spPr>
            <a:xfrm>
              <a:off x="1782117"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0" name="Cube 1469"/>
            <p:cNvSpPr/>
            <p:nvPr/>
          </p:nvSpPr>
          <p:spPr>
            <a:xfrm>
              <a:off x="2100296"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1" name="Cube 1470"/>
            <p:cNvSpPr/>
            <p:nvPr/>
          </p:nvSpPr>
          <p:spPr>
            <a:xfrm>
              <a:off x="2418474" y="32792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2" name="Cube 1471"/>
            <p:cNvSpPr/>
            <p:nvPr/>
          </p:nvSpPr>
          <p:spPr>
            <a:xfrm>
              <a:off x="1463939"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3" name="Cube 1472"/>
            <p:cNvSpPr/>
            <p:nvPr/>
          </p:nvSpPr>
          <p:spPr>
            <a:xfrm>
              <a:off x="1782117"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4" name="Cube 1473"/>
            <p:cNvSpPr/>
            <p:nvPr/>
          </p:nvSpPr>
          <p:spPr>
            <a:xfrm>
              <a:off x="2100296"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5" name="Cube 1474"/>
            <p:cNvSpPr/>
            <p:nvPr/>
          </p:nvSpPr>
          <p:spPr>
            <a:xfrm>
              <a:off x="2418474"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6" name="Cube 1475"/>
            <p:cNvSpPr/>
            <p:nvPr/>
          </p:nvSpPr>
          <p:spPr>
            <a:xfrm>
              <a:off x="1463939"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7" name="Cube 1476"/>
            <p:cNvSpPr/>
            <p:nvPr/>
          </p:nvSpPr>
          <p:spPr>
            <a:xfrm>
              <a:off x="1782117"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8" name="Cube 1477"/>
            <p:cNvSpPr/>
            <p:nvPr/>
          </p:nvSpPr>
          <p:spPr>
            <a:xfrm>
              <a:off x="2100296"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79" name="Cube 1478"/>
            <p:cNvSpPr/>
            <p:nvPr/>
          </p:nvSpPr>
          <p:spPr>
            <a:xfrm>
              <a:off x="2418474"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0" name="Cube 1479"/>
            <p:cNvSpPr/>
            <p:nvPr/>
          </p:nvSpPr>
          <p:spPr>
            <a:xfrm>
              <a:off x="1463939"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1" name="Cube 1480"/>
            <p:cNvSpPr/>
            <p:nvPr/>
          </p:nvSpPr>
          <p:spPr>
            <a:xfrm>
              <a:off x="1782117"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2" name="Cube 1481"/>
            <p:cNvSpPr/>
            <p:nvPr/>
          </p:nvSpPr>
          <p:spPr>
            <a:xfrm>
              <a:off x="2100296"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3" name="Cube 1482"/>
            <p:cNvSpPr/>
            <p:nvPr/>
          </p:nvSpPr>
          <p:spPr>
            <a:xfrm>
              <a:off x="2418474"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4" name="Cube 1483"/>
            <p:cNvSpPr/>
            <p:nvPr/>
          </p:nvSpPr>
          <p:spPr>
            <a:xfrm>
              <a:off x="1329673"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5" name="Cube 1484"/>
            <p:cNvSpPr/>
            <p:nvPr/>
          </p:nvSpPr>
          <p:spPr>
            <a:xfrm>
              <a:off x="1647851"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6" name="Cube 1485"/>
            <p:cNvSpPr/>
            <p:nvPr/>
          </p:nvSpPr>
          <p:spPr>
            <a:xfrm>
              <a:off x="1966030"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7" name="Cube 1486"/>
            <p:cNvSpPr/>
            <p:nvPr/>
          </p:nvSpPr>
          <p:spPr>
            <a:xfrm>
              <a:off x="1329673"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8" name="Cube 1487"/>
            <p:cNvSpPr/>
            <p:nvPr/>
          </p:nvSpPr>
          <p:spPr>
            <a:xfrm>
              <a:off x="1647851"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89" name="Cube 1488"/>
            <p:cNvSpPr/>
            <p:nvPr/>
          </p:nvSpPr>
          <p:spPr>
            <a:xfrm>
              <a:off x="1966030"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0" name="Cube 1489"/>
            <p:cNvSpPr/>
            <p:nvPr/>
          </p:nvSpPr>
          <p:spPr>
            <a:xfrm>
              <a:off x="2284208"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1" name="Cube 1490"/>
            <p:cNvSpPr/>
            <p:nvPr/>
          </p:nvSpPr>
          <p:spPr>
            <a:xfrm>
              <a:off x="2602386"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2" name="Cube 1491"/>
            <p:cNvSpPr/>
            <p:nvPr/>
          </p:nvSpPr>
          <p:spPr>
            <a:xfrm>
              <a:off x="1329673"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3" name="Cube 1492"/>
            <p:cNvSpPr/>
            <p:nvPr/>
          </p:nvSpPr>
          <p:spPr>
            <a:xfrm>
              <a:off x="1647851"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4" name="Cube 1493"/>
            <p:cNvSpPr/>
            <p:nvPr/>
          </p:nvSpPr>
          <p:spPr>
            <a:xfrm>
              <a:off x="1966030"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5" name="Cube 1494"/>
            <p:cNvSpPr/>
            <p:nvPr/>
          </p:nvSpPr>
          <p:spPr>
            <a:xfrm>
              <a:off x="2284208"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6" name="Cube 1495"/>
            <p:cNvSpPr/>
            <p:nvPr/>
          </p:nvSpPr>
          <p:spPr>
            <a:xfrm>
              <a:off x="2602386"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7" name="Cube 1496"/>
            <p:cNvSpPr/>
            <p:nvPr/>
          </p:nvSpPr>
          <p:spPr>
            <a:xfrm>
              <a:off x="1329673"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8" name="Cube 1497"/>
            <p:cNvSpPr/>
            <p:nvPr/>
          </p:nvSpPr>
          <p:spPr>
            <a:xfrm>
              <a:off x="1647851"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99" name="Cube 1498"/>
            <p:cNvSpPr/>
            <p:nvPr/>
          </p:nvSpPr>
          <p:spPr>
            <a:xfrm>
              <a:off x="1966030"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0" name="Cube 1499"/>
            <p:cNvSpPr/>
            <p:nvPr/>
          </p:nvSpPr>
          <p:spPr>
            <a:xfrm>
              <a:off x="2284208"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1" name="Cube 1500"/>
            <p:cNvSpPr/>
            <p:nvPr/>
          </p:nvSpPr>
          <p:spPr>
            <a:xfrm>
              <a:off x="2602386"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2" name="Cube 1501"/>
            <p:cNvSpPr/>
            <p:nvPr/>
          </p:nvSpPr>
          <p:spPr>
            <a:xfrm>
              <a:off x="1329673"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3" name="Cube 1502"/>
            <p:cNvSpPr/>
            <p:nvPr/>
          </p:nvSpPr>
          <p:spPr>
            <a:xfrm>
              <a:off x="1647851"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4" name="Cube 1503"/>
            <p:cNvSpPr/>
            <p:nvPr/>
          </p:nvSpPr>
          <p:spPr>
            <a:xfrm>
              <a:off x="1966030"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5" name="Cube 1504"/>
            <p:cNvSpPr/>
            <p:nvPr/>
          </p:nvSpPr>
          <p:spPr>
            <a:xfrm>
              <a:off x="2284208"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6" name="Cube 1505"/>
            <p:cNvSpPr/>
            <p:nvPr/>
          </p:nvSpPr>
          <p:spPr>
            <a:xfrm>
              <a:off x="2602386"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7" name="Cube 1506"/>
            <p:cNvSpPr/>
            <p:nvPr/>
          </p:nvSpPr>
          <p:spPr>
            <a:xfrm>
              <a:off x="1329673"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8" name="Cube 1507"/>
            <p:cNvSpPr/>
            <p:nvPr/>
          </p:nvSpPr>
          <p:spPr>
            <a:xfrm>
              <a:off x="1647851"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09" name="Cube 1508"/>
            <p:cNvSpPr/>
            <p:nvPr/>
          </p:nvSpPr>
          <p:spPr>
            <a:xfrm>
              <a:off x="1966030"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0" name="Cube 1509"/>
            <p:cNvSpPr/>
            <p:nvPr/>
          </p:nvSpPr>
          <p:spPr>
            <a:xfrm>
              <a:off x="2284208"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1" name="Cube 1510"/>
            <p:cNvSpPr/>
            <p:nvPr/>
          </p:nvSpPr>
          <p:spPr>
            <a:xfrm>
              <a:off x="2602386"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2" name="Cube 1511"/>
            <p:cNvSpPr/>
            <p:nvPr/>
          </p:nvSpPr>
          <p:spPr>
            <a:xfrm>
              <a:off x="1195407"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3" name="Cube 1512"/>
            <p:cNvSpPr/>
            <p:nvPr/>
          </p:nvSpPr>
          <p:spPr>
            <a:xfrm>
              <a:off x="1513585"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4" name="Cube 1513"/>
            <p:cNvSpPr/>
            <p:nvPr/>
          </p:nvSpPr>
          <p:spPr>
            <a:xfrm>
              <a:off x="1831764"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5" name="Cube 1514"/>
            <p:cNvSpPr/>
            <p:nvPr/>
          </p:nvSpPr>
          <p:spPr>
            <a:xfrm>
              <a:off x="1195407"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6" name="Cube 1515"/>
            <p:cNvSpPr/>
            <p:nvPr/>
          </p:nvSpPr>
          <p:spPr>
            <a:xfrm>
              <a:off x="1513585"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7" name="Cube 1516"/>
            <p:cNvSpPr/>
            <p:nvPr/>
          </p:nvSpPr>
          <p:spPr>
            <a:xfrm>
              <a:off x="1831764"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8" name="Cube 1517"/>
            <p:cNvSpPr/>
            <p:nvPr/>
          </p:nvSpPr>
          <p:spPr>
            <a:xfrm>
              <a:off x="2149942"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19" name="Cube 1518"/>
            <p:cNvSpPr/>
            <p:nvPr/>
          </p:nvSpPr>
          <p:spPr>
            <a:xfrm>
              <a:off x="2468120"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0" name="Cube 1519"/>
            <p:cNvSpPr/>
            <p:nvPr/>
          </p:nvSpPr>
          <p:spPr>
            <a:xfrm>
              <a:off x="1195407"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1" name="Cube 1520"/>
            <p:cNvSpPr/>
            <p:nvPr/>
          </p:nvSpPr>
          <p:spPr>
            <a:xfrm>
              <a:off x="1513585"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2" name="Cube 1521"/>
            <p:cNvSpPr/>
            <p:nvPr/>
          </p:nvSpPr>
          <p:spPr>
            <a:xfrm>
              <a:off x="1831764"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3" name="Cube 1522"/>
            <p:cNvSpPr/>
            <p:nvPr/>
          </p:nvSpPr>
          <p:spPr>
            <a:xfrm>
              <a:off x="2149942"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4" name="Cube 1523"/>
            <p:cNvSpPr/>
            <p:nvPr/>
          </p:nvSpPr>
          <p:spPr>
            <a:xfrm>
              <a:off x="2468120"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5" name="Cube 1524"/>
            <p:cNvSpPr/>
            <p:nvPr/>
          </p:nvSpPr>
          <p:spPr>
            <a:xfrm>
              <a:off x="1195407"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6" name="Cube 1525"/>
            <p:cNvSpPr/>
            <p:nvPr/>
          </p:nvSpPr>
          <p:spPr>
            <a:xfrm>
              <a:off x="1513585"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7" name="Cube 1526"/>
            <p:cNvSpPr/>
            <p:nvPr/>
          </p:nvSpPr>
          <p:spPr>
            <a:xfrm>
              <a:off x="1831764"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8" name="Cube 1527"/>
            <p:cNvSpPr/>
            <p:nvPr/>
          </p:nvSpPr>
          <p:spPr>
            <a:xfrm>
              <a:off x="2149942"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29" name="Cube 1528"/>
            <p:cNvSpPr/>
            <p:nvPr/>
          </p:nvSpPr>
          <p:spPr>
            <a:xfrm>
              <a:off x="2468120"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0" name="Cube 1529"/>
            <p:cNvSpPr/>
            <p:nvPr/>
          </p:nvSpPr>
          <p:spPr>
            <a:xfrm>
              <a:off x="1195407"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1" name="Cube 1530"/>
            <p:cNvSpPr/>
            <p:nvPr/>
          </p:nvSpPr>
          <p:spPr>
            <a:xfrm>
              <a:off x="1513585"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2" name="Cube 1531"/>
            <p:cNvSpPr/>
            <p:nvPr/>
          </p:nvSpPr>
          <p:spPr>
            <a:xfrm>
              <a:off x="1831764"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3" name="Cube 1532"/>
            <p:cNvSpPr/>
            <p:nvPr/>
          </p:nvSpPr>
          <p:spPr>
            <a:xfrm>
              <a:off x="2149942"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4" name="Cube 1533"/>
            <p:cNvSpPr/>
            <p:nvPr/>
          </p:nvSpPr>
          <p:spPr>
            <a:xfrm>
              <a:off x="2468120"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5" name="Cube 1534"/>
            <p:cNvSpPr/>
            <p:nvPr/>
          </p:nvSpPr>
          <p:spPr>
            <a:xfrm>
              <a:off x="1195407"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6" name="Cube 1535"/>
            <p:cNvSpPr/>
            <p:nvPr/>
          </p:nvSpPr>
          <p:spPr>
            <a:xfrm>
              <a:off x="1513585"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7" name="Cube 1536"/>
            <p:cNvSpPr/>
            <p:nvPr/>
          </p:nvSpPr>
          <p:spPr>
            <a:xfrm>
              <a:off x="1831764"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8" name="Cube 1537"/>
            <p:cNvSpPr/>
            <p:nvPr/>
          </p:nvSpPr>
          <p:spPr>
            <a:xfrm>
              <a:off x="2149942"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39" name="Cube 1538"/>
            <p:cNvSpPr/>
            <p:nvPr/>
          </p:nvSpPr>
          <p:spPr>
            <a:xfrm>
              <a:off x="2468120"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0" name="Cube 1539"/>
            <p:cNvSpPr/>
            <p:nvPr/>
          </p:nvSpPr>
          <p:spPr>
            <a:xfrm>
              <a:off x="1061141"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1" name="Cube 1540"/>
            <p:cNvSpPr/>
            <p:nvPr/>
          </p:nvSpPr>
          <p:spPr>
            <a:xfrm>
              <a:off x="1379319"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2" name="Cube 1541"/>
            <p:cNvSpPr/>
            <p:nvPr/>
          </p:nvSpPr>
          <p:spPr>
            <a:xfrm>
              <a:off x="1697498"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3" name="Cube 1542"/>
            <p:cNvSpPr/>
            <p:nvPr/>
          </p:nvSpPr>
          <p:spPr>
            <a:xfrm>
              <a:off x="2015676"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4" name="Cube 1543"/>
            <p:cNvSpPr/>
            <p:nvPr/>
          </p:nvSpPr>
          <p:spPr>
            <a:xfrm>
              <a:off x="2333854"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5" name="Cube 1544"/>
            <p:cNvSpPr/>
            <p:nvPr/>
          </p:nvSpPr>
          <p:spPr>
            <a:xfrm>
              <a:off x="1061141"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6" name="Cube 1545"/>
            <p:cNvSpPr/>
            <p:nvPr/>
          </p:nvSpPr>
          <p:spPr>
            <a:xfrm>
              <a:off x="1379319"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7" name="Cube 1546"/>
            <p:cNvSpPr/>
            <p:nvPr/>
          </p:nvSpPr>
          <p:spPr>
            <a:xfrm>
              <a:off x="1697498"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8" name="Cube 1547"/>
            <p:cNvSpPr/>
            <p:nvPr/>
          </p:nvSpPr>
          <p:spPr>
            <a:xfrm>
              <a:off x="2015676"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49" name="Cube 1548"/>
            <p:cNvSpPr/>
            <p:nvPr/>
          </p:nvSpPr>
          <p:spPr>
            <a:xfrm>
              <a:off x="2333854"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0" name="Cube 1549"/>
            <p:cNvSpPr/>
            <p:nvPr/>
          </p:nvSpPr>
          <p:spPr>
            <a:xfrm>
              <a:off x="1061141"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1" name="Cube 1550"/>
            <p:cNvSpPr/>
            <p:nvPr/>
          </p:nvSpPr>
          <p:spPr>
            <a:xfrm>
              <a:off x="1379319"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2" name="Cube 1551"/>
            <p:cNvSpPr/>
            <p:nvPr/>
          </p:nvSpPr>
          <p:spPr>
            <a:xfrm>
              <a:off x="1697498"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3" name="Cube 1552"/>
            <p:cNvSpPr/>
            <p:nvPr/>
          </p:nvSpPr>
          <p:spPr>
            <a:xfrm>
              <a:off x="2015676"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4" name="Cube 1553"/>
            <p:cNvSpPr/>
            <p:nvPr/>
          </p:nvSpPr>
          <p:spPr>
            <a:xfrm>
              <a:off x="2333854"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5" name="Cube 1554"/>
            <p:cNvSpPr/>
            <p:nvPr/>
          </p:nvSpPr>
          <p:spPr>
            <a:xfrm>
              <a:off x="1061141"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6" name="Cube 1555"/>
            <p:cNvSpPr/>
            <p:nvPr/>
          </p:nvSpPr>
          <p:spPr>
            <a:xfrm>
              <a:off x="1379319"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7" name="Cube 1556"/>
            <p:cNvSpPr/>
            <p:nvPr/>
          </p:nvSpPr>
          <p:spPr>
            <a:xfrm>
              <a:off x="1697498"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8" name="Cube 1557"/>
            <p:cNvSpPr/>
            <p:nvPr/>
          </p:nvSpPr>
          <p:spPr>
            <a:xfrm>
              <a:off x="2015676"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59" name="Cube 1558"/>
            <p:cNvSpPr/>
            <p:nvPr/>
          </p:nvSpPr>
          <p:spPr>
            <a:xfrm>
              <a:off x="2333854"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0" name="Cube 1559"/>
            <p:cNvSpPr/>
            <p:nvPr/>
          </p:nvSpPr>
          <p:spPr>
            <a:xfrm>
              <a:off x="1061141"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1" name="Cube 1560"/>
            <p:cNvSpPr/>
            <p:nvPr/>
          </p:nvSpPr>
          <p:spPr>
            <a:xfrm>
              <a:off x="1379319"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2" name="Cube 1561"/>
            <p:cNvSpPr/>
            <p:nvPr/>
          </p:nvSpPr>
          <p:spPr>
            <a:xfrm>
              <a:off x="1697498"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3" name="Cube 1562"/>
            <p:cNvSpPr/>
            <p:nvPr/>
          </p:nvSpPr>
          <p:spPr>
            <a:xfrm>
              <a:off x="2015676"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4" name="Cube 1563"/>
            <p:cNvSpPr/>
            <p:nvPr/>
          </p:nvSpPr>
          <p:spPr>
            <a:xfrm>
              <a:off x="2333854"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5" name="Cube 1564"/>
            <p:cNvSpPr/>
            <p:nvPr/>
          </p:nvSpPr>
          <p:spPr>
            <a:xfrm>
              <a:off x="926875"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6" name="Cube 1565"/>
            <p:cNvSpPr/>
            <p:nvPr/>
          </p:nvSpPr>
          <p:spPr>
            <a:xfrm>
              <a:off x="1245053"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7" name="Cube 1566"/>
            <p:cNvSpPr/>
            <p:nvPr/>
          </p:nvSpPr>
          <p:spPr>
            <a:xfrm>
              <a:off x="1563232"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8" name="Cube 1567"/>
            <p:cNvSpPr/>
            <p:nvPr/>
          </p:nvSpPr>
          <p:spPr>
            <a:xfrm>
              <a:off x="1881410"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9" name="Cube 1568"/>
            <p:cNvSpPr/>
            <p:nvPr/>
          </p:nvSpPr>
          <p:spPr>
            <a:xfrm>
              <a:off x="2199588"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0" name="Cube 1569"/>
            <p:cNvSpPr/>
            <p:nvPr/>
          </p:nvSpPr>
          <p:spPr>
            <a:xfrm>
              <a:off x="926875"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1" name="Cube 1570"/>
            <p:cNvSpPr/>
            <p:nvPr/>
          </p:nvSpPr>
          <p:spPr>
            <a:xfrm>
              <a:off x="1245053"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2" name="Cube 1571"/>
            <p:cNvSpPr/>
            <p:nvPr/>
          </p:nvSpPr>
          <p:spPr>
            <a:xfrm>
              <a:off x="1563232"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3" name="Cube 1572"/>
            <p:cNvSpPr/>
            <p:nvPr/>
          </p:nvSpPr>
          <p:spPr>
            <a:xfrm>
              <a:off x="1881410"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4" name="Cube 1573"/>
            <p:cNvSpPr/>
            <p:nvPr/>
          </p:nvSpPr>
          <p:spPr>
            <a:xfrm>
              <a:off x="2199588"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5" name="Cube 1574"/>
            <p:cNvSpPr/>
            <p:nvPr/>
          </p:nvSpPr>
          <p:spPr>
            <a:xfrm>
              <a:off x="926875"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6" name="Cube 1575"/>
            <p:cNvSpPr/>
            <p:nvPr/>
          </p:nvSpPr>
          <p:spPr>
            <a:xfrm>
              <a:off x="1245053"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7" name="Cube 1576"/>
            <p:cNvSpPr/>
            <p:nvPr/>
          </p:nvSpPr>
          <p:spPr>
            <a:xfrm>
              <a:off x="1563232"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8" name="Cube 1577"/>
            <p:cNvSpPr/>
            <p:nvPr/>
          </p:nvSpPr>
          <p:spPr>
            <a:xfrm>
              <a:off x="1881410"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9" name="Cube 1578"/>
            <p:cNvSpPr/>
            <p:nvPr/>
          </p:nvSpPr>
          <p:spPr>
            <a:xfrm>
              <a:off x="2199588"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0" name="Cube 1579"/>
            <p:cNvSpPr/>
            <p:nvPr/>
          </p:nvSpPr>
          <p:spPr>
            <a:xfrm>
              <a:off x="926875"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1" name="Cube 1580"/>
            <p:cNvSpPr/>
            <p:nvPr/>
          </p:nvSpPr>
          <p:spPr>
            <a:xfrm>
              <a:off x="1245053"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2" name="Cube 1581"/>
            <p:cNvSpPr/>
            <p:nvPr/>
          </p:nvSpPr>
          <p:spPr>
            <a:xfrm>
              <a:off x="1563232"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3" name="Cube 1582"/>
            <p:cNvSpPr/>
            <p:nvPr/>
          </p:nvSpPr>
          <p:spPr>
            <a:xfrm>
              <a:off x="1881410"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4" name="Cube 1583"/>
            <p:cNvSpPr/>
            <p:nvPr/>
          </p:nvSpPr>
          <p:spPr>
            <a:xfrm>
              <a:off x="2199588"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5" name="Cube 1584"/>
            <p:cNvSpPr/>
            <p:nvPr/>
          </p:nvSpPr>
          <p:spPr>
            <a:xfrm>
              <a:off x="926875"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6" name="Cube 1585"/>
            <p:cNvSpPr/>
            <p:nvPr/>
          </p:nvSpPr>
          <p:spPr>
            <a:xfrm>
              <a:off x="1245053"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7" name="Cube 1586"/>
            <p:cNvSpPr/>
            <p:nvPr/>
          </p:nvSpPr>
          <p:spPr>
            <a:xfrm>
              <a:off x="1563232"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8" name="Cube 1587"/>
            <p:cNvSpPr/>
            <p:nvPr/>
          </p:nvSpPr>
          <p:spPr>
            <a:xfrm>
              <a:off x="1881410"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89" name="Cube 1588"/>
            <p:cNvSpPr/>
            <p:nvPr/>
          </p:nvSpPr>
          <p:spPr>
            <a:xfrm>
              <a:off x="2199588"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0" name="Cube 1589"/>
            <p:cNvSpPr/>
            <p:nvPr/>
          </p:nvSpPr>
          <p:spPr>
            <a:xfrm>
              <a:off x="792609"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1" name="Cube 1590"/>
            <p:cNvSpPr/>
            <p:nvPr/>
          </p:nvSpPr>
          <p:spPr>
            <a:xfrm>
              <a:off x="1110787"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2" name="Cube 1591"/>
            <p:cNvSpPr/>
            <p:nvPr/>
          </p:nvSpPr>
          <p:spPr>
            <a:xfrm>
              <a:off x="1428966"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3" name="Cube 1592"/>
            <p:cNvSpPr/>
            <p:nvPr/>
          </p:nvSpPr>
          <p:spPr>
            <a:xfrm>
              <a:off x="1747144"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4" name="Cube 1593"/>
            <p:cNvSpPr/>
            <p:nvPr/>
          </p:nvSpPr>
          <p:spPr>
            <a:xfrm>
              <a:off x="2065322"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5" name="Cube 1594"/>
            <p:cNvSpPr/>
            <p:nvPr/>
          </p:nvSpPr>
          <p:spPr>
            <a:xfrm>
              <a:off x="792609"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6" name="Cube 1595"/>
            <p:cNvSpPr/>
            <p:nvPr/>
          </p:nvSpPr>
          <p:spPr>
            <a:xfrm>
              <a:off x="1110787"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7" name="Cube 1596"/>
            <p:cNvSpPr/>
            <p:nvPr/>
          </p:nvSpPr>
          <p:spPr>
            <a:xfrm>
              <a:off x="1428966"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8" name="Cube 1597"/>
            <p:cNvSpPr/>
            <p:nvPr/>
          </p:nvSpPr>
          <p:spPr>
            <a:xfrm>
              <a:off x="1747144"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99" name="Cube 1598"/>
            <p:cNvSpPr/>
            <p:nvPr/>
          </p:nvSpPr>
          <p:spPr>
            <a:xfrm>
              <a:off x="2065322" y="353638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0" name="Cube 1599"/>
            <p:cNvSpPr/>
            <p:nvPr/>
          </p:nvSpPr>
          <p:spPr>
            <a:xfrm>
              <a:off x="792609"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1" name="Cube 1600"/>
            <p:cNvSpPr/>
            <p:nvPr/>
          </p:nvSpPr>
          <p:spPr>
            <a:xfrm>
              <a:off x="1110787"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2" name="Cube 1601"/>
            <p:cNvSpPr/>
            <p:nvPr/>
          </p:nvSpPr>
          <p:spPr>
            <a:xfrm>
              <a:off x="1428966"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3" name="Cube 1602"/>
            <p:cNvSpPr/>
            <p:nvPr/>
          </p:nvSpPr>
          <p:spPr>
            <a:xfrm>
              <a:off x="1747144"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4" name="Cube 1603"/>
            <p:cNvSpPr/>
            <p:nvPr/>
          </p:nvSpPr>
          <p:spPr>
            <a:xfrm>
              <a:off x="2065322"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5" name="Cube 1604"/>
            <p:cNvSpPr/>
            <p:nvPr/>
          </p:nvSpPr>
          <p:spPr>
            <a:xfrm>
              <a:off x="792609"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6" name="Cube 1605"/>
            <p:cNvSpPr/>
            <p:nvPr/>
          </p:nvSpPr>
          <p:spPr>
            <a:xfrm>
              <a:off x="1110787"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7" name="Cube 1606"/>
            <p:cNvSpPr/>
            <p:nvPr/>
          </p:nvSpPr>
          <p:spPr>
            <a:xfrm>
              <a:off x="1428966"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8" name="Cube 1607"/>
            <p:cNvSpPr/>
            <p:nvPr/>
          </p:nvSpPr>
          <p:spPr>
            <a:xfrm>
              <a:off x="1747144"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09" name="Cube 1608"/>
            <p:cNvSpPr/>
            <p:nvPr/>
          </p:nvSpPr>
          <p:spPr>
            <a:xfrm>
              <a:off x="2065322" y="286107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0" name="Cube 1609"/>
            <p:cNvSpPr/>
            <p:nvPr/>
          </p:nvSpPr>
          <p:spPr>
            <a:xfrm>
              <a:off x="792609"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1" name="Cube 1610"/>
            <p:cNvSpPr/>
            <p:nvPr/>
          </p:nvSpPr>
          <p:spPr>
            <a:xfrm>
              <a:off x="1110787"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2" name="Cube 1611"/>
            <p:cNvSpPr/>
            <p:nvPr/>
          </p:nvSpPr>
          <p:spPr>
            <a:xfrm>
              <a:off x="1428966"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3" name="Cube 1612"/>
            <p:cNvSpPr/>
            <p:nvPr/>
          </p:nvSpPr>
          <p:spPr>
            <a:xfrm>
              <a:off x="1747144"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14" name="Cube 1613"/>
            <p:cNvSpPr/>
            <p:nvPr/>
          </p:nvSpPr>
          <p:spPr>
            <a:xfrm>
              <a:off x="2065322" y="252342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726" name="TextBox 725">
            <a:extLst>
              <a:ext uri="{FF2B5EF4-FFF2-40B4-BE49-F238E27FC236}">
                <a16:creationId xmlns:a16="http://schemas.microsoft.com/office/drawing/2014/main" id="{18DC23BC-6AF6-4A80-8DCC-0F6BDD8B6D24}"/>
              </a:ext>
            </a:extLst>
          </p:cNvPr>
          <p:cNvSpPr txBox="1"/>
          <p:nvPr/>
        </p:nvSpPr>
        <p:spPr>
          <a:xfrm>
            <a:off x="698346" y="4826615"/>
            <a:ext cx="1897128" cy="1169551"/>
          </a:xfrm>
          <a:prstGeom prst="rect">
            <a:avLst/>
          </a:prstGeom>
          <a:noFill/>
        </p:spPr>
        <p:txBody>
          <a:bodyPr wrap="square" rtlCol="0">
            <a:spAutoFit/>
          </a:bodyPr>
          <a:lstStyle/>
          <a:p>
            <a:pPr algn="ctr"/>
            <a:r>
              <a:rPr lang="en-US" sz="1400" u="sng" dirty="0">
                <a:solidFill>
                  <a:srgbClr val="C00000"/>
                </a:solidFill>
              </a:rPr>
              <a:t>Challenge:</a:t>
            </a:r>
          </a:p>
          <a:p>
            <a:pPr algn="ctr"/>
            <a:r>
              <a:rPr lang="en-US" sz="1400" dirty="0">
                <a:solidFill>
                  <a:srgbClr val="C00000"/>
                </a:solidFill>
              </a:rPr>
              <a:t>Input tile requires too much shared memory</a:t>
            </a:r>
          </a:p>
          <a:p>
            <a:pPr algn="ctr"/>
            <a:r>
              <a:rPr lang="en-US" sz="1400" dirty="0">
                <a:solidFill>
                  <a:srgbClr val="C00000"/>
                </a:solidFill>
              </a:rPr>
              <a:t>(hurts occupancy or even exceeds limit)</a:t>
            </a:r>
          </a:p>
        </p:txBody>
      </p:sp>
    </p:spTree>
    <p:extLst>
      <p:ext uri="{BB962C8B-B14F-4D97-AF65-F5344CB8AC3E}">
        <p14:creationId xmlns:p14="http://schemas.microsoft.com/office/powerpoint/2010/main" val="1851632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0"/>
          </p:nvPr>
        </p:nvSpPr>
        <p:spPr/>
        <p:txBody>
          <a:bodyPr/>
          <a:lstStyle/>
          <a:p>
            <a:r>
              <a:rPr lang="en-US" dirty="0"/>
              <a:t>Thread Coarsening and Tile Slicing</a:t>
            </a:r>
          </a:p>
        </p:txBody>
      </p:sp>
      <p:grpSp>
        <p:nvGrpSpPr>
          <p:cNvPr id="3" name="Group 2"/>
          <p:cNvGrpSpPr/>
          <p:nvPr/>
        </p:nvGrpSpPr>
        <p:grpSpPr>
          <a:xfrm>
            <a:off x="4797050" y="1383329"/>
            <a:ext cx="3533056" cy="3562249"/>
            <a:chOff x="4797050" y="1690689"/>
            <a:chExt cx="3533056" cy="3562249"/>
          </a:xfrm>
        </p:grpSpPr>
        <p:sp>
          <p:nvSpPr>
            <p:cNvPr id="3209" name="Cube 3208"/>
            <p:cNvSpPr/>
            <p:nvPr/>
          </p:nvSpPr>
          <p:spPr>
            <a:xfrm>
              <a:off x="573691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0" name="Cube 3209"/>
            <p:cNvSpPr/>
            <p:nvPr/>
          </p:nvSpPr>
          <p:spPr>
            <a:xfrm>
              <a:off x="605509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1" name="Cube 3210"/>
            <p:cNvSpPr/>
            <p:nvPr/>
          </p:nvSpPr>
          <p:spPr>
            <a:xfrm>
              <a:off x="6373272"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2" name="Cube 3211"/>
            <p:cNvSpPr/>
            <p:nvPr/>
          </p:nvSpPr>
          <p:spPr>
            <a:xfrm>
              <a:off x="6691450"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3" name="Cube 3212"/>
            <p:cNvSpPr/>
            <p:nvPr/>
          </p:nvSpPr>
          <p:spPr>
            <a:xfrm>
              <a:off x="7009628"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4" name="Cube 3213"/>
            <p:cNvSpPr/>
            <p:nvPr/>
          </p:nvSpPr>
          <p:spPr>
            <a:xfrm>
              <a:off x="7327807"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5" name="Cube 3214"/>
            <p:cNvSpPr/>
            <p:nvPr/>
          </p:nvSpPr>
          <p:spPr>
            <a:xfrm>
              <a:off x="764598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6" name="Cube 3215"/>
            <p:cNvSpPr/>
            <p:nvPr/>
          </p:nvSpPr>
          <p:spPr>
            <a:xfrm>
              <a:off x="796416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7" name="Cube 3216"/>
            <p:cNvSpPr/>
            <p:nvPr/>
          </p:nvSpPr>
          <p:spPr>
            <a:xfrm>
              <a:off x="573691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8" name="Cube 3217"/>
            <p:cNvSpPr/>
            <p:nvPr/>
          </p:nvSpPr>
          <p:spPr>
            <a:xfrm>
              <a:off x="605509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9" name="Cube 3218"/>
            <p:cNvSpPr/>
            <p:nvPr/>
          </p:nvSpPr>
          <p:spPr>
            <a:xfrm>
              <a:off x="6373272"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0" name="Cube 3219"/>
            <p:cNvSpPr/>
            <p:nvPr/>
          </p:nvSpPr>
          <p:spPr>
            <a:xfrm>
              <a:off x="6691450"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1" name="Cube 3220"/>
            <p:cNvSpPr/>
            <p:nvPr/>
          </p:nvSpPr>
          <p:spPr>
            <a:xfrm>
              <a:off x="7009628"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2" name="Cube 3221"/>
            <p:cNvSpPr/>
            <p:nvPr/>
          </p:nvSpPr>
          <p:spPr>
            <a:xfrm>
              <a:off x="7327807"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3" name="Cube 3222"/>
            <p:cNvSpPr/>
            <p:nvPr/>
          </p:nvSpPr>
          <p:spPr>
            <a:xfrm>
              <a:off x="764598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4" name="Cube 3223"/>
            <p:cNvSpPr/>
            <p:nvPr/>
          </p:nvSpPr>
          <p:spPr>
            <a:xfrm>
              <a:off x="796416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5" name="Cube 3224"/>
            <p:cNvSpPr/>
            <p:nvPr/>
          </p:nvSpPr>
          <p:spPr>
            <a:xfrm>
              <a:off x="5736915"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6" name="Cube 3225"/>
            <p:cNvSpPr/>
            <p:nvPr/>
          </p:nvSpPr>
          <p:spPr>
            <a:xfrm>
              <a:off x="605509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7" name="Cube 3226"/>
            <p:cNvSpPr/>
            <p:nvPr/>
          </p:nvSpPr>
          <p:spPr>
            <a:xfrm>
              <a:off x="6373272"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8" name="Cube 3227"/>
            <p:cNvSpPr/>
            <p:nvPr/>
          </p:nvSpPr>
          <p:spPr>
            <a:xfrm>
              <a:off x="6691450"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9" name="Cube 3228"/>
            <p:cNvSpPr/>
            <p:nvPr/>
          </p:nvSpPr>
          <p:spPr>
            <a:xfrm>
              <a:off x="7009628"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0" name="Cube 3229"/>
            <p:cNvSpPr/>
            <p:nvPr/>
          </p:nvSpPr>
          <p:spPr>
            <a:xfrm>
              <a:off x="7327807"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1" name="Cube 3230"/>
            <p:cNvSpPr/>
            <p:nvPr/>
          </p:nvSpPr>
          <p:spPr>
            <a:xfrm>
              <a:off x="7645985"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2" name="Cube 3231"/>
            <p:cNvSpPr/>
            <p:nvPr/>
          </p:nvSpPr>
          <p:spPr>
            <a:xfrm>
              <a:off x="796416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3" name="Cube 3232"/>
            <p:cNvSpPr/>
            <p:nvPr/>
          </p:nvSpPr>
          <p:spPr>
            <a:xfrm>
              <a:off x="5736915"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4" name="Cube 3233"/>
            <p:cNvSpPr/>
            <p:nvPr/>
          </p:nvSpPr>
          <p:spPr>
            <a:xfrm>
              <a:off x="605509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5" name="Cube 3234"/>
            <p:cNvSpPr/>
            <p:nvPr/>
          </p:nvSpPr>
          <p:spPr>
            <a:xfrm>
              <a:off x="6373272"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6" name="Cube 3235"/>
            <p:cNvSpPr/>
            <p:nvPr/>
          </p:nvSpPr>
          <p:spPr>
            <a:xfrm>
              <a:off x="6691450"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7" name="Cube 3236"/>
            <p:cNvSpPr/>
            <p:nvPr/>
          </p:nvSpPr>
          <p:spPr>
            <a:xfrm>
              <a:off x="7009628"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8" name="Cube 3237"/>
            <p:cNvSpPr/>
            <p:nvPr/>
          </p:nvSpPr>
          <p:spPr>
            <a:xfrm>
              <a:off x="7327807"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9" name="Cube 3238"/>
            <p:cNvSpPr/>
            <p:nvPr/>
          </p:nvSpPr>
          <p:spPr>
            <a:xfrm>
              <a:off x="7645985"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0" name="Cube 3239"/>
            <p:cNvSpPr/>
            <p:nvPr/>
          </p:nvSpPr>
          <p:spPr>
            <a:xfrm>
              <a:off x="796416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1" name="Cube 3240"/>
            <p:cNvSpPr/>
            <p:nvPr/>
          </p:nvSpPr>
          <p:spPr>
            <a:xfrm>
              <a:off x="5736915"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2" name="Cube 3241"/>
            <p:cNvSpPr/>
            <p:nvPr/>
          </p:nvSpPr>
          <p:spPr>
            <a:xfrm>
              <a:off x="605509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3" name="Cube 3242"/>
            <p:cNvSpPr/>
            <p:nvPr/>
          </p:nvSpPr>
          <p:spPr>
            <a:xfrm>
              <a:off x="6373272"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4" name="Cube 3243"/>
            <p:cNvSpPr/>
            <p:nvPr/>
          </p:nvSpPr>
          <p:spPr>
            <a:xfrm>
              <a:off x="6691450"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5" name="Cube 3244"/>
            <p:cNvSpPr/>
            <p:nvPr/>
          </p:nvSpPr>
          <p:spPr>
            <a:xfrm>
              <a:off x="7009628"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6" name="Cube 3245"/>
            <p:cNvSpPr/>
            <p:nvPr/>
          </p:nvSpPr>
          <p:spPr>
            <a:xfrm>
              <a:off x="7327807"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7" name="Cube 3246"/>
            <p:cNvSpPr/>
            <p:nvPr/>
          </p:nvSpPr>
          <p:spPr>
            <a:xfrm>
              <a:off x="7645985"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8" name="Cube 3247"/>
            <p:cNvSpPr/>
            <p:nvPr/>
          </p:nvSpPr>
          <p:spPr>
            <a:xfrm>
              <a:off x="796416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9" name="Cube 3248"/>
            <p:cNvSpPr/>
            <p:nvPr/>
          </p:nvSpPr>
          <p:spPr>
            <a:xfrm>
              <a:off x="5736915"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0" name="Cube 3249"/>
            <p:cNvSpPr/>
            <p:nvPr/>
          </p:nvSpPr>
          <p:spPr>
            <a:xfrm>
              <a:off x="605509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1" name="Cube 3250"/>
            <p:cNvSpPr/>
            <p:nvPr/>
          </p:nvSpPr>
          <p:spPr>
            <a:xfrm>
              <a:off x="6373272"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2" name="Cube 3251"/>
            <p:cNvSpPr/>
            <p:nvPr/>
          </p:nvSpPr>
          <p:spPr>
            <a:xfrm>
              <a:off x="6691450"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3" name="Cube 3252"/>
            <p:cNvSpPr/>
            <p:nvPr/>
          </p:nvSpPr>
          <p:spPr>
            <a:xfrm>
              <a:off x="7009628"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4" name="Cube 3253"/>
            <p:cNvSpPr/>
            <p:nvPr/>
          </p:nvSpPr>
          <p:spPr>
            <a:xfrm>
              <a:off x="7327807"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5" name="Cube 3254"/>
            <p:cNvSpPr/>
            <p:nvPr/>
          </p:nvSpPr>
          <p:spPr>
            <a:xfrm>
              <a:off x="7645985"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6" name="Cube 3255"/>
            <p:cNvSpPr/>
            <p:nvPr/>
          </p:nvSpPr>
          <p:spPr>
            <a:xfrm>
              <a:off x="796416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7" name="Cube 3256"/>
            <p:cNvSpPr/>
            <p:nvPr/>
          </p:nvSpPr>
          <p:spPr>
            <a:xfrm>
              <a:off x="573691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8" name="Cube 3257"/>
            <p:cNvSpPr/>
            <p:nvPr/>
          </p:nvSpPr>
          <p:spPr>
            <a:xfrm>
              <a:off x="605509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9" name="Cube 3258"/>
            <p:cNvSpPr/>
            <p:nvPr/>
          </p:nvSpPr>
          <p:spPr>
            <a:xfrm>
              <a:off x="6373272"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0" name="Cube 3259"/>
            <p:cNvSpPr/>
            <p:nvPr/>
          </p:nvSpPr>
          <p:spPr>
            <a:xfrm>
              <a:off x="6691450"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1" name="Cube 3260"/>
            <p:cNvSpPr/>
            <p:nvPr/>
          </p:nvSpPr>
          <p:spPr>
            <a:xfrm>
              <a:off x="7009628"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2" name="Cube 3261"/>
            <p:cNvSpPr/>
            <p:nvPr/>
          </p:nvSpPr>
          <p:spPr>
            <a:xfrm>
              <a:off x="7327807"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3" name="Cube 3262"/>
            <p:cNvSpPr/>
            <p:nvPr/>
          </p:nvSpPr>
          <p:spPr>
            <a:xfrm>
              <a:off x="764598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4" name="Cube 3263"/>
            <p:cNvSpPr/>
            <p:nvPr/>
          </p:nvSpPr>
          <p:spPr>
            <a:xfrm>
              <a:off x="796416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5" name="Cube 3264"/>
            <p:cNvSpPr/>
            <p:nvPr/>
          </p:nvSpPr>
          <p:spPr>
            <a:xfrm>
              <a:off x="573691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6" name="Cube 3265"/>
            <p:cNvSpPr/>
            <p:nvPr/>
          </p:nvSpPr>
          <p:spPr>
            <a:xfrm>
              <a:off x="605509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7" name="Cube 3266"/>
            <p:cNvSpPr/>
            <p:nvPr/>
          </p:nvSpPr>
          <p:spPr>
            <a:xfrm>
              <a:off x="6373272"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8" name="Cube 3267"/>
            <p:cNvSpPr/>
            <p:nvPr/>
          </p:nvSpPr>
          <p:spPr>
            <a:xfrm>
              <a:off x="6691450"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9" name="Cube 3268"/>
            <p:cNvSpPr/>
            <p:nvPr/>
          </p:nvSpPr>
          <p:spPr>
            <a:xfrm>
              <a:off x="7009628"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0" name="Cube 3269"/>
            <p:cNvSpPr/>
            <p:nvPr/>
          </p:nvSpPr>
          <p:spPr>
            <a:xfrm>
              <a:off x="7327807"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1" name="Cube 3270"/>
            <p:cNvSpPr/>
            <p:nvPr/>
          </p:nvSpPr>
          <p:spPr>
            <a:xfrm>
              <a:off x="764598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2" name="Cube 3271"/>
            <p:cNvSpPr/>
            <p:nvPr/>
          </p:nvSpPr>
          <p:spPr>
            <a:xfrm>
              <a:off x="796416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3" name="Cube 3272"/>
            <p:cNvSpPr/>
            <p:nvPr/>
          </p:nvSpPr>
          <p:spPr>
            <a:xfrm>
              <a:off x="560264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4" name="Cube 3273"/>
            <p:cNvSpPr/>
            <p:nvPr/>
          </p:nvSpPr>
          <p:spPr>
            <a:xfrm>
              <a:off x="592082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5" name="Cube 3274"/>
            <p:cNvSpPr/>
            <p:nvPr/>
          </p:nvSpPr>
          <p:spPr>
            <a:xfrm>
              <a:off x="6239003"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6" name="Cube 3275"/>
            <p:cNvSpPr/>
            <p:nvPr/>
          </p:nvSpPr>
          <p:spPr>
            <a:xfrm>
              <a:off x="6557181"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7" name="Cube 3276"/>
            <p:cNvSpPr/>
            <p:nvPr/>
          </p:nvSpPr>
          <p:spPr>
            <a:xfrm>
              <a:off x="6875359"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8" name="Cube 3277"/>
            <p:cNvSpPr/>
            <p:nvPr/>
          </p:nvSpPr>
          <p:spPr>
            <a:xfrm>
              <a:off x="7193538"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9" name="Cube 3278"/>
            <p:cNvSpPr/>
            <p:nvPr/>
          </p:nvSpPr>
          <p:spPr>
            <a:xfrm>
              <a:off x="751171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0" name="Cube 3279"/>
            <p:cNvSpPr/>
            <p:nvPr/>
          </p:nvSpPr>
          <p:spPr>
            <a:xfrm>
              <a:off x="782989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1" name="Cube 3280"/>
            <p:cNvSpPr/>
            <p:nvPr/>
          </p:nvSpPr>
          <p:spPr>
            <a:xfrm>
              <a:off x="560264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2" name="Cube 3281"/>
            <p:cNvSpPr/>
            <p:nvPr/>
          </p:nvSpPr>
          <p:spPr>
            <a:xfrm>
              <a:off x="592082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3" name="Cube 3282"/>
            <p:cNvSpPr/>
            <p:nvPr/>
          </p:nvSpPr>
          <p:spPr>
            <a:xfrm>
              <a:off x="6239003"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4" name="Cube 3283"/>
            <p:cNvSpPr/>
            <p:nvPr/>
          </p:nvSpPr>
          <p:spPr>
            <a:xfrm>
              <a:off x="6557181"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5" name="Cube 3284"/>
            <p:cNvSpPr/>
            <p:nvPr/>
          </p:nvSpPr>
          <p:spPr>
            <a:xfrm>
              <a:off x="6875359"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6" name="Cube 3285"/>
            <p:cNvSpPr/>
            <p:nvPr/>
          </p:nvSpPr>
          <p:spPr>
            <a:xfrm>
              <a:off x="7193538"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7" name="Cube 3286"/>
            <p:cNvSpPr/>
            <p:nvPr/>
          </p:nvSpPr>
          <p:spPr>
            <a:xfrm>
              <a:off x="751171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8" name="Cube 3287"/>
            <p:cNvSpPr/>
            <p:nvPr/>
          </p:nvSpPr>
          <p:spPr>
            <a:xfrm>
              <a:off x="782989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9" name="Cube 3288"/>
            <p:cNvSpPr/>
            <p:nvPr/>
          </p:nvSpPr>
          <p:spPr>
            <a:xfrm>
              <a:off x="5602646"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0" name="Cube 3289"/>
            <p:cNvSpPr/>
            <p:nvPr/>
          </p:nvSpPr>
          <p:spPr>
            <a:xfrm>
              <a:off x="5920824"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1" name="Cube 3290"/>
            <p:cNvSpPr/>
            <p:nvPr/>
          </p:nvSpPr>
          <p:spPr>
            <a:xfrm>
              <a:off x="6239003"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2" name="Cube 3291"/>
            <p:cNvSpPr/>
            <p:nvPr/>
          </p:nvSpPr>
          <p:spPr>
            <a:xfrm>
              <a:off x="6557181"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3" name="Cube 3292"/>
            <p:cNvSpPr/>
            <p:nvPr/>
          </p:nvSpPr>
          <p:spPr>
            <a:xfrm>
              <a:off x="6875359"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4" name="Cube 3293"/>
            <p:cNvSpPr/>
            <p:nvPr/>
          </p:nvSpPr>
          <p:spPr>
            <a:xfrm>
              <a:off x="7193538"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5" name="Cube 3294"/>
            <p:cNvSpPr/>
            <p:nvPr/>
          </p:nvSpPr>
          <p:spPr>
            <a:xfrm>
              <a:off x="7511716"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6" name="Cube 3295"/>
            <p:cNvSpPr/>
            <p:nvPr/>
          </p:nvSpPr>
          <p:spPr>
            <a:xfrm>
              <a:off x="7829894"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7" name="Cube 3296"/>
            <p:cNvSpPr/>
            <p:nvPr/>
          </p:nvSpPr>
          <p:spPr>
            <a:xfrm>
              <a:off x="5602646"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8" name="Cube 3297"/>
            <p:cNvSpPr/>
            <p:nvPr/>
          </p:nvSpPr>
          <p:spPr>
            <a:xfrm>
              <a:off x="5920824"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9" name="Cube 3298"/>
            <p:cNvSpPr/>
            <p:nvPr/>
          </p:nvSpPr>
          <p:spPr>
            <a:xfrm>
              <a:off x="6239003"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0" name="Cube 3299"/>
            <p:cNvSpPr/>
            <p:nvPr/>
          </p:nvSpPr>
          <p:spPr>
            <a:xfrm>
              <a:off x="6557181"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1" name="Cube 3300"/>
            <p:cNvSpPr/>
            <p:nvPr/>
          </p:nvSpPr>
          <p:spPr>
            <a:xfrm>
              <a:off x="6875359"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2" name="Cube 3301"/>
            <p:cNvSpPr/>
            <p:nvPr/>
          </p:nvSpPr>
          <p:spPr>
            <a:xfrm>
              <a:off x="7193538"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3" name="Cube 3302"/>
            <p:cNvSpPr/>
            <p:nvPr/>
          </p:nvSpPr>
          <p:spPr>
            <a:xfrm>
              <a:off x="7511716"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4" name="Cube 3303"/>
            <p:cNvSpPr/>
            <p:nvPr/>
          </p:nvSpPr>
          <p:spPr>
            <a:xfrm>
              <a:off x="7829894"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5" name="Cube 3304"/>
            <p:cNvSpPr/>
            <p:nvPr/>
          </p:nvSpPr>
          <p:spPr>
            <a:xfrm>
              <a:off x="5602646"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6" name="Cube 3305"/>
            <p:cNvSpPr/>
            <p:nvPr/>
          </p:nvSpPr>
          <p:spPr>
            <a:xfrm>
              <a:off x="5920824"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7" name="Cube 3306"/>
            <p:cNvSpPr/>
            <p:nvPr/>
          </p:nvSpPr>
          <p:spPr>
            <a:xfrm>
              <a:off x="6239003"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8" name="Cube 3307"/>
            <p:cNvSpPr/>
            <p:nvPr/>
          </p:nvSpPr>
          <p:spPr>
            <a:xfrm>
              <a:off x="6557181"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9" name="Cube 3308"/>
            <p:cNvSpPr/>
            <p:nvPr/>
          </p:nvSpPr>
          <p:spPr>
            <a:xfrm>
              <a:off x="6875359"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0" name="Cube 3309"/>
            <p:cNvSpPr/>
            <p:nvPr/>
          </p:nvSpPr>
          <p:spPr>
            <a:xfrm>
              <a:off x="7193538"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1" name="Cube 3310"/>
            <p:cNvSpPr/>
            <p:nvPr/>
          </p:nvSpPr>
          <p:spPr>
            <a:xfrm>
              <a:off x="7511716"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2" name="Cube 3311"/>
            <p:cNvSpPr/>
            <p:nvPr/>
          </p:nvSpPr>
          <p:spPr>
            <a:xfrm>
              <a:off x="7829894"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3" name="Cube 3312"/>
            <p:cNvSpPr/>
            <p:nvPr/>
          </p:nvSpPr>
          <p:spPr>
            <a:xfrm>
              <a:off x="5602646"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4" name="Cube 3313"/>
            <p:cNvSpPr/>
            <p:nvPr/>
          </p:nvSpPr>
          <p:spPr>
            <a:xfrm>
              <a:off x="5920824"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5" name="Cube 3314"/>
            <p:cNvSpPr/>
            <p:nvPr/>
          </p:nvSpPr>
          <p:spPr>
            <a:xfrm>
              <a:off x="6239003"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6" name="Cube 3315"/>
            <p:cNvSpPr/>
            <p:nvPr/>
          </p:nvSpPr>
          <p:spPr>
            <a:xfrm>
              <a:off x="6557181"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7" name="Cube 3316"/>
            <p:cNvSpPr/>
            <p:nvPr/>
          </p:nvSpPr>
          <p:spPr>
            <a:xfrm>
              <a:off x="6875359"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8" name="Cube 3317"/>
            <p:cNvSpPr/>
            <p:nvPr/>
          </p:nvSpPr>
          <p:spPr>
            <a:xfrm>
              <a:off x="7193538"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9" name="Cube 3318"/>
            <p:cNvSpPr/>
            <p:nvPr/>
          </p:nvSpPr>
          <p:spPr>
            <a:xfrm>
              <a:off x="7511716"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0" name="Cube 3319"/>
            <p:cNvSpPr/>
            <p:nvPr/>
          </p:nvSpPr>
          <p:spPr>
            <a:xfrm>
              <a:off x="7829894"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1" name="Cube 3320"/>
            <p:cNvSpPr/>
            <p:nvPr/>
          </p:nvSpPr>
          <p:spPr>
            <a:xfrm>
              <a:off x="560264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2" name="Cube 3321"/>
            <p:cNvSpPr/>
            <p:nvPr/>
          </p:nvSpPr>
          <p:spPr>
            <a:xfrm>
              <a:off x="592082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3" name="Cube 3322"/>
            <p:cNvSpPr/>
            <p:nvPr/>
          </p:nvSpPr>
          <p:spPr>
            <a:xfrm>
              <a:off x="6239003"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4" name="Cube 3323"/>
            <p:cNvSpPr/>
            <p:nvPr/>
          </p:nvSpPr>
          <p:spPr>
            <a:xfrm>
              <a:off x="6557181"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5" name="Cube 3324"/>
            <p:cNvSpPr/>
            <p:nvPr/>
          </p:nvSpPr>
          <p:spPr>
            <a:xfrm>
              <a:off x="6875359"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6" name="Cube 3325"/>
            <p:cNvSpPr/>
            <p:nvPr/>
          </p:nvSpPr>
          <p:spPr>
            <a:xfrm>
              <a:off x="7193538"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7" name="Cube 3326"/>
            <p:cNvSpPr/>
            <p:nvPr/>
          </p:nvSpPr>
          <p:spPr>
            <a:xfrm>
              <a:off x="751171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8" name="Cube 3327"/>
            <p:cNvSpPr/>
            <p:nvPr/>
          </p:nvSpPr>
          <p:spPr>
            <a:xfrm>
              <a:off x="782989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9" name="Cube 3328"/>
            <p:cNvSpPr/>
            <p:nvPr/>
          </p:nvSpPr>
          <p:spPr>
            <a:xfrm>
              <a:off x="560264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0" name="Cube 3329"/>
            <p:cNvSpPr/>
            <p:nvPr/>
          </p:nvSpPr>
          <p:spPr>
            <a:xfrm>
              <a:off x="592082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1" name="Cube 3330"/>
            <p:cNvSpPr/>
            <p:nvPr/>
          </p:nvSpPr>
          <p:spPr>
            <a:xfrm>
              <a:off x="6239003"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2" name="Cube 3331"/>
            <p:cNvSpPr/>
            <p:nvPr/>
          </p:nvSpPr>
          <p:spPr>
            <a:xfrm>
              <a:off x="6557181"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3" name="Cube 3332"/>
            <p:cNvSpPr/>
            <p:nvPr/>
          </p:nvSpPr>
          <p:spPr>
            <a:xfrm>
              <a:off x="6875359"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4" name="Cube 3333"/>
            <p:cNvSpPr/>
            <p:nvPr/>
          </p:nvSpPr>
          <p:spPr>
            <a:xfrm>
              <a:off x="7193538"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5" name="Cube 3334"/>
            <p:cNvSpPr/>
            <p:nvPr/>
          </p:nvSpPr>
          <p:spPr>
            <a:xfrm>
              <a:off x="751171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6" name="Cube 3335"/>
            <p:cNvSpPr/>
            <p:nvPr/>
          </p:nvSpPr>
          <p:spPr>
            <a:xfrm>
              <a:off x="782989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7" name="Cube 3336"/>
            <p:cNvSpPr/>
            <p:nvPr/>
          </p:nvSpPr>
          <p:spPr>
            <a:xfrm>
              <a:off x="546838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8" name="Cube 3337"/>
            <p:cNvSpPr/>
            <p:nvPr/>
          </p:nvSpPr>
          <p:spPr>
            <a:xfrm>
              <a:off x="578655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9" name="Cube 3338"/>
            <p:cNvSpPr/>
            <p:nvPr/>
          </p:nvSpPr>
          <p:spPr>
            <a:xfrm>
              <a:off x="6104737"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0" name="Cube 3339"/>
            <p:cNvSpPr/>
            <p:nvPr/>
          </p:nvSpPr>
          <p:spPr>
            <a:xfrm>
              <a:off x="6422915"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1" name="Cube 3340"/>
            <p:cNvSpPr/>
            <p:nvPr/>
          </p:nvSpPr>
          <p:spPr>
            <a:xfrm>
              <a:off x="6741093"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2" name="Cube 3341"/>
            <p:cNvSpPr/>
            <p:nvPr/>
          </p:nvSpPr>
          <p:spPr>
            <a:xfrm>
              <a:off x="7059272"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3" name="Cube 3342"/>
            <p:cNvSpPr/>
            <p:nvPr/>
          </p:nvSpPr>
          <p:spPr>
            <a:xfrm>
              <a:off x="737745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4" name="Cube 3343"/>
            <p:cNvSpPr/>
            <p:nvPr/>
          </p:nvSpPr>
          <p:spPr>
            <a:xfrm>
              <a:off x="769562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5" name="Cube 3344"/>
            <p:cNvSpPr/>
            <p:nvPr/>
          </p:nvSpPr>
          <p:spPr>
            <a:xfrm>
              <a:off x="546838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6" name="Cube 3345"/>
            <p:cNvSpPr/>
            <p:nvPr/>
          </p:nvSpPr>
          <p:spPr>
            <a:xfrm>
              <a:off x="578655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7" name="Cube 3346"/>
            <p:cNvSpPr/>
            <p:nvPr/>
          </p:nvSpPr>
          <p:spPr>
            <a:xfrm>
              <a:off x="6104737"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8" name="Cube 3347"/>
            <p:cNvSpPr/>
            <p:nvPr/>
          </p:nvSpPr>
          <p:spPr>
            <a:xfrm>
              <a:off x="6422915"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9" name="Cube 3348"/>
            <p:cNvSpPr/>
            <p:nvPr/>
          </p:nvSpPr>
          <p:spPr>
            <a:xfrm>
              <a:off x="6741093"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0" name="Cube 3349"/>
            <p:cNvSpPr/>
            <p:nvPr/>
          </p:nvSpPr>
          <p:spPr>
            <a:xfrm>
              <a:off x="7059272"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1" name="Cube 3350"/>
            <p:cNvSpPr/>
            <p:nvPr/>
          </p:nvSpPr>
          <p:spPr>
            <a:xfrm>
              <a:off x="737745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2" name="Cube 3351"/>
            <p:cNvSpPr/>
            <p:nvPr/>
          </p:nvSpPr>
          <p:spPr>
            <a:xfrm>
              <a:off x="769562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3" name="Cube 3352"/>
            <p:cNvSpPr/>
            <p:nvPr/>
          </p:nvSpPr>
          <p:spPr>
            <a:xfrm>
              <a:off x="5468380"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4" name="Cube 3353"/>
            <p:cNvSpPr/>
            <p:nvPr/>
          </p:nvSpPr>
          <p:spPr>
            <a:xfrm>
              <a:off x="5786558"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5" name="Cube 3354"/>
            <p:cNvSpPr/>
            <p:nvPr/>
          </p:nvSpPr>
          <p:spPr>
            <a:xfrm>
              <a:off x="6104737"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6" name="Cube 3355"/>
            <p:cNvSpPr/>
            <p:nvPr/>
          </p:nvSpPr>
          <p:spPr>
            <a:xfrm>
              <a:off x="6422915"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7" name="Cube 3356"/>
            <p:cNvSpPr/>
            <p:nvPr/>
          </p:nvSpPr>
          <p:spPr>
            <a:xfrm>
              <a:off x="6741093"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8" name="Cube 3357"/>
            <p:cNvSpPr/>
            <p:nvPr/>
          </p:nvSpPr>
          <p:spPr>
            <a:xfrm>
              <a:off x="7059272"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9" name="Cube 3358"/>
            <p:cNvSpPr/>
            <p:nvPr/>
          </p:nvSpPr>
          <p:spPr>
            <a:xfrm>
              <a:off x="7377450"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0" name="Cube 3359"/>
            <p:cNvSpPr/>
            <p:nvPr/>
          </p:nvSpPr>
          <p:spPr>
            <a:xfrm>
              <a:off x="7695628"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1" name="Cube 3360"/>
            <p:cNvSpPr/>
            <p:nvPr/>
          </p:nvSpPr>
          <p:spPr>
            <a:xfrm>
              <a:off x="5468380"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2" name="Cube 3361"/>
            <p:cNvSpPr/>
            <p:nvPr/>
          </p:nvSpPr>
          <p:spPr>
            <a:xfrm>
              <a:off x="5786558"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3" name="Cube 3362"/>
            <p:cNvSpPr/>
            <p:nvPr/>
          </p:nvSpPr>
          <p:spPr>
            <a:xfrm>
              <a:off x="6104737"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4" name="Cube 3363"/>
            <p:cNvSpPr/>
            <p:nvPr/>
          </p:nvSpPr>
          <p:spPr>
            <a:xfrm>
              <a:off x="6422915"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5" name="Cube 3364"/>
            <p:cNvSpPr/>
            <p:nvPr/>
          </p:nvSpPr>
          <p:spPr>
            <a:xfrm>
              <a:off x="6741093"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6" name="Cube 3365"/>
            <p:cNvSpPr/>
            <p:nvPr/>
          </p:nvSpPr>
          <p:spPr>
            <a:xfrm>
              <a:off x="7059272"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7" name="Cube 3366"/>
            <p:cNvSpPr/>
            <p:nvPr/>
          </p:nvSpPr>
          <p:spPr>
            <a:xfrm>
              <a:off x="7377450"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8" name="Cube 3367"/>
            <p:cNvSpPr/>
            <p:nvPr/>
          </p:nvSpPr>
          <p:spPr>
            <a:xfrm>
              <a:off x="7695628"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9" name="Cube 3368"/>
            <p:cNvSpPr/>
            <p:nvPr/>
          </p:nvSpPr>
          <p:spPr>
            <a:xfrm>
              <a:off x="5468380"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0" name="Cube 3369"/>
            <p:cNvSpPr/>
            <p:nvPr/>
          </p:nvSpPr>
          <p:spPr>
            <a:xfrm>
              <a:off x="5786558"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1" name="Cube 3370"/>
            <p:cNvSpPr/>
            <p:nvPr/>
          </p:nvSpPr>
          <p:spPr>
            <a:xfrm>
              <a:off x="6104737"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2" name="Cube 3371"/>
            <p:cNvSpPr/>
            <p:nvPr/>
          </p:nvSpPr>
          <p:spPr>
            <a:xfrm>
              <a:off x="6422915"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3" name="Cube 3372"/>
            <p:cNvSpPr/>
            <p:nvPr/>
          </p:nvSpPr>
          <p:spPr>
            <a:xfrm>
              <a:off x="6741093"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4" name="Cube 3373"/>
            <p:cNvSpPr/>
            <p:nvPr/>
          </p:nvSpPr>
          <p:spPr>
            <a:xfrm>
              <a:off x="7059272"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5" name="Cube 3374"/>
            <p:cNvSpPr/>
            <p:nvPr/>
          </p:nvSpPr>
          <p:spPr>
            <a:xfrm>
              <a:off x="7377450"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6" name="Cube 3375"/>
            <p:cNvSpPr/>
            <p:nvPr/>
          </p:nvSpPr>
          <p:spPr>
            <a:xfrm>
              <a:off x="7695628"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7" name="Cube 3376"/>
            <p:cNvSpPr/>
            <p:nvPr/>
          </p:nvSpPr>
          <p:spPr>
            <a:xfrm>
              <a:off x="5468380"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8" name="Cube 3377"/>
            <p:cNvSpPr/>
            <p:nvPr/>
          </p:nvSpPr>
          <p:spPr>
            <a:xfrm>
              <a:off x="5786558"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9" name="Cube 3378"/>
            <p:cNvSpPr/>
            <p:nvPr/>
          </p:nvSpPr>
          <p:spPr>
            <a:xfrm>
              <a:off x="6104737"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0" name="Cube 3379"/>
            <p:cNvSpPr/>
            <p:nvPr/>
          </p:nvSpPr>
          <p:spPr>
            <a:xfrm>
              <a:off x="6422915"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1" name="Cube 3380"/>
            <p:cNvSpPr/>
            <p:nvPr/>
          </p:nvSpPr>
          <p:spPr>
            <a:xfrm>
              <a:off x="6741093"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2" name="Cube 3381"/>
            <p:cNvSpPr/>
            <p:nvPr/>
          </p:nvSpPr>
          <p:spPr>
            <a:xfrm>
              <a:off x="7059272"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3" name="Cube 3382"/>
            <p:cNvSpPr/>
            <p:nvPr/>
          </p:nvSpPr>
          <p:spPr>
            <a:xfrm>
              <a:off x="7377450"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4" name="Cube 3383"/>
            <p:cNvSpPr/>
            <p:nvPr/>
          </p:nvSpPr>
          <p:spPr>
            <a:xfrm>
              <a:off x="7695628"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5" name="Cube 3384"/>
            <p:cNvSpPr/>
            <p:nvPr/>
          </p:nvSpPr>
          <p:spPr>
            <a:xfrm>
              <a:off x="546838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6" name="Cube 3385"/>
            <p:cNvSpPr/>
            <p:nvPr/>
          </p:nvSpPr>
          <p:spPr>
            <a:xfrm>
              <a:off x="578655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7" name="Cube 3386"/>
            <p:cNvSpPr/>
            <p:nvPr/>
          </p:nvSpPr>
          <p:spPr>
            <a:xfrm>
              <a:off x="6104737"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8" name="Cube 3387"/>
            <p:cNvSpPr/>
            <p:nvPr/>
          </p:nvSpPr>
          <p:spPr>
            <a:xfrm>
              <a:off x="6422915"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9" name="Cube 3388"/>
            <p:cNvSpPr/>
            <p:nvPr/>
          </p:nvSpPr>
          <p:spPr>
            <a:xfrm>
              <a:off x="6741093"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0" name="Cube 3389"/>
            <p:cNvSpPr/>
            <p:nvPr/>
          </p:nvSpPr>
          <p:spPr>
            <a:xfrm>
              <a:off x="7059272"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1" name="Cube 3390"/>
            <p:cNvSpPr/>
            <p:nvPr/>
          </p:nvSpPr>
          <p:spPr>
            <a:xfrm>
              <a:off x="737745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2" name="Cube 3391"/>
            <p:cNvSpPr/>
            <p:nvPr/>
          </p:nvSpPr>
          <p:spPr>
            <a:xfrm>
              <a:off x="769562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3" name="Cube 3392"/>
            <p:cNvSpPr/>
            <p:nvPr/>
          </p:nvSpPr>
          <p:spPr>
            <a:xfrm>
              <a:off x="546838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4" name="Cube 3393"/>
            <p:cNvSpPr/>
            <p:nvPr/>
          </p:nvSpPr>
          <p:spPr>
            <a:xfrm>
              <a:off x="578655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5" name="Cube 3394"/>
            <p:cNvSpPr/>
            <p:nvPr/>
          </p:nvSpPr>
          <p:spPr>
            <a:xfrm>
              <a:off x="6104737"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6" name="Cube 3395"/>
            <p:cNvSpPr/>
            <p:nvPr/>
          </p:nvSpPr>
          <p:spPr>
            <a:xfrm>
              <a:off x="6422915"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7" name="Cube 3396"/>
            <p:cNvSpPr/>
            <p:nvPr/>
          </p:nvSpPr>
          <p:spPr>
            <a:xfrm>
              <a:off x="6741093"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8" name="Cube 3397"/>
            <p:cNvSpPr/>
            <p:nvPr/>
          </p:nvSpPr>
          <p:spPr>
            <a:xfrm>
              <a:off x="7059272"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9" name="Cube 3398"/>
            <p:cNvSpPr/>
            <p:nvPr/>
          </p:nvSpPr>
          <p:spPr>
            <a:xfrm>
              <a:off x="737745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0" name="Cube 3399"/>
            <p:cNvSpPr/>
            <p:nvPr/>
          </p:nvSpPr>
          <p:spPr>
            <a:xfrm>
              <a:off x="769562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1" name="Cube 3400"/>
            <p:cNvSpPr/>
            <p:nvPr/>
          </p:nvSpPr>
          <p:spPr>
            <a:xfrm>
              <a:off x="533411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2" name="Cube 3401"/>
            <p:cNvSpPr/>
            <p:nvPr/>
          </p:nvSpPr>
          <p:spPr>
            <a:xfrm>
              <a:off x="565229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3" name="Cube 3402"/>
            <p:cNvSpPr/>
            <p:nvPr/>
          </p:nvSpPr>
          <p:spPr>
            <a:xfrm>
              <a:off x="5970471"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4" name="Cube 3403"/>
            <p:cNvSpPr/>
            <p:nvPr/>
          </p:nvSpPr>
          <p:spPr>
            <a:xfrm>
              <a:off x="6288649"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5" name="Cube 3404"/>
            <p:cNvSpPr/>
            <p:nvPr/>
          </p:nvSpPr>
          <p:spPr>
            <a:xfrm>
              <a:off x="6606827"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6" name="Cube 3405"/>
            <p:cNvSpPr/>
            <p:nvPr/>
          </p:nvSpPr>
          <p:spPr>
            <a:xfrm>
              <a:off x="6925006"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7" name="Cube 3406"/>
            <p:cNvSpPr/>
            <p:nvPr/>
          </p:nvSpPr>
          <p:spPr>
            <a:xfrm>
              <a:off x="724318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8" name="Cube 3407"/>
            <p:cNvSpPr/>
            <p:nvPr/>
          </p:nvSpPr>
          <p:spPr>
            <a:xfrm>
              <a:off x="756136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9" name="Cube 3408"/>
            <p:cNvSpPr/>
            <p:nvPr/>
          </p:nvSpPr>
          <p:spPr>
            <a:xfrm>
              <a:off x="533411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0" name="Cube 3409"/>
            <p:cNvSpPr/>
            <p:nvPr/>
          </p:nvSpPr>
          <p:spPr>
            <a:xfrm>
              <a:off x="565229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1" name="Cube 3410"/>
            <p:cNvSpPr/>
            <p:nvPr/>
          </p:nvSpPr>
          <p:spPr>
            <a:xfrm>
              <a:off x="5970471"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2" name="Cube 3411"/>
            <p:cNvSpPr/>
            <p:nvPr/>
          </p:nvSpPr>
          <p:spPr>
            <a:xfrm>
              <a:off x="6288649"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3" name="Cube 3412"/>
            <p:cNvSpPr/>
            <p:nvPr/>
          </p:nvSpPr>
          <p:spPr>
            <a:xfrm>
              <a:off x="6606827"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4" name="Cube 3413"/>
            <p:cNvSpPr/>
            <p:nvPr/>
          </p:nvSpPr>
          <p:spPr>
            <a:xfrm>
              <a:off x="6925006"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5" name="Cube 3414"/>
            <p:cNvSpPr/>
            <p:nvPr/>
          </p:nvSpPr>
          <p:spPr>
            <a:xfrm>
              <a:off x="724318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6" name="Cube 3415"/>
            <p:cNvSpPr/>
            <p:nvPr/>
          </p:nvSpPr>
          <p:spPr>
            <a:xfrm>
              <a:off x="756136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7" name="Cube 3416"/>
            <p:cNvSpPr/>
            <p:nvPr/>
          </p:nvSpPr>
          <p:spPr>
            <a:xfrm>
              <a:off x="533411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8" name="Cube 3417"/>
            <p:cNvSpPr/>
            <p:nvPr/>
          </p:nvSpPr>
          <p:spPr>
            <a:xfrm>
              <a:off x="565229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9" name="Cube 3418"/>
            <p:cNvSpPr/>
            <p:nvPr/>
          </p:nvSpPr>
          <p:spPr>
            <a:xfrm>
              <a:off x="5970471"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0" name="Cube 3419"/>
            <p:cNvSpPr/>
            <p:nvPr/>
          </p:nvSpPr>
          <p:spPr>
            <a:xfrm>
              <a:off x="6288649"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1" name="Cube 3420"/>
            <p:cNvSpPr/>
            <p:nvPr/>
          </p:nvSpPr>
          <p:spPr>
            <a:xfrm>
              <a:off x="6606827"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2" name="Cube 3421"/>
            <p:cNvSpPr/>
            <p:nvPr/>
          </p:nvSpPr>
          <p:spPr>
            <a:xfrm>
              <a:off x="6925006"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3" name="Cube 3422"/>
            <p:cNvSpPr/>
            <p:nvPr/>
          </p:nvSpPr>
          <p:spPr>
            <a:xfrm>
              <a:off x="724318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4" name="Cube 3423"/>
            <p:cNvSpPr/>
            <p:nvPr/>
          </p:nvSpPr>
          <p:spPr>
            <a:xfrm>
              <a:off x="756136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5" name="Cube 3424"/>
            <p:cNvSpPr/>
            <p:nvPr/>
          </p:nvSpPr>
          <p:spPr>
            <a:xfrm>
              <a:off x="5334114"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6" name="Cube 3425"/>
            <p:cNvSpPr/>
            <p:nvPr/>
          </p:nvSpPr>
          <p:spPr>
            <a:xfrm>
              <a:off x="5652292"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7" name="Cube 3426"/>
            <p:cNvSpPr/>
            <p:nvPr/>
          </p:nvSpPr>
          <p:spPr>
            <a:xfrm>
              <a:off x="5970471"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8" name="Cube 3427"/>
            <p:cNvSpPr/>
            <p:nvPr/>
          </p:nvSpPr>
          <p:spPr>
            <a:xfrm>
              <a:off x="6288649"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9" name="Cube 3428"/>
            <p:cNvSpPr/>
            <p:nvPr/>
          </p:nvSpPr>
          <p:spPr>
            <a:xfrm>
              <a:off x="6606827"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0" name="Cube 3429"/>
            <p:cNvSpPr/>
            <p:nvPr/>
          </p:nvSpPr>
          <p:spPr>
            <a:xfrm>
              <a:off x="6925006"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1" name="Cube 3430"/>
            <p:cNvSpPr/>
            <p:nvPr/>
          </p:nvSpPr>
          <p:spPr>
            <a:xfrm>
              <a:off x="7243184"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2" name="Cube 3431"/>
            <p:cNvSpPr/>
            <p:nvPr/>
          </p:nvSpPr>
          <p:spPr>
            <a:xfrm>
              <a:off x="7561362"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3" name="Cube 3432"/>
            <p:cNvSpPr/>
            <p:nvPr/>
          </p:nvSpPr>
          <p:spPr>
            <a:xfrm>
              <a:off x="5334114"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4" name="Cube 3433"/>
            <p:cNvSpPr/>
            <p:nvPr/>
          </p:nvSpPr>
          <p:spPr>
            <a:xfrm>
              <a:off x="5652292"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5" name="Cube 3434"/>
            <p:cNvSpPr/>
            <p:nvPr/>
          </p:nvSpPr>
          <p:spPr>
            <a:xfrm>
              <a:off x="5970471"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6" name="Cube 3435"/>
            <p:cNvSpPr/>
            <p:nvPr/>
          </p:nvSpPr>
          <p:spPr>
            <a:xfrm>
              <a:off x="6288649"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7" name="Cube 3436"/>
            <p:cNvSpPr/>
            <p:nvPr/>
          </p:nvSpPr>
          <p:spPr>
            <a:xfrm>
              <a:off x="6606827"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8" name="Cube 3437"/>
            <p:cNvSpPr/>
            <p:nvPr/>
          </p:nvSpPr>
          <p:spPr>
            <a:xfrm>
              <a:off x="6925006"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9" name="Cube 3438"/>
            <p:cNvSpPr/>
            <p:nvPr/>
          </p:nvSpPr>
          <p:spPr>
            <a:xfrm>
              <a:off x="7243184"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0" name="Cube 3439"/>
            <p:cNvSpPr/>
            <p:nvPr/>
          </p:nvSpPr>
          <p:spPr>
            <a:xfrm>
              <a:off x="7561362"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1" name="Cube 3440"/>
            <p:cNvSpPr/>
            <p:nvPr/>
          </p:nvSpPr>
          <p:spPr>
            <a:xfrm>
              <a:off x="5334114"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2" name="Cube 3441"/>
            <p:cNvSpPr/>
            <p:nvPr/>
          </p:nvSpPr>
          <p:spPr>
            <a:xfrm>
              <a:off x="5652292"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3" name="Cube 3442"/>
            <p:cNvSpPr/>
            <p:nvPr/>
          </p:nvSpPr>
          <p:spPr>
            <a:xfrm>
              <a:off x="5970471"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4" name="Cube 3443"/>
            <p:cNvSpPr/>
            <p:nvPr/>
          </p:nvSpPr>
          <p:spPr>
            <a:xfrm>
              <a:off x="6288649"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5" name="Cube 3444"/>
            <p:cNvSpPr/>
            <p:nvPr/>
          </p:nvSpPr>
          <p:spPr>
            <a:xfrm>
              <a:off x="6606827"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6" name="Cube 3445"/>
            <p:cNvSpPr/>
            <p:nvPr/>
          </p:nvSpPr>
          <p:spPr>
            <a:xfrm>
              <a:off x="6925006"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7" name="Cube 3446"/>
            <p:cNvSpPr/>
            <p:nvPr/>
          </p:nvSpPr>
          <p:spPr>
            <a:xfrm>
              <a:off x="7243184"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8" name="Cube 3447"/>
            <p:cNvSpPr/>
            <p:nvPr/>
          </p:nvSpPr>
          <p:spPr>
            <a:xfrm>
              <a:off x="7561362"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9" name="Cube 3448"/>
            <p:cNvSpPr/>
            <p:nvPr/>
          </p:nvSpPr>
          <p:spPr>
            <a:xfrm>
              <a:off x="5334114"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0" name="Cube 3449"/>
            <p:cNvSpPr/>
            <p:nvPr/>
          </p:nvSpPr>
          <p:spPr>
            <a:xfrm>
              <a:off x="5652292"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1" name="Cube 3450"/>
            <p:cNvSpPr/>
            <p:nvPr/>
          </p:nvSpPr>
          <p:spPr>
            <a:xfrm>
              <a:off x="5970471"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2" name="Cube 3451"/>
            <p:cNvSpPr/>
            <p:nvPr/>
          </p:nvSpPr>
          <p:spPr>
            <a:xfrm>
              <a:off x="6288649"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3" name="Cube 3452"/>
            <p:cNvSpPr/>
            <p:nvPr/>
          </p:nvSpPr>
          <p:spPr>
            <a:xfrm>
              <a:off x="6606827"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4" name="Cube 3453"/>
            <p:cNvSpPr/>
            <p:nvPr/>
          </p:nvSpPr>
          <p:spPr>
            <a:xfrm>
              <a:off x="6925006"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5" name="Cube 3454"/>
            <p:cNvSpPr/>
            <p:nvPr/>
          </p:nvSpPr>
          <p:spPr>
            <a:xfrm>
              <a:off x="7243184"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6" name="Cube 3455"/>
            <p:cNvSpPr/>
            <p:nvPr/>
          </p:nvSpPr>
          <p:spPr>
            <a:xfrm>
              <a:off x="7561362"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7" name="Cube 3456"/>
            <p:cNvSpPr/>
            <p:nvPr/>
          </p:nvSpPr>
          <p:spPr>
            <a:xfrm>
              <a:off x="533411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8" name="Cube 3457"/>
            <p:cNvSpPr/>
            <p:nvPr/>
          </p:nvSpPr>
          <p:spPr>
            <a:xfrm>
              <a:off x="565229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9" name="Cube 3458"/>
            <p:cNvSpPr/>
            <p:nvPr/>
          </p:nvSpPr>
          <p:spPr>
            <a:xfrm>
              <a:off x="5970471"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0" name="Cube 3459"/>
            <p:cNvSpPr/>
            <p:nvPr/>
          </p:nvSpPr>
          <p:spPr>
            <a:xfrm>
              <a:off x="6288649"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1" name="Cube 3460"/>
            <p:cNvSpPr/>
            <p:nvPr/>
          </p:nvSpPr>
          <p:spPr>
            <a:xfrm>
              <a:off x="6606827"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2" name="Cube 3461"/>
            <p:cNvSpPr/>
            <p:nvPr/>
          </p:nvSpPr>
          <p:spPr>
            <a:xfrm>
              <a:off x="6925006"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3" name="Cube 3462"/>
            <p:cNvSpPr/>
            <p:nvPr/>
          </p:nvSpPr>
          <p:spPr>
            <a:xfrm>
              <a:off x="724318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4" name="Cube 3463"/>
            <p:cNvSpPr/>
            <p:nvPr/>
          </p:nvSpPr>
          <p:spPr>
            <a:xfrm>
              <a:off x="756136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5" name="Cube 3464"/>
            <p:cNvSpPr/>
            <p:nvPr/>
          </p:nvSpPr>
          <p:spPr>
            <a:xfrm>
              <a:off x="519984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6" name="Cube 3465"/>
            <p:cNvSpPr/>
            <p:nvPr/>
          </p:nvSpPr>
          <p:spPr>
            <a:xfrm>
              <a:off x="551802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7" name="Cube 3466"/>
            <p:cNvSpPr/>
            <p:nvPr/>
          </p:nvSpPr>
          <p:spPr>
            <a:xfrm>
              <a:off x="5836205"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8" name="Cube 3467"/>
            <p:cNvSpPr/>
            <p:nvPr/>
          </p:nvSpPr>
          <p:spPr>
            <a:xfrm>
              <a:off x="6154383"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9" name="Cube 3468"/>
            <p:cNvSpPr/>
            <p:nvPr/>
          </p:nvSpPr>
          <p:spPr>
            <a:xfrm>
              <a:off x="6472561"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0" name="Cube 3469"/>
            <p:cNvSpPr/>
            <p:nvPr/>
          </p:nvSpPr>
          <p:spPr>
            <a:xfrm>
              <a:off x="6790740"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1" name="Cube 3470"/>
            <p:cNvSpPr/>
            <p:nvPr/>
          </p:nvSpPr>
          <p:spPr>
            <a:xfrm>
              <a:off x="710891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2" name="Cube 3471"/>
            <p:cNvSpPr/>
            <p:nvPr/>
          </p:nvSpPr>
          <p:spPr>
            <a:xfrm>
              <a:off x="742709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3" name="Cube 3472"/>
            <p:cNvSpPr/>
            <p:nvPr/>
          </p:nvSpPr>
          <p:spPr>
            <a:xfrm>
              <a:off x="519984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4" name="Cube 3473"/>
            <p:cNvSpPr/>
            <p:nvPr/>
          </p:nvSpPr>
          <p:spPr>
            <a:xfrm>
              <a:off x="551802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5" name="Cube 3474"/>
            <p:cNvSpPr/>
            <p:nvPr/>
          </p:nvSpPr>
          <p:spPr>
            <a:xfrm>
              <a:off x="5836205"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6" name="Cube 3475"/>
            <p:cNvSpPr/>
            <p:nvPr/>
          </p:nvSpPr>
          <p:spPr>
            <a:xfrm>
              <a:off x="6154383"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7" name="Cube 3476"/>
            <p:cNvSpPr/>
            <p:nvPr/>
          </p:nvSpPr>
          <p:spPr>
            <a:xfrm>
              <a:off x="6472561"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8" name="Cube 3477"/>
            <p:cNvSpPr/>
            <p:nvPr/>
          </p:nvSpPr>
          <p:spPr>
            <a:xfrm>
              <a:off x="6790740"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9" name="Cube 3478"/>
            <p:cNvSpPr/>
            <p:nvPr/>
          </p:nvSpPr>
          <p:spPr>
            <a:xfrm>
              <a:off x="710891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0" name="Cube 3479"/>
            <p:cNvSpPr/>
            <p:nvPr/>
          </p:nvSpPr>
          <p:spPr>
            <a:xfrm>
              <a:off x="742709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1" name="Cube 3480"/>
            <p:cNvSpPr/>
            <p:nvPr/>
          </p:nvSpPr>
          <p:spPr>
            <a:xfrm>
              <a:off x="519984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2" name="Cube 3481"/>
            <p:cNvSpPr/>
            <p:nvPr/>
          </p:nvSpPr>
          <p:spPr>
            <a:xfrm>
              <a:off x="551802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3" name="Cube 3482"/>
            <p:cNvSpPr/>
            <p:nvPr/>
          </p:nvSpPr>
          <p:spPr>
            <a:xfrm>
              <a:off x="5836205"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4" name="Cube 3483"/>
            <p:cNvSpPr/>
            <p:nvPr/>
          </p:nvSpPr>
          <p:spPr>
            <a:xfrm>
              <a:off x="6154383"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5" name="Cube 3484"/>
            <p:cNvSpPr/>
            <p:nvPr/>
          </p:nvSpPr>
          <p:spPr>
            <a:xfrm>
              <a:off x="6472561"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6" name="Cube 3485"/>
            <p:cNvSpPr/>
            <p:nvPr/>
          </p:nvSpPr>
          <p:spPr>
            <a:xfrm>
              <a:off x="6790740"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7" name="Cube 3486"/>
            <p:cNvSpPr/>
            <p:nvPr/>
          </p:nvSpPr>
          <p:spPr>
            <a:xfrm>
              <a:off x="710891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8" name="Cube 3487"/>
            <p:cNvSpPr/>
            <p:nvPr/>
          </p:nvSpPr>
          <p:spPr>
            <a:xfrm>
              <a:off x="742709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9" name="Cube 3488"/>
            <p:cNvSpPr/>
            <p:nvPr/>
          </p:nvSpPr>
          <p:spPr>
            <a:xfrm>
              <a:off x="5199848"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0" name="Cube 3489"/>
            <p:cNvSpPr/>
            <p:nvPr/>
          </p:nvSpPr>
          <p:spPr>
            <a:xfrm>
              <a:off x="5518026"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1" name="Cube 3490"/>
            <p:cNvSpPr/>
            <p:nvPr/>
          </p:nvSpPr>
          <p:spPr>
            <a:xfrm>
              <a:off x="5836205"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2" name="Cube 3491"/>
            <p:cNvSpPr/>
            <p:nvPr/>
          </p:nvSpPr>
          <p:spPr>
            <a:xfrm>
              <a:off x="6154383"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3" name="Cube 3492"/>
            <p:cNvSpPr/>
            <p:nvPr/>
          </p:nvSpPr>
          <p:spPr>
            <a:xfrm>
              <a:off x="6472561"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4" name="Cube 3493"/>
            <p:cNvSpPr/>
            <p:nvPr/>
          </p:nvSpPr>
          <p:spPr>
            <a:xfrm>
              <a:off x="6790740"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5" name="Cube 3494"/>
            <p:cNvSpPr/>
            <p:nvPr/>
          </p:nvSpPr>
          <p:spPr>
            <a:xfrm>
              <a:off x="7108918"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6" name="Cube 3495"/>
            <p:cNvSpPr/>
            <p:nvPr/>
          </p:nvSpPr>
          <p:spPr>
            <a:xfrm>
              <a:off x="7427096"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7" name="Cube 3496"/>
            <p:cNvSpPr/>
            <p:nvPr/>
          </p:nvSpPr>
          <p:spPr>
            <a:xfrm>
              <a:off x="5199848"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8" name="Cube 3497"/>
            <p:cNvSpPr/>
            <p:nvPr/>
          </p:nvSpPr>
          <p:spPr>
            <a:xfrm>
              <a:off x="5518026"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9" name="Cube 3498"/>
            <p:cNvSpPr/>
            <p:nvPr/>
          </p:nvSpPr>
          <p:spPr>
            <a:xfrm>
              <a:off x="5836205"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0" name="Cube 3499"/>
            <p:cNvSpPr/>
            <p:nvPr/>
          </p:nvSpPr>
          <p:spPr>
            <a:xfrm>
              <a:off x="6154383"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1" name="Cube 3500"/>
            <p:cNvSpPr/>
            <p:nvPr/>
          </p:nvSpPr>
          <p:spPr>
            <a:xfrm>
              <a:off x="6472561"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2" name="Cube 3501"/>
            <p:cNvSpPr/>
            <p:nvPr/>
          </p:nvSpPr>
          <p:spPr>
            <a:xfrm>
              <a:off x="6790740"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3" name="Cube 3502"/>
            <p:cNvSpPr/>
            <p:nvPr/>
          </p:nvSpPr>
          <p:spPr>
            <a:xfrm>
              <a:off x="7108918"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4" name="Cube 3503"/>
            <p:cNvSpPr/>
            <p:nvPr/>
          </p:nvSpPr>
          <p:spPr>
            <a:xfrm>
              <a:off x="7427096"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5" name="Cube 3504"/>
            <p:cNvSpPr/>
            <p:nvPr/>
          </p:nvSpPr>
          <p:spPr>
            <a:xfrm>
              <a:off x="5199848"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6" name="Cube 3505"/>
            <p:cNvSpPr/>
            <p:nvPr/>
          </p:nvSpPr>
          <p:spPr>
            <a:xfrm>
              <a:off x="5518026"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7" name="Cube 3506"/>
            <p:cNvSpPr/>
            <p:nvPr/>
          </p:nvSpPr>
          <p:spPr>
            <a:xfrm>
              <a:off x="5836205"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8" name="Cube 3507"/>
            <p:cNvSpPr/>
            <p:nvPr/>
          </p:nvSpPr>
          <p:spPr>
            <a:xfrm>
              <a:off x="6154383"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9" name="Cube 3508"/>
            <p:cNvSpPr/>
            <p:nvPr/>
          </p:nvSpPr>
          <p:spPr>
            <a:xfrm>
              <a:off x="6472561"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0" name="Cube 3509"/>
            <p:cNvSpPr/>
            <p:nvPr/>
          </p:nvSpPr>
          <p:spPr>
            <a:xfrm>
              <a:off x="6790740"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1" name="Cube 3510"/>
            <p:cNvSpPr/>
            <p:nvPr/>
          </p:nvSpPr>
          <p:spPr>
            <a:xfrm>
              <a:off x="7108918"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2" name="Cube 3511"/>
            <p:cNvSpPr/>
            <p:nvPr/>
          </p:nvSpPr>
          <p:spPr>
            <a:xfrm>
              <a:off x="7427096"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3" name="Cube 3512"/>
            <p:cNvSpPr/>
            <p:nvPr/>
          </p:nvSpPr>
          <p:spPr>
            <a:xfrm>
              <a:off x="5199848"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4" name="Cube 3513"/>
            <p:cNvSpPr/>
            <p:nvPr/>
          </p:nvSpPr>
          <p:spPr>
            <a:xfrm>
              <a:off x="5518026"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5" name="Cube 3514"/>
            <p:cNvSpPr/>
            <p:nvPr/>
          </p:nvSpPr>
          <p:spPr>
            <a:xfrm>
              <a:off x="5836205"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6" name="Cube 3515"/>
            <p:cNvSpPr/>
            <p:nvPr/>
          </p:nvSpPr>
          <p:spPr>
            <a:xfrm>
              <a:off x="6154383"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7" name="Cube 3516"/>
            <p:cNvSpPr/>
            <p:nvPr/>
          </p:nvSpPr>
          <p:spPr>
            <a:xfrm>
              <a:off x="6472561"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8" name="Cube 3517"/>
            <p:cNvSpPr/>
            <p:nvPr/>
          </p:nvSpPr>
          <p:spPr>
            <a:xfrm>
              <a:off x="6790740"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9" name="Cube 3518"/>
            <p:cNvSpPr/>
            <p:nvPr/>
          </p:nvSpPr>
          <p:spPr>
            <a:xfrm>
              <a:off x="7108918"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0" name="Cube 3519"/>
            <p:cNvSpPr/>
            <p:nvPr/>
          </p:nvSpPr>
          <p:spPr>
            <a:xfrm>
              <a:off x="7427096"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1" name="Cube 3520"/>
            <p:cNvSpPr/>
            <p:nvPr/>
          </p:nvSpPr>
          <p:spPr>
            <a:xfrm>
              <a:off x="5199848"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2" name="Cube 3521"/>
            <p:cNvSpPr/>
            <p:nvPr/>
          </p:nvSpPr>
          <p:spPr>
            <a:xfrm>
              <a:off x="5518026"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3" name="Cube 3522"/>
            <p:cNvSpPr/>
            <p:nvPr/>
          </p:nvSpPr>
          <p:spPr>
            <a:xfrm>
              <a:off x="5836205"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4" name="Cube 3523"/>
            <p:cNvSpPr/>
            <p:nvPr/>
          </p:nvSpPr>
          <p:spPr>
            <a:xfrm>
              <a:off x="6154383"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5" name="Cube 3524"/>
            <p:cNvSpPr/>
            <p:nvPr/>
          </p:nvSpPr>
          <p:spPr>
            <a:xfrm>
              <a:off x="6472561"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6" name="Cube 3525"/>
            <p:cNvSpPr/>
            <p:nvPr/>
          </p:nvSpPr>
          <p:spPr>
            <a:xfrm>
              <a:off x="6790740"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7" name="Cube 3526"/>
            <p:cNvSpPr/>
            <p:nvPr/>
          </p:nvSpPr>
          <p:spPr>
            <a:xfrm>
              <a:off x="7108918"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8" name="Cube 3527"/>
            <p:cNvSpPr/>
            <p:nvPr/>
          </p:nvSpPr>
          <p:spPr>
            <a:xfrm>
              <a:off x="7427096"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9" name="Cube 3528"/>
            <p:cNvSpPr/>
            <p:nvPr/>
          </p:nvSpPr>
          <p:spPr>
            <a:xfrm>
              <a:off x="506558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0" name="Cube 3529"/>
            <p:cNvSpPr/>
            <p:nvPr/>
          </p:nvSpPr>
          <p:spPr>
            <a:xfrm>
              <a:off x="538376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1" name="Cube 3530"/>
            <p:cNvSpPr/>
            <p:nvPr/>
          </p:nvSpPr>
          <p:spPr>
            <a:xfrm>
              <a:off x="5701939"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2" name="Cube 3531"/>
            <p:cNvSpPr/>
            <p:nvPr/>
          </p:nvSpPr>
          <p:spPr>
            <a:xfrm>
              <a:off x="6020117"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3" name="Cube 3532"/>
            <p:cNvSpPr/>
            <p:nvPr/>
          </p:nvSpPr>
          <p:spPr>
            <a:xfrm>
              <a:off x="6338295"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4" name="Cube 3533"/>
            <p:cNvSpPr/>
            <p:nvPr/>
          </p:nvSpPr>
          <p:spPr>
            <a:xfrm>
              <a:off x="6656474"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5" name="Cube 3534"/>
            <p:cNvSpPr/>
            <p:nvPr/>
          </p:nvSpPr>
          <p:spPr>
            <a:xfrm>
              <a:off x="697465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6" name="Cube 3535"/>
            <p:cNvSpPr/>
            <p:nvPr/>
          </p:nvSpPr>
          <p:spPr>
            <a:xfrm>
              <a:off x="729283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7" name="Cube 3536"/>
            <p:cNvSpPr/>
            <p:nvPr/>
          </p:nvSpPr>
          <p:spPr>
            <a:xfrm>
              <a:off x="506558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8" name="Cube 3537"/>
            <p:cNvSpPr/>
            <p:nvPr/>
          </p:nvSpPr>
          <p:spPr>
            <a:xfrm>
              <a:off x="538376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9" name="Cube 3538"/>
            <p:cNvSpPr/>
            <p:nvPr/>
          </p:nvSpPr>
          <p:spPr>
            <a:xfrm>
              <a:off x="5701939"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0" name="Cube 3539"/>
            <p:cNvSpPr/>
            <p:nvPr/>
          </p:nvSpPr>
          <p:spPr>
            <a:xfrm>
              <a:off x="6020117"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1" name="Cube 3540"/>
            <p:cNvSpPr/>
            <p:nvPr/>
          </p:nvSpPr>
          <p:spPr>
            <a:xfrm>
              <a:off x="6338295"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2" name="Cube 3541"/>
            <p:cNvSpPr/>
            <p:nvPr/>
          </p:nvSpPr>
          <p:spPr>
            <a:xfrm>
              <a:off x="6656474"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3" name="Cube 3542"/>
            <p:cNvSpPr/>
            <p:nvPr/>
          </p:nvSpPr>
          <p:spPr>
            <a:xfrm>
              <a:off x="697465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4" name="Cube 3543"/>
            <p:cNvSpPr/>
            <p:nvPr/>
          </p:nvSpPr>
          <p:spPr>
            <a:xfrm>
              <a:off x="729283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5" name="Cube 3544"/>
            <p:cNvSpPr/>
            <p:nvPr/>
          </p:nvSpPr>
          <p:spPr>
            <a:xfrm>
              <a:off x="506558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6" name="Cube 3545"/>
            <p:cNvSpPr/>
            <p:nvPr/>
          </p:nvSpPr>
          <p:spPr>
            <a:xfrm>
              <a:off x="538376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7" name="Cube 3546"/>
            <p:cNvSpPr/>
            <p:nvPr/>
          </p:nvSpPr>
          <p:spPr>
            <a:xfrm>
              <a:off x="5701939"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8" name="Cube 3547"/>
            <p:cNvSpPr/>
            <p:nvPr/>
          </p:nvSpPr>
          <p:spPr>
            <a:xfrm>
              <a:off x="6020117"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9" name="Cube 3548"/>
            <p:cNvSpPr/>
            <p:nvPr/>
          </p:nvSpPr>
          <p:spPr>
            <a:xfrm>
              <a:off x="6338295"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0" name="Cube 3549"/>
            <p:cNvSpPr/>
            <p:nvPr/>
          </p:nvSpPr>
          <p:spPr>
            <a:xfrm>
              <a:off x="6656474"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1" name="Cube 3550"/>
            <p:cNvSpPr/>
            <p:nvPr/>
          </p:nvSpPr>
          <p:spPr>
            <a:xfrm>
              <a:off x="697465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2" name="Cube 3551"/>
            <p:cNvSpPr/>
            <p:nvPr/>
          </p:nvSpPr>
          <p:spPr>
            <a:xfrm>
              <a:off x="729283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3" name="Cube 3552"/>
            <p:cNvSpPr/>
            <p:nvPr/>
          </p:nvSpPr>
          <p:spPr>
            <a:xfrm>
              <a:off x="5065582"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4" name="Cube 3553"/>
            <p:cNvSpPr/>
            <p:nvPr/>
          </p:nvSpPr>
          <p:spPr>
            <a:xfrm>
              <a:off x="5383760"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5" name="Cube 3554"/>
            <p:cNvSpPr/>
            <p:nvPr/>
          </p:nvSpPr>
          <p:spPr>
            <a:xfrm>
              <a:off x="5701939"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6" name="Cube 3555"/>
            <p:cNvSpPr/>
            <p:nvPr/>
          </p:nvSpPr>
          <p:spPr>
            <a:xfrm>
              <a:off x="6020117"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7" name="Cube 3556"/>
            <p:cNvSpPr/>
            <p:nvPr/>
          </p:nvSpPr>
          <p:spPr>
            <a:xfrm>
              <a:off x="6338295"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8" name="Cube 3557"/>
            <p:cNvSpPr/>
            <p:nvPr/>
          </p:nvSpPr>
          <p:spPr>
            <a:xfrm>
              <a:off x="6656474"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9" name="Cube 3558"/>
            <p:cNvSpPr/>
            <p:nvPr/>
          </p:nvSpPr>
          <p:spPr>
            <a:xfrm>
              <a:off x="6974652"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0" name="Cube 3559"/>
            <p:cNvSpPr/>
            <p:nvPr/>
          </p:nvSpPr>
          <p:spPr>
            <a:xfrm>
              <a:off x="7292830"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1" name="Cube 3560"/>
            <p:cNvSpPr/>
            <p:nvPr/>
          </p:nvSpPr>
          <p:spPr>
            <a:xfrm>
              <a:off x="5065582"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2" name="Cube 3561"/>
            <p:cNvSpPr/>
            <p:nvPr/>
          </p:nvSpPr>
          <p:spPr>
            <a:xfrm>
              <a:off x="5383760"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3" name="Cube 3562"/>
            <p:cNvSpPr/>
            <p:nvPr/>
          </p:nvSpPr>
          <p:spPr>
            <a:xfrm>
              <a:off x="5701939"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4" name="Cube 3563"/>
            <p:cNvSpPr/>
            <p:nvPr/>
          </p:nvSpPr>
          <p:spPr>
            <a:xfrm>
              <a:off x="6020117"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5" name="Cube 3564"/>
            <p:cNvSpPr/>
            <p:nvPr/>
          </p:nvSpPr>
          <p:spPr>
            <a:xfrm>
              <a:off x="6338295"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6" name="Cube 3565"/>
            <p:cNvSpPr/>
            <p:nvPr/>
          </p:nvSpPr>
          <p:spPr>
            <a:xfrm>
              <a:off x="6656474"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7" name="Cube 3566"/>
            <p:cNvSpPr/>
            <p:nvPr/>
          </p:nvSpPr>
          <p:spPr>
            <a:xfrm>
              <a:off x="6974652"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8" name="Cube 3567"/>
            <p:cNvSpPr/>
            <p:nvPr/>
          </p:nvSpPr>
          <p:spPr>
            <a:xfrm>
              <a:off x="7292830"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9" name="Cube 3568"/>
            <p:cNvSpPr/>
            <p:nvPr/>
          </p:nvSpPr>
          <p:spPr>
            <a:xfrm>
              <a:off x="5065582"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0" name="Cube 3569"/>
            <p:cNvSpPr/>
            <p:nvPr/>
          </p:nvSpPr>
          <p:spPr>
            <a:xfrm>
              <a:off x="5383760"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1" name="Cube 3570"/>
            <p:cNvSpPr/>
            <p:nvPr/>
          </p:nvSpPr>
          <p:spPr>
            <a:xfrm>
              <a:off x="5701939"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2" name="Cube 3571"/>
            <p:cNvSpPr/>
            <p:nvPr/>
          </p:nvSpPr>
          <p:spPr>
            <a:xfrm>
              <a:off x="6020117"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3" name="Cube 3572"/>
            <p:cNvSpPr/>
            <p:nvPr/>
          </p:nvSpPr>
          <p:spPr>
            <a:xfrm>
              <a:off x="6338295"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4" name="Cube 3573"/>
            <p:cNvSpPr/>
            <p:nvPr/>
          </p:nvSpPr>
          <p:spPr>
            <a:xfrm>
              <a:off x="6656474"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5" name="Cube 3574"/>
            <p:cNvSpPr/>
            <p:nvPr/>
          </p:nvSpPr>
          <p:spPr>
            <a:xfrm>
              <a:off x="6974652"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6" name="Cube 3575"/>
            <p:cNvSpPr/>
            <p:nvPr/>
          </p:nvSpPr>
          <p:spPr>
            <a:xfrm>
              <a:off x="7292830"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7" name="Cube 3576"/>
            <p:cNvSpPr/>
            <p:nvPr/>
          </p:nvSpPr>
          <p:spPr>
            <a:xfrm>
              <a:off x="5065582"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8" name="Cube 3577"/>
            <p:cNvSpPr/>
            <p:nvPr/>
          </p:nvSpPr>
          <p:spPr>
            <a:xfrm>
              <a:off x="5383760"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9" name="Cube 3578"/>
            <p:cNvSpPr/>
            <p:nvPr/>
          </p:nvSpPr>
          <p:spPr>
            <a:xfrm>
              <a:off x="5701939"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0" name="Cube 3579"/>
            <p:cNvSpPr/>
            <p:nvPr/>
          </p:nvSpPr>
          <p:spPr>
            <a:xfrm>
              <a:off x="6020117"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1" name="Cube 3580"/>
            <p:cNvSpPr/>
            <p:nvPr/>
          </p:nvSpPr>
          <p:spPr>
            <a:xfrm>
              <a:off x="6338295"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2" name="Cube 3581"/>
            <p:cNvSpPr/>
            <p:nvPr/>
          </p:nvSpPr>
          <p:spPr>
            <a:xfrm>
              <a:off x="6656474"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3" name="Cube 3582"/>
            <p:cNvSpPr/>
            <p:nvPr/>
          </p:nvSpPr>
          <p:spPr>
            <a:xfrm>
              <a:off x="6974652"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4" name="Cube 3583"/>
            <p:cNvSpPr/>
            <p:nvPr/>
          </p:nvSpPr>
          <p:spPr>
            <a:xfrm>
              <a:off x="7292830"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5" name="Cube 3584"/>
            <p:cNvSpPr/>
            <p:nvPr/>
          </p:nvSpPr>
          <p:spPr>
            <a:xfrm>
              <a:off x="5065582"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6" name="Cube 3585"/>
            <p:cNvSpPr/>
            <p:nvPr/>
          </p:nvSpPr>
          <p:spPr>
            <a:xfrm>
              <a:off x="5383760"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7" name="Cube 3586"/>
            <p:cNvSpPr/>
            <p:nvPr/>
          </p:nvSpPr>
          <p:spPr>
            <a:xfrm>
              <a:off x="5701939"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8" name="Cube 3587"/>
            <p:cNvSpPr/>
            <p:nvPr/>
          </p:nvSpPr>
          <p:spPr>
            <a:xfrm>
              <a:off x="6020117"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9" name="Cube 3588"/>
            <p:cNvSpPr/>
            <p:nvPr/>
          </p:nvSpPr>
          <p:spPr>
            <a:xfrm>
              <a:off x="6338295"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0" name="Cube 3589"/>
            <p:cNvSpPr/>
            <p:nvPr/>
          </p:nvSpPr>
          <p:spPr>
            <a:xfrm>
              <a:off x="6656474"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1" name="Cube 3590"/>
            <p:cNvSpPr/>
            <p:nvPr/>
          </p:nvSpPr>
          <p:spPr>
            <a:xfrm>
              <a:off x="6974652"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2" name="Cube 3591"/>
            <p:cNvSpPr/>
            <p:nvPr/>
          </p:nvSpPr>
          <p:spPr>
            <a:xfrm>
              <a:off x="7292830"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3" name="Cube 3592"/>
            <p:cNvSpPr/>
            <p:nvPr/>
          </p:nvSpPr>
          <p:spPr>
            <a:xfrm>
              <a:off x="493131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4" name="Cube 3593"/>
            <p:cNvSpPr/>
            <p:nvPr/>
          </p:nvSpPr>
          <p:spPr>
            <a:xfrm>
              <a:off x="524949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5" name="Cube 3594"/>
            <p:cNvSpPr/>
            <p:nvPr/>
          </p:nvSpPr>
          <p:spPr>
            <a:xfrm>
              <a:off x="5567673"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6" name="Cube 3595"/>
            <p:cNvSpPr/>
            <p:nvPr/>
          </p:nvSpPr>
          <p:spPr>
            <a:xfrm>
              <a:off x="5885851"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7" name="Cube 3596"/>
            <p:cNvSpPr/>
            <p:nvPr/>
          </p:nvSpPr>
          <p:spPr>
            <a:xfrm>
              <a:off x="6204029"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8" name="Cube 3597"/>
            <p:cNvSpPr/>
            <p:nvPr/>
          </p:nvSpPr>
          <p:spPr>
            <a:xfrm>
              <a:off x="6522208"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9" name="Cube 3598"/>
            <p:cNvSpPr/>
            <p:nvPr/>
          </p:nvSpPr>
          <p:spPr>
            <a:xfrm>
              <a:off x="684038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0" name="Cube 3599"/>
            <p:cNvSpPr/>
            <p:nvPr/>
          </p:nvSpPr>
          <p:spPr>
            <a:xfrm>
              <a:off x="715856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1" name="Cube 3600"/>
            <p:cNvSpPr/>
            <p:nvPr/>
          </p:nvSpPr>
          <p:spPr>
            <a:xfrm>
              <a:off x="493131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2" name="Cube 3601"/>
            <p:cNvSpPr/>
            <p:nvPr/>
          </p:nvSpPr>
          <p:spPr>
            <a:xfrm>
              <a:off x="524949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3" name="Cube 3602"/>
            <p:cNvSpPr/>
            <p:nvPr/>
          </p:nvSpPr>
          <p:spPr>
            <a:xfrm>
              <a:off x="5567673"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4" name="Cube 3603"/>
            <p:cNvSpPr/>
            <p:nvPr/>
          </p:nvSpPr>
          <p:spPr>
            <a:xfrm>
              <a:off x="5885851"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5" name="Cube 3604"/>
            <p:cNvSpPr/>
            <p:nvPr/>
          </p:nvSpPr>
          <p:spPr>
            <a:xfrm>
              <a:off x="6204029"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6" name="Cube 3605"/>
            <p:cNvSpPr/>
            <p:nvPr/>
          </p:nvSpPr>
          <p:spPr>
            <a:xfrm>
              <a:off x="6522208"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7" name="Cube 3606"/>
            <p:cNvSpPr/>
            <p:nvPr/>
          </p:nvSpPr>
          <p:spPr>
            <a:xfrm>
              <a:off x="684038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8" name="Cube 3607"/>
            <p:cNvSpPr/>
            <p:nvPr/>
          </p:nvSpPr>
          <p:spPr>
            <a:xfrm>
              <a:off x="715856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9" name="Cube 3608"/>
            <p:cNvSpPr/>
            <p:nvPr/>
          </p:nvSpPr>
          <p:spPr>
            <a:xfrm>
              <a:off x="493131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0" name="Cube 3609"/>
            <p:cNvSpPr/>
            <p:nvPr/>
          </p:nvSpPr>
          <p:spPr>
            <a:xfrm>
              <a:off x="524949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1" name="Cube 3610"/>
            <p:cNvSpPr/>
            <p:nvPr/>
          </p:nvSpPr>
          <p:spPr>
            <a:xfrm>
              <a:off x="5567673"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2" name="Cube 3611"/>
            <p:cNvSpPr/>
            <p:nvPr/>
          </p:nvSpPr>
          <p:spPr>
            <a:xfrm>
              <a:off x="5885851"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3" name="Cube 3612"/>
            <p:cNvSpPr/>
            <p:nvPr/>
          </p:nvSpPr>
          <p:spPr>
            <a:xfrm>
              <a:off x="6204029"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4" name="Cube 3613"/>
            <p:cNvSpPr/>
            <p:nvPr/>
          </p:nvSpPr>
          <p:spPr>
            <a:xfrm>
              <a:off x="6522208"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5" name="Cube 3614"/>
            <p:cNvSpPr/>
            <p:nvPr/>
          </p:nvSpPr>
          <p:spPr>
            <a:xfrm>
              <a:off x="684038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6" name="Cube 3615"/>
            <p:cNvSpPr/>
            <p:nvPr/>
          </p:nvSpPr>
          <p:spPr>
            <a:xfrm>
              <a:off x="715856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7" name="Cube 3616"/>
            <p:cNvSpPr/>
            <p:nvPr/>
          </p:nvSpPr>
          <p:spPr>
            <a:xfrm>
              <a:off x="493131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8" name="Cube 3617"/>
            <p:cNvSpPr/>
            <p:nvPr/>
          </p:nvSpPr>
          <p:spPr>
            <a:xfrm>
              <a:off x="524949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9" name="Cube 3618"/>
            <p:cNvSpPr/>
            <p:nvPr/>
          </p:nvSpPr>
          <p:spPr>
            <a:xfrm>
              <a:off x="5567673"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0" name="Cube 3619"/>
            <p:cNvSpPr/>
            <p:nvPr/>
          </p:nvSpPr>
          <p:spPr>
            <a:xfrm>
              <a:off x="5885851"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1" name="Cube 3620"/>
            <p:cNvSpPr/>
            <p:nvPr/>
          </p:nvSpPr>
          <p:spPr>
            <a:xfrm>
              <a:off x="6204029"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2" name="Cube 3621"/>
            <p:cNvSpPr/>
            <p:nvPr/>
          </p:nvSpPr>
          <p:spPr>
            <a:xfrm>
              <a:off x="6522208"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3" name="Cube 3622"/>
            <p:cNvSpPr/>
            <p:nvPr/>
          </p:nvSpPr>
          <p:spPr>
            <a:xfrm>
              <a:off x="684038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4" name="Cube 3623"/>
            <p:cNvSpPr/>
            <p:nvPr/>
          </p:nvSpPr>
          <p:spPr>
            <a:xfrm>
              <a:off x="715856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5" name="Cube 3624"/>
            <p:cNvSpPr/>
            <p:nvPr/>
          </p:nvSpPr>
          <p:spPr>
            <a:xfrm>
              <a:off x="4931316"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6" name="Cube 3625"/>
            <p:cNvSpPr/>
            <p:nvPr/>
          </p:nvSpPr>
          <p:spPr>
            <a:xfrm>
              <a:off x="5249494"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7" name="Cube 3626"/>
            <p:cNvSpPr/>
            <p:nvPr/>
          </p:nvSpPr>
          <p:spPr>
            <a:xfrm>
              <a:off x="5567673"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8" name="Cube 3627"/>
            <p:cNvSpPr/>
            <p:nvPr/>
          </p:nvSpPr>
          <p:spPr>
            <a:xfrm>
              <a:off x="5885851"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9" name="Cube 3628"/>
            <p:cNvSpPr/>
            <p:nvPr/>
          </p:nvSpPr>
          <p:spPr>
            <a:xfrm>
              <a:off x="6204029"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0" name="Cube 3629"/>
            <p:cNvSpPr/>
            <p:nvPr/>
          </p:nvSpPr>
          <p:spPr>
            <a:xfrm>
              <a:off x="6522208"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1" name="Cube 3630"/>
            <p:cNvSpPr/>
            <p:nvPr/>
          </p:nvSpPr>
          <p:spPr>
            <a:xfrm>
              <a:off x="6840386"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2" name="Cube 3631"/>
            <p:cNvSpPr/>
            <p:nvPr/>
          </p:nvSpPr>
          <p:spPr>
            <a:xfrm>
              <a:off x="7158564"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3" name="Cube 3632"/>
            <p:cNvSpPr/>
            <p:nvPr/>
          </p:nvSpPr>
          <p:spPr>
            <a:xfrm>
              <a:off x="4931316"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4" name="Cube 3633"/>
            <p:cNvSpPr/>
            <p:nvPr/>
          </p:nvSpPr>
          <p:spPr>
            <a:xfrm>
              <a:off x="5249494"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5" name="Cube 3634"/>
            <p:cNvSpPr/>
            <p:nvPr/>
          </p:nvSpPr>
          <p:spPr>
            <a:xfrm>
              <a:off x="5567673"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6" name="Cube 3635"/>
            <p:cNvSpPr/>
            <p:nvPr/>
          </p:nvSpPr>
          <p:spPr>
            <a:xfrm>
              <a:off x="5885851"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7" name="Cube 3636"/>
            <p:cNvSpPr/>
            <p:nvPr/>
          </p:nvSpPr>
          <p:spPr>
            <a:xfrm>
              <a:off x="6204029"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8" name="Cube 3637"/>
            <p:cNvSpPr/>
            <p:nvPr/>
          </p:nvSpPr>
          <p:spPr>
            <a:xfrm>
              <a:off x="6522208"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9" name="Cube 3638"/>
            <p:cNvSpPr/>
            <p:nvPr/>
          </p:nvSpPr>
          <p:spPr>
            <a:xfrm>
              <a:off x="6840386"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0" name="Cube 3639"/>
            <p:cNvSpPr/>
            <p:nvPr/>
          </p:nvSpPr>
          <p:spPr>
            <a:xfrm>
              <a:off x="7158564"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1" name="Cube 3640"/>
            <p:cNvSpPr/>
            <p:nvPr/>
          </p:nvSpPr>
          <p:spPr>
            <a:xfrm>
              <a:off x="4931316"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2" name="Cube 3641"/>
            <p:cNvSpPr/>
            <p:nvPr/>
          </p:nvSpPr>
          <p:spPr>
            <a:xfrm>
              <a:off x="5249494"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3" name="Cube 3642"/>
            <p:cNvSpPr/>
            <p:nvPr/>
          </p:nvSpPr>
          <p:spPr>
            <a:xfrm>
              <a:off x="5567673"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4" name="Cube 3643"/>
            <p:cNvSpPr/>
            <p:nvPr/>
          </p:nvSpPr>
          <p:spPr>
            <a:xfrm>
              <a:off x="5885851"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5" name="Cube 3644"/>
            <p:cNvSpPr/>
            <p:nvPr/>
          </p:nvSpPr>
          <p:spPr>
            <a:xfrm>
              <a:off x="6204029"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6" name="Cube 3645"/>
            <p:cNvSpPr/>
            <p:nvPr/>
          </p:nvSpPr>
          <p:spPr>
            <a:xfrm>
              <a:off x="6522208"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7" name="Cube 3646"/>
            <p:cNvSpPr/>
            <p:nvPr/>
          </p:nvSpPr>
          <p:spPr>
            <a:xfrm>
              <a:off x="6840386"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8" name="Cube 3647"/>
            <p:cNvSpPr/>
            <p:nvPr/>
          </p:nvSpPr>
          <p:spPr>
            <a:xfrm>
              <a:off x="7158564"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9" name="Cube 3648"/>
            <p:cNvSpPr/>
            <p:nvPr/>
          </p:nvSpPr>
          <p:spPr>
            <a:xfrm>
              <a:off x="4931316"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0" name="Cube 3649"/>
            <p:cNvSpPr/>
            <p:nvPr/>
          </p:nvSpPr>
          <p:spPr>
            <a:xfrm>
              <a:off x="5249494"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1" name="Cube 3650"/>
            <p:cNvSpPr/>
            <p:nvPr/>
          </p:nvSpPr>
          <p:spPr>
            <a:xfrm>
              <a:off x="5567673"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2" name="Cube 3651"/>
            <p:cNvSpPr/>
            <p:nvPr/>
          </p:nvSpPr>
          <p:spPr>
            <a:xfrm>
              <a:off x="5885851"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3" name="Cube 3652"/>
            <p:cNvSpPr/>
            <p:nvPr/>
          </p:nvSpPr>
          <p:spPr>
            <a:xfrm>
              <a:off x="6204029"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4" name="Cube 3653"/>
            <p:cNvSpPr/>
            <p:nvPr/>
          </p:nvSpPr>
          <p:spPr>
            <a:xfrm>
              <a:off x="6522208"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5" name="Cube 3654"/>
            <p:cNvSpPr/>
            <p:nvPr/>
          </p:nvSpPr>
          <p:spPr>
            <a:xfrm>
              <a:off x="6840386"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6" name="Cube 3655"/>
            <p:cNvSpPr/>
            <p:nvPr/>
          </p:nvSpPr>
          <p:spPr>
            <a:xfrm>
              <a:off x="7158564"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7" name="Cube 3656"/>
            <p:cNvSpPr/>
            <p:nvPr/>
          </p:nvSpPr>
          <p:spPr>
            <a:xfrm>
              <a:off x="479705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8" name="Cube 3657"/>
            <p:cNvSpPr/>
            <p:nvPr/>
          </p:nvSpPr>
          <p:spPr>
            <a:xfrm>
              <a:off x="511522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9" name="Cube 3658"/>
            <p:cNvSpPr/>
            <p:nvPr/>
          </p:nvSpPr>
          <p:spPr>
            <a:xfrm>
              <a:off x="5433407"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0" name="Cube 3659"/>
            <p:cNvSpPr/>
            <p:nvPr/>
          </p:nvSpPr>
          <p:spPr>
            <a:xfrm>
              <a:off x="5751585"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1" name="Cube 3660"/>
            <p:cNvSpPr/>
            <p:nvPr/>
          </p:nvSpPr>
          <p:spPr>
            <a:xfrm>
              <a:off x="6069763"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2" name="Cube 3661"/>
            <p:cNvSpPr/>
            <p:nvPr/>
          </p:nvSpPr>
          <p:spPr>
            <a:xfrm>
              <a:off x="6387942"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3" name="Cube 3662"/>
            <p:cNvSpPr/>
            <p:nvPr/>
          </p:nvSpPr>
          <p:spPr>
            <a:xfrm>
              <a:off x="670612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4" name="Cube 3663"/>
            <p:cNvSpPr/>
            <p:nvPr/>
          </p:nvSpPr>
          <p:spPr>
            <a:xfrm>
              <a:off x="702429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5" name="Cube 3664"/>
            <p:cNvSpPr/>
            <p:nvPr/>
          </p:nvSpPr>
          <p:spPr>
            <a:xfrm>
              <a:off x="479705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6" name="Cube 3665"/>
            <p:cNvSpPr/>
            <p:nvPr/>
          </p:nvSpPr>
          <p:spPr>
            <a:xfrm>
              <a:off x="511522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7" name="Cube 3666"/>
            <p:cNvSpPr/>
            <p:nvPr/>
          </p:nvSpPr>
          <p:spPr>
            <a:xfrm>
              <a:off x="5433407"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8" name="Cube 3667"/>
            <p:cNvSpPr/>
            <p:nvPr/>
          </p:nvSpPr>
          <p:spPr>
            <a:xfrm>
              <a:off x="5751585"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9" name="Cube 3668"/>
            <p:cNvSpPr/>
            <p:nvPr/>
          </p:nvSpPr>
          <p:spPr>
            <a:xfrm>
              <a:off x="6069763"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0" name="Cube 3669"/>
            <p:cNvSpPr/>
            <p:nvPr/>
          </p:nvSpPr>
          <p:spPr>
            <a:xfrm>
              <a:off x="6387942"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1" name="Cube 3670"/>
            <p:cNvSpPr/>
            <p:nvPr/>
          </p:nvSpPr>
          <p:spPr>
            <a:xfrm>
              <a:off x="670612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2" name="Cube 3671"/>
            <p:cNvSpPr/>
            <p:nvPr/>
          </p:nvSpPr>
          <p:spPr>
            <a:xfrm>
              <a:off x="702429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3" name="Cube 3672"/>
            <p:cNvSpPr/>
            <p:nvPr/>
          </p:nvSpPr>
          <p:spPr>
            <a:xfrm>
              <a:off x="479705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4" name="Cube 3673"/>
            <p:cNvSpPr/>
            <p:nvPr/>
          </p:nvSpPr>
          <p:spPr>
            <a:xfrm>
              <a:off x="511522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5" name="Cube 3674"/>
            <p:cNvSpPr/>
            <p:nvPr/>
          </p:nvSpPr>
          <p:spPr>
            <a:xfrm>
              <a:off x="5433407"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6" name="Cube 3675"/>
            <p:cNvSpPr/>
            <p:nvPr/>
          </p:nvSpPr>
          <p:spPr>
            <a:xfrm>
              <a:off x="5751585"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7" name="Cube 3676"/>
            <p:cNvSpPr/>
            <p:nvPr/>
          </p:nvSpPr>
          <p:spPr>
            <a:xfrm>
              <a:off x="6069763"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8" name="Cube 3677"/>
            <p:cNvSpPr/>
            <p:nvPr/>
          </p:nvSpPr>
          <p:spPr>
            <a:xfrm>
              <a:off x="6387942"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9" name="Cube 3678"/>
            <p:cNvSpPr/>
            <p:nvPr/>
          </p:nvSpPr>
          <p:spPr>
            <a:xfrm>
              <a:off x="670612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0" name="Cube 3679"/>
            <p:cNvSpPr/>
            <p:nvPr/>
          </p:nvSpPr>
          <p:spPr>
            <a:xfrm>
              <a:off x="702429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1" name="Cube 3680"/>
            <p:cNvSpPr/>
            <p:nvPr/>
          </p:nvSpPr>
          <p:spPr>
            <a:xfrm>
              <a:off x="479705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2" name="Cube 3681"/>
            <p:cNvSpPr/>
            <p:nvPr/>
          </p:nvSpPr>
          <p:spPr>
            <a:xfrm>
              <a:off x="511522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3" name="Cube 3682"/>
            <p:cNvSpPr/>
            <p:nvPr/>
          </p:nvSpPr>
          <p:spPr>
            <a:xfrm>
              <a:off x="5433407"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4" name="Cube 3683"/>
            <p:cNvSpPr/>
            <p:nvPr/>
          </p:nvSpPr>
          <p:spPr>
            <a:xfrm>
              <a:off x="5751585"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5" name="Cube 3684"/>
            <p:cNvSpPr/>
            <p:nvPr/>
          </p:nvSpPr>
          <p:spPr>
            <a:xfrm>
              <a:off x="6069763"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6" name="Cube 3685"/>
            <p:cNvSpPr/>
            <p:nvPr/>
          </p:nvSpPr>
          <p:spPr>
            <a:xfrm>
              <a:off x="6387942"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7" name="Cube 3686"/>
            <p:cNvSpPr/>
            <p:nvPr/>
          </p:nvSpPr>
          <p:spPr>
            <a:xfrm>
              <a:off x="670612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8" name="Cube 3687"/>
            <p:cNvSpPr/>
            <p:nvPr/>
          </p:nvSpPr>
          <p:spPr>
            <a:xfrm>
              <a:off x="702429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9" name="Cube 3688"/>
            <p:cNvSpPr/>
            <p:nvPr/>
          </p:nvSpPr>
          <p:spPr>
            <a:xfrm>
              <a:off x="4797050" y="353638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0" name="Cube 3689"/>
            <p:cNvSpPr/>
            <p:nvPr/>
          </p:nvSpPr>
          <p:spPr>
            <a:xfrm>
              <a:off x="5115228" y="353638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1" name="Cube 3690"/>
            <p:cNvSpPr/>
            <p:nvPr/>
          </p:nvSpPr>
          <p:spPr>
            <a:xfrm>
              <a:off x="5433407" y="353638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2" name="Cube 3691"/>
            <p:cNvSpPr/>
            <p:nvPr/>
          </p:nvSpPr>
          <p:spPr>
            <a:xfrm>
              <a:off x="5751585" y="3536383"/>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3" name="Cube 3692"/>
            <p:cNvSpPr/>
            <p:nvPr/>
          </p:nvSpPr>
          <p:spPr>
            <a:xfrm>
              <a:off x="6069763"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4" name="Cube 3693"/>
            <p:cNvSpPr/>
            <p:nvPr/>
          </p:nvSpPr>
          <p:spPr>
            <a:xfrm>
              <a:off x="6387942"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5" name="Cube 3694"/>
            <p:cNvSpPr/>
            <p:nvPr/>
          </p:nvSpPr>
          <p:spPr>
            <a:xfrm>
              <a:off x="6706120"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6" name="Cube 3695"/>
            <p:cNvSpPr/>
            <p:nvPr/>
          </p:nvSpPr>
          <p:spPr>
            <a:xfrm>
              <a:off x="7024298"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7" name="Cube 3696"/>
            <p:cNvSpPr/>
            <p:nvPr/>
          </p:nvSpPr>
          <p:spPr>
            <a:xfrm>
              <a:off x="4797050" y="3198730"/>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8" name="Cube 3697"/>
            <p:cNvSpPr/>
            <p:nvPr/>
          </p:nvSpPr>
          <p:spPr>
            <a:xfrm>
              <a:off x="5115228" y="3198730"/>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9" name="Cube 3698"/>
            <p:cNvSpPr/>
            <p:nvPr/>
          </p:nvSpPr>
          <p:spPr>
            <a:xfrm>
              <a:off x="5433407" y="3198730"/>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0" name="Cube 3699"/>
            <p:cNvSpPr/>
            <p:nvPr/>
          </p:nvSpPr>
          <p:spPr>
            <a:xfrm>
              <a:off x="5751585" y="3198730"/>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1" name="Cube 3700"/>
            <p:cNvSpPr/>
            <p:nvPr/>
          </p:nvSpPr>
          <p:spPr>
            <a:xfrm>
              <a:off x="6069763"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2" name="Cube 3701"/>
            <p:cNvSpPr/>
            <p:nvPr/>
          </p:nvSpPr>
          <p:spPr>
            <a:xfrm>
              <a:off x="6387942"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3" name="Cube 3702"/>
            <p:cNvSpPr/>
            <p:nvPr/>
          </p:nvSpPr>
          <p:spPr>
            <a:xfrm>
              <a:off x="6706120"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4" name="Cube 3703"/>
            <p:cNvSpPr/>
            <p:nvPr/>
          </p:nvSpPr>
          <p:spPr>
            <a:xfrm>
              <a:off x="7024298"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5" name="Cube 3704"/>
            <p:cNvSpPr/>
            <p:nvPr/>
          </p:nvSpPr>
          <p:spPr>
            <a:xfrm>
              <a:off x="4797050" y="286107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6" name="Cube 3705"/>
            <p:cNvSpPr/>
            <p:nvPr/>
          </p:nvSpPr>
          <p:spPr>
            <a:xfrm>
              <a:off x="5115228" y="286107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7" name="Cube 3706"/>
            <p:cNvSpPr/>
            <p:nvPr/>
          </p:nvSpPr>
          <p:spPr>
            <a:xfrm>
              <a:off x="5433407" y="286107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8" name="Cube 3707"/>
            <p:cNvSpPr/>
            <p:nvPr/>
          </p:nvSpPr>
          <p:spPr>
            <a:xfrm>
              <a:off x="5751585" y="286107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9" name="Cube 3708"/>
            <p:cNvSpPr/>
            <p:nvPr/>
          </p:nvSpPr>
          <p:spPr>
            <a:xfrm>
              <a:off x="6069763"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0" name="Cube 3709"/>
            <p:cNvSpPr/>
            <p:nvPr/>
          </p:nvSpPr>
          <p:spPr>
            <a:xfrm>
              <a:off x="6387942"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1" name="Cube 3710"/>
            <p:cNvSpPr/>
            <p:nvPr/>
          </p:nvSpPr>
          <p:spPr>
            <a:xfrm>
              <a:off x="6706120"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2" name="Cube 3711"/>
            <p:cNvSpPr/>
            <p:nvPr/>
          </p:nvSpPr>
          <p:spPr>
            <a:xfrm>
              <a:off x="7024298"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3" name="Cube 3712"/>
            <p:cNvSpPr/>
            <p:nvPr/>
          </p:nvSpPr>
          <p:spPr>
            <a:xfrm>
              <a:off x="4797050" y="2523424"/>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4" name="Cube 3713"/>
            <p:cNvSpPr/>
            <p:nvPr/>
          </p:nvSpPr>
          <p:spPr>
            <a:xfrm>
              <a:off x="5115228" y="2523424"/>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5" name="Cube 3714"/>
            <p:cNvSpPr/>
            <p:nvPr/>
          </p:nvSpPr>
          <p:spPr>
            <a:xfrm>
              <a:off x="5433407" y="2523424"/>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6" name="Cube 3715"/>
            <p:cNvSpPr/>
            <p:nvPr/>
          </p:nvSpPr>
          <p:spPr>
            <a:xfrm>
              <a:off x="5751585" y="2523424"/>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7" name="Cube 3716"/>
            <p:cNvSpPr/>
            <p:nvPr/>
          </p:nvSpPr>
          <p:spPr>
            <a:xfrm>
              <a:off x="6069763"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8" name="Cube 3717"/>
            <p:cNvSpPr/>
            <p:nvPr/>
          </p:nvSpPr>
          <p:spPr>
            <a:xfrm>
              <a:off x="6387942"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9" name="Cube 3718"/>
            <p:cNvSpPr/>
            <p:nvPr/>
          </p:nvSpPr>
          <p:spPr>
            <a:xfrm>
              <a:off x="6706120"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0" name="Cube 3719"/>
            <p:cNvSpPr/>
            <p:nvPr/>
          </p:nvSpPr>
          <p:spPr>
            <a:xfrm>
              <a:off x="7024298"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 name="Group 1"/>
          <p:cNvGrpSpPr/>
          <p:nvPr/>
        </p:nvGrpSpPr>
        <p:grpSpPr>
          <a:xfrm>
            <a:off x="792609" y="1740215"/>
            <a:ext cx="2175720" cy="2192404"/>
            <a:chOff x="792609" y="2047575"/>
            <a:chExt cx="2175720" cy="2192404"/>
          </a:xfrm>
        </p:grpSpPr>
        <p:sp>
          <p:nvSpPr>
            <p:cNvPr id="1032" name="Cube 1031"/>
            <p:cNvSpPr/>
            <p:nvPr/>
          </p:nvSpPr>
          <p:spPr>
            <a:xfrm>
              <a:off x="1732474" y="371660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3" name="Cube 1032"/>
            <p:cNvSpPr/>
            <p:nvPr/>
          </p:nvSpPr>
          <p:spPr>
            <a:xfrm>
              <a:off x="2050652" y="371660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5" name="Cube 1034"/>
            <p:cNvSpPr/>
            <p:nvPr/>
          </p:nvSpPr>
          <p:spPr>
            <a:xfrm>
              <a:off x="1732474" y="337895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6" name="Cube 1035"/>
            <p:cNvSpPr/>
            <p:nvPr/>
          </p:nvSpPr>
          <p:spPr>
            <a:xfrm>
              <a:off x="2050652" y="337895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7" name="Cube 1036"/>
            <p:cNvSpPr/>
            <p:nvPr/>
          </p:nvSpPr>
          <p:spPr>
            <a:xfrm>
              <a:off x="2368831" y="337895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8" name="Cube 1037"/>
            <p:cNvSpPr/>
            <p:nvPr/>
          </p:nvSpPr>
          <p:spPr>
            <a:xfrm>
              <a:off x="1732474" y="304130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9" name="Cube 1038"/>
            <p:cNvSpPr/>
            <p:nvPr/>
          </p:nvSpPr>
          <p:spPr>
            <a:xfrm>
              <a:off x="2050652" y="30413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0" name="Cube 1039"/>
            <p:cNvSpPr/>
            <p:nvPr/>
          </p:nvSpPr>
          <p:spPr>
            <a:xfrm>
              <a:off x="2368831" y="304130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1" name="Cube 1040"/>
            <p:cNvSpPr/>
            <p:nvPr/>
          </p:nvSpPr>
          <p:spPr>
            <a:xfrm>
              <a:off x="1732474" y="2703648"/>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2" name="Cube 1041"/>
            <p:cNvSpPr/>
            <p:nvPr/>
          </p:nvSpPr>
          <p:spPr>
            <a:xfrm>
              <a:off x="2050652" y="270364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3" name="Cube 1042"/>
            <p:cNvSpPr/>
            <p:nvPr/>
          </p:nvSpPr>
          <p:spPr>
            <a:xfrm>
              <a:off x="2368831" y="270364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4" name="Cube 1043"/>
            <p:cNvSpPr/>
            <p:nvPr/>
          </p:nvSpPr>
          <p:spPr>
            <a:xfrm>
              <a:off x="1732474"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5" name="Cube 1044"/>
            <p:cNvSpPr/>
            <p:nvPr/>
          </p:nvSpPr>
          <p:spPr>
            <a:xfrm>
              <a:off x="2050652"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6" name="Cube 1045"/>
            <p:cNvSpPr/>
            <p:nvPr/>
          </p:nvSpPr>
          <p:spPr>
            <a:xfrm>
              <a:off x="2368831" y="236599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0" name="Cube 1049"/>
            <p:cNvSpPr/>
            <p:nvPr/>
          </p:nvSpPr>
          <p:spPr>
            <a:xfrm>
              <a:off x="1598205" y="383556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1" name="Cube 1050"/>
            <p:cNvSpPr/>
            <p:nvPr/>
          </p:nvSpPr>
          <p:spPr>
            <a:xfrm>
              <a:off x="1916383" y="383556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4" name="Cube 1053"/>
            <p:cNvSpPr/>
            <p:nvPr/>
          </p:nvSpPr>
          <p:spPr>
            <a:xfrm>
              <a:off x="1598205" y="3497916"/>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5" name="Cube 1054"/>
            <p:cNvSpPr/>
            <p:nvPr/>
          </p:nvSpPr>
          <p:spPr>
            <a:xfrm>
              <a:off x="1916383" y="349791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6" name="Cube 1055"/>
            <p:cNvSpPr/>
            <p:nvPr/>
          </p:nvSpPr>
          <p:spPr>
            <a:xfrm>
              <a:off x="2234562" y="349791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8" name="Cube 1057"/>
            <p:cNvSpPr/>
            <p:nvPr/>
          </p:nvSpPr>
          <p:spPr>
            <a:xfrm>
              <a:off x="1598205" y="316026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9" name="Cube 1058"/>
            <p:cNvSpPr/>
            <p:nvPr/>
          </p:nvSpPr>
          <p:spPr>
            <a:xfrm>
              <a:off x="1916383"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0" name="Cube 1059"/>
            <p:cNvSpPr/>
            <p:nvPr/>
          </p:nvSpPr>
          <p:spPr>
            <a:xfrm>
              <a:off x="2234562"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1" name="Cube 1060"/>
            <p:cNvSpPr/>
            <p:nvPr/>
          </p:nvSpPr>
          <p:spPr>
            <a:xfrm>
              <a:off x="2552740"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2" name="Cube 1061"/>
            <p:cNvSpPr/>
            <p:nvPr/>
          </p:nvSpPr>
          <p:spPr>
            <a:xfrm>
              <a:off x="1598205" y="282261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3" name="Cube 1062"/>
            <p:cNvSpPr/>
            <p:nvPr/>
          </p:nvSpPr>
          <p:spPr>
            <a:xfrm>
              <a:off x="1916383"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4" name="Cube 1063"/>
            <p:cNvSpPr/>
            <p:nvPr/>
          </p:nvSpPr>
          <p:spPr>
            <a:xfrm>
              <a:off x="2234562"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5" name="Cube 1064"/>
            <p:cNvSpPr/>
            <p:nvPr/>
          </p:nvSpPr>
          <p:spPr>
            <a:xfrm>
              <a:off x="2552740"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6" name="Cube 1065"/>
            <p:cNvSpPr/>
            <p:nvPr/>
          </p:nvSpPr>
          <p:spPr>
            <a:xfrm>
              <a:off x="1598205" y="248495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7" name="Cube 1066"/>
            <p:cNvSpPr/>
            <p:nvPr/>
          </p:nvSpPr>
          <p:spPr>
            <a:xfrm>
              <a:off x="1916383"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8" name="Cube 1067"/>
            <p:cNvSpPr/>
            <p:nvPr/>
          </p:nvSpPr>
          <p:spPr>
            <a:xfrm>
              <a:off x="2234562"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9" name="Cube 1068"/>
            <p:cNvSpPr/>
            <p:nvPr/>
          </p:nvSpPr>
          <p:spPr>
            <a:xfrm>
              <a:off x="2552740" y="248495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0" name="Cube 1069"/>
            <p:cNvSpPr/>
            <p:nvPr/>
          </p:nvSpPr>
          <p:spPr>
            <a:xfrm>
              <a:off x="1598205" y="214730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1" name="Cube 1070"/>
            <p:cNvSpPr/>
            <p:nvPr/>
          </p:nvSpPr>
          <p:spPr>
            <a:xfrm>
              <a:off x="1916383" y="214730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2" name="Cube 1071"/>
            <p:cNvSpPr/>
            <p:nvPr/>
          </p:nvSpPr>
          <p:spPr>
            <a:xfrm>
              <a:off x="2234562" y="214730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3" name="Cube 1072"/>
            <p:cNvSpPr/>
            <p:nvPr/>
          </p:nvSpPr>
          <p:spPr>
            <a:xfrm>
              <a:off x="2552740" y="214730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8" name="Cube 1077"/>
            <p:cNvSpPr/>
            <p:nvPr/>
          </p:nvSpPr>
          <p:spPr>
            <a:xfrm>
              <a:off x="1463939" y="3616878"/>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9" name="Cube 1078"/>
            <p:cNvSpPr/>
            <p:nvPr/>
          </p:nvSpPr>
          <p:spPr>
            <a:xfrm>
              <a:off x="1782117" y="3616878"/>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0" name="Cube 1079"/>
            <p:cNvSpPr/>
            <p:nvPr/>
          </p:nvSpPr>
          <p:spPr>
            <a:xfrm>
              <a:off x="2100296" y="361687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2" name="Cube 1081"/>
            <p:cNvSpPr/>
            <p:nvPr/>
          </p:nvSpPr>
          <p:spPr>
            <a:xfrm>
              <a:off x="1463939" y="3279225"/>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3" name="Cube 1082"/>
            <p:cNvSpPr/>
            <p:nvPr/>
          </p:nvSpPr>
          <p:spPr>
            <a:xfrm>
              <a:off x="1782117" y="3279225"/>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4" name="Cube 1083"/>
            <p:cNvSpPr/>
            <p:nvPr/>
          </p:nvSpPr>
          <p:spPr>
            <a:xfrm>
              <a:off x="2100296" y="32792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5" name="Cube 1084"/>
            <p:cNvSpPr/>
            <p:nvPr/>
          </p:nvSpPr>
          <p:spPr>
            <a:xfrm>
              <a:off x="2418474"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6" name="Cube 1085"/>
            <p:cNvSpPr/>
            <p:nvPr/>
          </p:nvSpPr>
          <p:spPr>
            <a:xfrm>
              <a:off x="1463939" y="2941572"/>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7" name="Cube 1086"/>
            <p:cNvSpPr/>
            <p:nvPr/>
          </p:nvSpPr>
          <p:spPr>
            <a:xfrm>
              <a:off x="1782117" y="2941572"/>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8" name="Cube 1087"/>
            <p:cNvSpPr/>
            <p:nvPr/>
          </p:nvSpPr>
          <p:spPr>
            <a:xfrm>
              <a:off x="2100296"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9" name="Cube 1088"/>
            <p:cNvSpPr/>
            <p:nvPr/>
          </p:nvSpPr>
          <p:spPr>
            <a:xfrm>
              <a:off x="2418474"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0" name="Cube 1089"/>
            <p:cNvSpPr/>
            <p:nvPr/>
          </p:nvSpPr>
          <p:spPr>
            <a:xfrm>
              <a:off x="1463939" y="260391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1" name="Cube 1090"/>
            <p:cNvSpPr/>
            <p:nvPr/>
          </p:nvSpPr>
          <p:spPr>
            <a:xfrm>
              <a:off x="1782117" y="260391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2" name="Cube 1091"/>
            <p:cNvSpPr/>
            <p:nvPr/>
          </p:nvSpPr>
          <p:spPr>
            <a:xfrm>
              <a:off x="2100296"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3" name="Cube 1092"/>
            <p:cNvSpPr/>
            <p:nvPr/>
          </p:nvSpPr>
          <p:spPr>
            <a:xfrm>
              <a:off x="2418474"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4" name="Cube 1093"/>
            <p:cNvSpPr/>
            <p:nvPr/>
          </p:nvSpPr>
          <p:spPr>
            <a:xfrm>
              <a:off x="1463939" y="226626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5" name="Cube 1094"/>
            <p:cNvSpPr/>
            <p:nvPr/>
          </p:nvSpPr>
          <p:spPr>
            <a:xfrm>
              <a:off x="1782117" y="226626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6" name="Cube 1095"/>
            <p:cNvSpPr/>
            <p:nvPr/>
          </p:nvSpPr>
          <p:spPr>
            <a:xfrm>
              <a:off x="2100296" y="226626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7" name="Cube 1096"/>
            <p:cNvSpPr/>
            <p:nvPr/>
          </p:nvSpPr>
          <p:spPr>
            <a:xfrm>
              <a:off x="2418474" y="226626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8" name="Cube 1097"/>
            <p:cNvSpPr/>
            <p:nvPr/>
          </p:nvSpPr>
          <p:spPr>
            <a:xfrm>
              <a:off x="1329673" y="373584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9" name="Cube 1098"/>
            <p:cNvSpPr/>
            <p:nvPr/>
          </p:nvSpPr>
          <p:spPr>
            <a:xfrm>
              <a:off x="1647851" y="373584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0" name="Cube 1099"/>
            <p:cNvSpPr/>
            <p:nvPr/>
          </p:nvSpPr>
          <p:spPr>
            <a:xfrm>
              <a:off x="1966030" y="373584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1329673" y="339818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4" name="Cube 1103"/>
            <p:cNvSpPr/>
            <p:nvPr/>
          </p:nvSpPr>
          <p:spPr>
            <a:xfrm>
              <a:off x="1647851" y="339818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5" name="Cube 1104"/>
            <p:cNvSpPr/>
            <p:nvPr/>
          </p:nvSpPr>
          <p:spPr>
            <a:xfrm>
              <a:off x="1966030"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6" name="Cube 1105"/>
            <p:cNvSpPr/>
            <p:nvPr/>
          </p:nvSpPr>
          <p:spPr>
            <a:xfrm>
              <a:off x="2284208"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2602386"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8" name="Cube 1107"/>
            <p:cNvSpPr/>
            <p:nvPr/>
          </p:nvSpPr>
          <p:spPr>
            <a:xfrm>
              <a:off x="1329673" y="306053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1647851" y="306053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0" name="Cube 1109"/>
            <p:cNvSpPr/>
            <p:nvPr/>
          </p:nvSpPr>
          <p:spPr>
            <a:xfrm>
              <a:off x="1966030"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1" name="Cube 1110"/>
            <p:cNvSpPr/>
            <p:nvPr/>
          </p:nvSpPr>
          <p:spPr>
            <a:xfrm>
              <a:off x="2284208"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2" name="Cube 1111"/>
            <p:cNvSpPr/>
            <p:nvPr/>
          </p:nvSpPr>
          <p:spPr>
            <a:xfrm>
              <a:off x="2602386"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3" name="Cube 1112"/>
            <p:cNvSpPr/>
            <p:nvPr/>
          </p:nvSpPr>
          <p:spPr>
            <a:xfrm>
              <a:off x="1329673" y="272288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4" name="Cube 1113"/>
            <p:cNvSpPr/>
            <p:nvPr/>
          </p:nvSpPr>
          <p:spPr>
            <a:xfrm>
              <a:off x="1647851" y="272288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5" name="Cube 1114"/>
            <p:cNvSpPr/>
            <p:nvPr/>
          </p:nvSpPr>
          <p:spPr>
            <a:xfrm>
              <a:off x="1966030"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6" name="Cube 1115"/>
            <p:cNvSpPr/>
            <p:nvPr/>
          </p:nvSpPr>
          <p:spPr>
            <a:xfrm>
              <a:off x="2284208"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7" name="Cube 1116"/>
            <p:cNvSpPr/>
            <p:nvPr/>
          </p:nvSpPr>
          <p:spPr>
            <a:xfrm>
              <a:off x="2602386"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8" name="Cube 1117"/>
            <p:cNvSpPr/>
            <p:nvPr/>
          </p:nvSpPr>
          <p:spPr>
            <a:xfrm>
              <a:off x="1329673"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9" name="Cube 1118"/>
            <p:cNvSpPr/>
            <p:nvPr/>
          </p:nvSpPr>
          <p:spPr>
            <a:xfrm>
              <a:off x="1647851"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0" name="Cube 1119"/>
            <p:cNvSpPr/>
            <p:nvPr/>
          </p:nvSpPr>
          <p:spPr>
            <a:xfrm>
              <a:off x="1966030"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1" name="Cube 1120"/>
            <p:cNvSpPr/>
            <p:nvPr/>
          </p:nvSpPr>
          <p:spPr>
            <a:xfrm>
              <a:off x="2284208"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2" name="Cube 1121"/>
            <p:cNvSpPr/>
            <p:nvPr/>
          </p:nvSpPr>
          <p:spPr>
            <a:xfrm>
              <a:off x="2602386" y="238522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3" name="Cube 1122"/>
            <p:cNvSpPr/>
            <p:nvPr/>
          </p:nvSpPr>
          <p:spPr>
            <a:xfrm>
              <a:off x="1329673"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4" name="Cube 1123"/>
            <p:cNvSpPr/>
            <p:nvPr/>
          </p:nvSpPr>
          <p:spPr>
            <a:xfrm>
              <a:off x="1647851"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5" name="Cube 1124"/>
            <p:cNvSpPr/>
            <p:nvPr/>
          </p:nvSpPr>
          <p:spPr>
            <a:xfrm>
              <a:off x="1966030"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6" name="Cube 1125"/>
            <p:cNvSpPr/>
            <p:nvPr/>
          </p:nvSpPr>
          <p:spPr>
            <a:xfrm>
              <a:off x="2284208"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7" name="Cube 1126"/>
            <p:cNvSpPr/>
            <p:nvPr/>
          </p:nvSpPr>
          <p:spPr>
            <a:xfrm>
              <a:off x="2602386"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8" name="Cube 1127"/>
            <p:cNvSpPr/>
            <p:nvPr/>
          </p:nvSpPr>
          <p:spPr>
            <a:xfrm>
              <a:off x="1195407" y="385480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9" name="Cube 1128"/>
            <p:cNvSpPr/>
            <p:nvPr/>
          </p:nvSpPr>
          <p:spPr>
            <a:xfrm>
              <a:off x="1513585" y="385480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Cube 1129"/>
            <p:cNvSpPr/>
            <p:nvPr/>
          </p:nvSpPr>
          <p:spPr>
            <a:xfrm>
              <a:off x="1831764" y="385480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3" name="Cube 1132"/>
            <p:cNvSpPr/>
            <p:nvPr/>
          </p:nvSpPr>
          <p:spPr>
            <a:xfrm>
              <a:off x="1195407" y="351714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4" name="Cube 1133"/>
            <p:cNvSpPr/>
            <p:nvPr/>
          </p:nvSpPr>
          <p:spPr>
            <a:xfrm>
              <a:off x="1513585" y="351714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5" name="Cube 1134"/>
            <p:cNvSpPr/>
            <p:nvPr/>
          </p:nvSpPr>
          <p:spPr>
            <a:xfrm>
              <a:off x="1831764"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6" name="Cube 1135"/>
            <p:cNvSpPr/>
            <p:nvPr/>
          </p:nvSpPr>
          <p:spPr>
            <a:xfrm>
              <a:off x="2149942"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7" name="Cube 1136"/>
            <p:cNvSpPr/>
            <p:nvPr/>
          </p:nvSpPr>
          <p:spPr>
            <a:xfrm>
              <a:off x="2468120"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8" name="Cube 1137"/>
            <p:cNvSpPr/>
            <p:nvPr/>
          </p:nvSpPr>
          <p:spPr>
            <a:xfrm>
              <a:off x="1195407" y="3179496"/>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9" name="Cube 1138"/>
            <p:cNvSpPr/>
            <p:nvPr/>
          </p:nvSpPr>
          <p:spPr>
            <a:xfrm>
              <a:off x="1513585" y="3179496"/>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0" name="Cube 1139"/>
            <p:cNvSpPr/>
            <p:nvPr/>
          </p:nvSpPr>
          <p:spPr>
            <a:xfrm>
              <a:off x="1831764"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1" name="Cube 1140"/>
            <p:cNvSpPr/>
            <p:nvPr/>
          </p:nvSpPr>
          <p:spPr>
            <a:xfrm>
              <a:off x="2149942"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2" name="Cube 1141"/>
            <p:cNvSpPr/>
            <p:nvPr/>
          </p:nvSpPr>
          <p:spPr>
            <a:xfrm>
              <a:off x="2468120"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3" name="Cube 1142"/>
            <p:cNvSpPr/>
            <p:nvPr/>
          </p:nvSpPr>
          <p:spPr>
            <a:xfrm>
              <a:off x="1195407" y="284184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4" name="Cube 1143"/>
            <p:cNvSpPr/>
            <p:nvPr/>
          </p:nvSpPr>
          <p:spPr>
            <a:xfrm>
              <a:off x="1513585" y="284184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5" name="Cube 1144"/>
            <p:cNvSpPr/>
            <p:nvPr/>
          </p:nvSpPr>
          <p:spPr>
            <a:xfrm>
              <a:off x="1831764"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6" name="Cube 1145"/>
            <p:cNvSpPr/>
            <p:nvPr/>
          </p:nvSpPr>
          <p:spPr>
            <a:xfrm>
              <a:off x="2149942"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7" name="Cube 1146"/>
            <p:cNvSpPr/>
            <p:nvPr/>
          </p:nvSpPr>
          <p:spPr>
            <a:xfrm>
              <a:off x="2468120"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8" name="Cube 1147"/>
            <p:cNvSpPr/>
            <p:nvPr/>
          </p:nvSpPr>
          <p:spPr>
            <a:xfrm>
              <a:off x="1195407" y="250419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9" name="Cube 1148"/>
            <p:cNvSpPr/>
            <p:nvPr/>
          </p:nvSpPr>
          <p:spPr>
            <a:xfrm>
              <a:off x="1513585" y="250419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0" name="Cube 1149"/>
            <p:cNvSpPr/>
            <p:nvPr/>
          </p:nvSpPr>
          <p:spPr>
            <a:xfrm>
              <a:off x="1831764"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1" name="Cube 1150"/>
            <p:cNvSpPr/>
            <p:nvPr/>
          </p:nvSpPr>
          <p:spPr>
            <a:xfrm>
              <a:off x="2149942"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2" name="Cube 1151"/>
            <p:cNvSpPr/>
            <p:nvPr/>
          </p:nvSpPr>
          <p:spPr>
            <a:xfrm>
              <a:off x="2468120"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3" name="Cube 1152"/>
            <p:cNvSpPr/>
            <p:nvPr/>
          </p:nvSpPr>
          <p:spPr>
            <a:xfrm>
              <a:off x="1195407" y="216653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4" name="Cube 1153"/>
            <p:cNvSpPr/>
            <p:nvPr/>
          </p:nvSpPr>
          <p:spPr>
            <a:xfrm>
              <a:off x="1513585" y="216653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5" name="Cube 1154"/>
            <p:cNvSpPr/>
            <p:nvPr/>
          </p:nvSpPr>
          <p:spPr>
            <a:xfrm>
              <a:off x="1831764" y="216653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6" name="Cube 1155"/>
            <p:cNvSpPr/>
            <p:nvPr/>
          </p:nvSpPr>
          <p:spPr>
            <a:xfrm>
              <a:off x="2149942" y="216653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7" name="Cube 1156"/>
            <p:cNvSpPr/>
            <p:nvPr/>
          </p:nvSpPr>
          <p:spPr>
            <a:xfrm>
              <a:off x="2468120" y="216653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4" name="Cube 1163"/>
            <p:cNvSpPr/>
            <p:nvPr/>
          </p:nvSpPr>
          <p:spPr>
            <a:xfrm>
              <a:off x="1061141" y="363611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5" name="Cube 1164"/>
            <p:cNvSpPr/>
            <p:nvPr/>
          </p:nvSpPr>
          <p:spPr>
            <a:xfrm>
              <a:off x="1379319" y="363611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6" name="Cube 1165"/>
            <p:cNvSpPr/>
            <p:nvPr/>
          </p:nvSpPr>
          <p:spPr>
            <a:xfrm>
              <a:off x="1697498" y="363611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7" name="Cube 1166"/>
            <p:cNvSpPr/>
            <p:nvPr/>
          </p:nvSpPr>
          <p:spPr>
            <a:xfrm>
              <a:off x="2015676"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8" name="Cube 1167"/>
            <p:cNvSpPr/>
            <p:nvPr/>
          </p:nvSpPr>
          <p:spPr>
            <a:xfrm>
              <a:off x="2333854"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0" name="Cube 1169"/>
            <p:cNvSpPr/>
            <p:nvPr/>
          </p:nvSpPr>
          <p:spPr>
            <a:xfrm>
              <a:off x="1061141" y="3298458"/>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1" name="Cube 1170"/>
            <p:cNvSpPr/>
            <p:nvPr/>
          </p:nvSpPr>
          <p:spPr>
            <a:xfrm>
              <a:off x="1379319" y="3298458"/>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2" name="Cube 1171"/>
            <p:cNvSpPr/>
            <p:nvPr/>
          </p:nvSpPr>
          <p:spPr>
            <a:xfrm>
              <a:off x="1697498" y="3298458"/>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3" name="Cube 1172"/>
            <p:cNvSpPr/>
            <p:nvPr/>
          </p:nvSpPr>
          <p:spPr>
            <a:xfrm>
              <a:off x="2015676"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4" name="Cube 1173"/>
            <p:cNvSpPr/>
            <p:nvPr/>
          </p:nvSpPr>
          <p:spPr>
            <a:xfrm>
              <a:off x="2333854"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6" name="Cube 1175"/>
            <p:cNvSpPr/>
            <p:nvPr/>
          </p:nvSpPr>
          <p:spPr>
            <a:xfrm>
              <a:off x="1061141" y="2960805"/>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7" name="Cube 1176"/>
            <p:cNvSpPr/>
            <p:nvPr/>
          </p:nvSpPr>
          <p:spPr>
            <a:xfrm>
              <a:off x="1379319" y="2960805"/>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8" name="Cube 1177"/>
            <p:cNvSpPr/>
            <p:nvPr/>
          </p:nvSpPr>
          <p:spPr>
            <a:xfrm>
              <a:off x="1697498" y="2960805"/>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9" name="Cube 1178"/>
            <p:cNvSpPr/>
            <p:nvPr/>
          </p:nvSpPr>
          <p:spPr>
            <a:xfrm>
              <a:off x="2015676"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0" name="Cube 1179"/>
            <p:cNvSpPr/>
            <p:nvPr/>
          </p:nvSpPr>
          <p:spPr>
            <a:xfrm>
              <a:off x="2333854"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2" name="Cube 1181"/>
            <p:cNvSpPr/>
            <p:nvPr/>
          </p:nvSpPr>
          <p:spPr>
            <a:xfrm>
              <a:off x="1061141" y="2623152"/>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3" name="Cube 1182"/>
            <p:cNvSpPr/>
            <p:nvPr/>
          </p:nvSpPr>
          <p:spPr>
            <a:xfrm>
              <a:off x="1379319" y="2623152"/>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4" name="Cube 1183"/>
            <p:cNvSpPr/>
            <p:nvPr/>
          </p:nvSpPr>
          <p:spPr>
            <a:xfrm>
              <a:off x="1697498" y="2623152"/>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5" name="Cube 1184"/>
            <p:cNvSpPr/>
            <p:nvPr/>
          </p:nvSpPr>
          <p:spPr>
            <a:xfrm>
              <a:off x="2015676"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6" name="Cube 1185"/>
            <p:cNvSpPr/>
            <p:nvPr/>
          </p:nvSpPr>
          <p:spPr>
            <a:xfrm>
              <a:off x="2333854"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8" name="Cube 1187"/>
            <p:cNvSpPr/>
            <p:nvPr/>
          </p:nvSpPr>
          <p:spPr>
            <a:xfrm>
              <a:off x="1061141" y="228549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9" name="Cube 1188"/>
            <p:cNvSpPr/>
            <p:nvPr/>
          </p:nvSpPr>
          <p:spPr>
            <a:xfrm>
              <a:off x="1379319" y="228549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0" name="Cube 1189"/>
            <p:cNvSpPr/>
            <p:nvPr/>
          </p:nvSpPr>
          <p:spPr>
            <a:xfrm>
              <a:off x="1697498" y="228549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1" name="Cube 1190"/>
            <p:cNvSpPr/>
            <p:nvPr/>
          </p:nvSpPr>
          <p:spPr>
            <a:xfrm>
              <a:off x="2015676" y="228549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2" name="Cube 1191"/>
            <p:cNvSpPr/>
            <p:nvPr/>
          </p:nvSpPr>
          <p:spPr>
            <a:xfrm>
              <a:off x="2333854" y="228549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4" name="Cube 1193"/>
            <p:cNvSpPr/>
            <p:nvPr/>
          </p:nvSpPr>
          <p:spPr>
            <a:xfrm>
              <a:off x="926875"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5" name="Cube 1194"/>
            <p:cNvSpPr/>
            <p:nvPr/>
          </p:nvSpPr>
          <p:spPr>
            <a:xfrm>
              <a:off x="1245053"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6" name="Cube 1195"/>
            <p:cNvSpPr/>
            <p:nvPr/>
          </p:nvSpPr>
          <p:spPr>
            <a:xfrm>
              <a:off x="1563232"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7" name="Cube 1196"/>
            <p:cNvSpPr/>
            <p:nvPr/>
          </p:nvSpPr>
          <p:spPr>
            <a:xfrm>
              <a:off x="1881410"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8" name="Cube 1197"/>
            <p:cNvSpPr/>
            <p:nvPr/>
          </p:nvSpPr>
          <p:spPr>
            <a:xfrm>
              <a:off x="2199588"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0" name="Cube 1199"/>
            <p:cNvSpPr/>
            <p:nvPr/>
          </p:nvSpPr>
          <p:spPr>
            <a:xfrm>
              <a:off x="926875" y="341742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1" name="Cube 1200"/>
            <p:cNvSpPr/>
            <p:nvPr/>
          </p:nvSpPr>
          <p:spPr>
            <a:xfrm>
              <a:off x="1245053" y="341742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2" name="Cube 1201"/>
            <p:cNvSpPr/>
            <p:nvPr/>
          </p:nvSpPr>
          <p:spPr>
            <a:xfrm>
              <a:off x="1563232" y="341742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3" name="Cube 1202"/>
            <p:cNvSpPr/>
            <p:nvPr/>
          </p:nvSpPr>
          <p:spPr>
            <a:xfrm>
              <a:off x="1881410"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4" name="Cube 1203"/>
            <p:cNvSpPr/>
            <p:nvPr/>
          </p:nvSpPr>
          <p:spPr>
            <a:xfrm>
              <a:off x="2199588"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6" name="Cube 1205"/>
            <p:cNvSpPr/>
            <p:nvPr/>
          </p:nvSpPr>
          <p:spPr>
            <a:xfrm>
              <a:off x="926875" y="307976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7" name="Cube 1206"/>
            <p:cNvSpPr/>
            <p:nvPr/>
          </p:nvSpPr>
          <p:spPr>
            <a:xfrm>
              <a:off x="1245053" y="307976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8" name="Cube 1207"/>
            <p:cNvSpPr/>
            <p:nvPr/>
          </p:nvSpPr>
          <p:spPr>
            <a:xfrm>
              <a:off x="1563232" y="307976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9" name="Cube 1208"/>
            <p:cNvSpPr/>
            <p:nvPr/>
          </p:nvSpPr>
          <p:spPr>
            <a:xfrm>
              <a:off x="1881410"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0" name="Cube 1209"/>
            <p:cNvSpPr/>
            <p:nvPr/>
          </p:nvSpPr>
          <p:spPr>
            <a:xfrm>
              <a:off x="2199588"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2" name="Cube 1211"/>
            <p:cNvSpPr/>
            <p:nvPr/>
          </p:nvSpPr>
          <p:spPr>
            <a:xfrm>
              <a:off x="926875" y="274211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3" name="Cube 1212"/>
            <p:cNvSpPr/>
            <p:nvPr/>
          </p:nvSpPr>
          <p:spPr>
            <a:xfrm>
              <a:off x="1245053" y="274211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4" name="Cube 1213"/>
            <p:cNvSpPr/>
            <p:nvPr/>
          </p:nvSpPr>
          <p:spPr>
            <a:xfrm>
              <a:off x="1563232" y="274211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5" name="Cube 1214"/>
            <p:cNvSpPr/>
            <p:nvPr/>
          </p:nvSpPr>
          <p:spPr>
            <a:xfrm>
              <a:off x="1881410"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6" name="Cube 1215"/>
            <p:cNvSpPr/>
            <p:nvPr/>
          </p:nvSpPr>
          <p:spPr>
            <a:xfrm>
              <a:off x="2199588"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8" name="Cube 1217"/>
            <p:cNvSpPr/>
            <p:nvPr/>
          </p:nvSpPr>
          <p:spPr>
            <a:xfrm>
              <a:off x="926875"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9" name="Cube 1218"/>
            <p:cNvSpPr/>
            <p:nvPr/>
          </p:nvSpPr>
          <p:spPr>
            <a:xfrm>
              <a:off x="1245053"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0" name="Cube 1219"/>
            <p:cNvSpPr/>
            <p:nvPr/>
          </p:nvSpPr>
          <p:spPr>
            <a:xfrm>
              <a:off x="1563232"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1" name="Cube 1220"/>
            <p:cNvSpPr/>
            <p:nvPr/>
          </p:nvSpPr>
          <p:spPr>
            <a:xfrm>
              <a:off x="1881410"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2" name="Cube 1221"/>
            <p:cNvSpPr/>
            <p:nvPr/>
          </p:nvSpPr>
          <p:spPr>
            <a:xfrm>
              <a:off x="2199588"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4" name="Cube 1223"/>
            <p:cNvSpPr/>
            <p:nvPr/>
          </p:nvSpPr>
          <p:spPr>
            <a:xfrm>
              <a:off x="792609"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5" name="Cube 1224"/>
            <p:cNvSpPr/>
            <p:nvPr/>
          </p:nvSpPr>
          <p:spPr>
            <a:xfrm>
              <a:off x="1110787"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6" name="Cube 1225"/>
            <p:cNvSpPr/>
            <p:nvPr/>
          </p:nvSpPr>
          <p:spPr>
            <a:xfrm>
              <a:off x="1428966"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7" name="Cube 1226"/>
            <p:cNvSpPr/>
            <p:nvPr/>
          </p:nvSpPr>
          <p:spPr>
            <a:xfrm>
              <a:off x="1747144"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8" name="Cube 1227"/>
            <p:cNvSpPr/>
            <p:nvPr/>
          </p:nvSpPr>
          <p:spPr>
            <a:xfrm>
              <a:off x="2065322"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0" name="Cube 1229"/>
            <p:cNvSpPr/>
            <p:nvPr/>
          </p:nvSpPr>
          <p:spPr>
            <a:xfrm>
              <a:off x="792609"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1" name="Cube 1230"/>
            <p:cNvSpPr/>
            <p:nvPr/>
          </p:nvSpPr>
          <p:spPr>
            <a:xfrm>
              <a:off x="1110787"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2" name="Cube 1231"/>
            <p:cNvSpPr/>
            <p:nvPr/>
          </p:nvSpPr>
          <p:spPr>
            <a:xfrm>
              <a:off x="1428966"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3" name="Cube 1232"/>
            <p:cNvSpPr/>
            <p:nvPr/>
          </p:nvSpPr>
          <p:spPr>
            <a:xfrm>
              <a:off x="1747144" y="3536383"/>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4" name="Cube 1233"/>
            <p:cNvSpPr/>
            <p:nvPr/>
          </p:nvSpPr>
          <p:spPr>
            <a:xfrm>
              <a:off x="2065322" y="353638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6" name="Cube 1235"/>
            <p:cNvSpPr/>
            <p:nvPr/>
          </p:nvSpPr>
          <p:spPr>
            <a:xfrm>
              <a:off x="792609"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7" name="Cube 1236"/>
            <p:cNvSpPr/>
            <p:nvPr/>
          </p:nvSpPr>
          <p:spPr>
            <a:xfrm>
              <a:off x="1110787"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8" name="Cube 1237"/>
            <p:cNvSpPr/>
            <p:nvPr/>
          </p:nvSpPr>
          <p:spPr>
            <a:xfrm>
              <a:off x="1428966"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9" name="Cube 1238"/>
            <p:cNvSpPr/>
            <p:nvPr/>
          </p:nvSpPr>
          <p:spPr>
            <a:xfrm>
              <a:off x="1747144" y="3198730"/>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0" name="Cube 1239"/>
            <p:cNvSpPr/>
            <p:nvPr/>
          </p:nvSpPr>
          <p:spPr>
            <a:xfrm>
              <a:off x="2065322"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2" name="Cube 1241"/>
            <p:cNvSpPr/>
            <p:nvPr/>
          </p:nvSpPr>
          <p:spPr>
            <a:xfrm>
              <a:off x="792609"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3" name="Cube 1242"/>
            <p:cNvSpPr/>
            <p:nvPr/>
          </p:nvSpPr>
          <p:spPr>
            <a:xfrm>
              <a:off x="1110787"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4" name="Cube 1243"/>
            <p:cNvSpPr/>
            <p:nvPr/>
          </p:nvSpPr>
          <p:spPr>
            <a:xfrm>
              <a:off x="1428966"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5" name="Cube 1244"/>
            <p:cNvSpPr/>
            <p:nvPr/>
          </p:nvSpPr>
          <p:spPr>
            <a:xfrm>
              <a:off x="1747144" y="286107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6" name="Cube 1245"/>
            <p:cNvSpPr/>
            <p:nvPr/>
          </p:nvSpPr>
          <p:spPr>
            <a:xfrm>
              <a:off x="2065322" y="286107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8" name="Cube 1247"/>
            <p:cNvSpPr/>
            <p:nvPr/>
          </p:nvSpPr>
          <p:spPr>
            <a:xfrm>
              <a:off x="792609"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9" name="Cube 1248"/>
            <p:cNvSpPr/>
            <p:nvPr/>
          </p:nvSpPr>
          <p:spPr>
            <a:xfrm>
              <a:off x="1110787"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0" name="Cube 1249"/>
            <p:cNvSpPr/>
            <p:nvPr/>
          </p:nvSpPr>
          <p:spPr>
            <a:xfrm>
              <a:off x="1428966"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1" name="Cube 1250"/>
            <p:cNvSpPr/>
            <p:nvPr/>
          </p:nvSpPr>
          <p:spPr>
            <a:xfrm>
              <a:off x="1747144" y="2523424"/>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2" name="Cube 1251"/>
            <p:cNvSpPr/>
            <p:nvPr/>
          </p:nvSpPr>
          <p:spPr>
            <a:xfrm>
              <a:off x="2065322" y="252342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700" name="TextBox 699"/>
          <p:cNvSpPr txBox="1"/>
          <p:nvPr/>
        </p:nvSpPr>
        <p:spPr>
          <a:xfrm>
            <a:off x="5501368" y="4974491"/>
            <a:ext cx="1066800" cy="369332"/>
          </a:xfrm>
          <a:prstGeom prst="rect">
            <a:avLst/>
          </a:prstGeom>
          <a:noFill/>
        </p:spPr>
        <p:txBody>
          <a:bodyPr wrap="square" rtlCol="0">
            <a:spAutoFit/>
          </a:bodyPr>
          <a:lstStyle/>
          <a:p>
            <a:pPr algn="ctr"/>
            <a:r>
              <a:rPr lang="en-US" dirty="0"/>
              <a:t>output</a:t>
            </a:r>
          </a:p>
        </p:txBody>
      </p:sp>
      <p:sp>
        <p:nvSpPr>
          <p:cNvPr id="701" name="TextBox 700"/>
          <p:cNvSpPr txBox="1"/>
          <p:nvPr/>
        </p:nvSpPr>
        <p:spPr>
          <a:xfrm>
            <a:off x="902335" y="3947480"/>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grpSp>
        <p:nvGrpSpPr>
          <p:cNvPr id="6" name="Group 5"/>
          <p:cNvGrpSpPr/>
          <p:nvPr/>
        </p:nvGrpSpPr>
        <p:grpSpPr>
          <a:xfrm>
            <a:off x="4887415" y="2155718"/>
            <a:ext cx="1005840" cy="1297803"/>
            <a:chOff x="4895035" y="2504988"/>
            <a:chExt cx="1005840" cy="1297803"/>
          </a:xfrm>
        </p:grpSpPr>
        <p:grpSp>
          <p:nvGrpSpPr>
            <p:cNvPr id="5" name="Group 4"/>
            <p:cNvGrpSpPr/>
            <p:nvPr/>
          </p:nvGrpSpPr>
          <p:grpSpPr>
            <a:xfrm>
              <a:off x="4895035" y="2504988"/>
              <a:ext cx="1005840" cy="274320"/>
              <a:chOff x="4831502" y="2403182"/>
              <a:chExt cx="997448" cy="377559"/>
            </a:xfrm>
          </p:grpSpPr>
          <p:sp>
            <p:nvSpPr>
              <p:cNvPr id="702" name="Freeform 701"/>
              <p:cNvSpPr>
                <a:spLocks noChangeAspect="1"/>
              </p:cNvSpPr>
              <p:nvPr/>
            </p:nvSpPr>
            <p:spPr>
              <a:xfrm>
                <a:off x="4831502"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5" name="Freeform 704"/>
              <p:cNvSpPr>
                <a:spLocks noChangeAspect="1"/>
              </p:cNvSpPr>
              <p:nvPr/>
            </p:nvSpPr>
            <p:spPr>
              <a:xfrm>
                <a:off x="5148745"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6" name="Freeform 705"/>
              <p:cNvSpPr>
                <a:spLocks noChangeAspect="1"/>
              </p:cNvSpPr>
              <p:nvPr/>
            </p:nvSpPr>
            <p:spPr>
              <a:xfrm>
                <a:off x="5465988"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7" name="Freeform 706"/>
              <p:cNvSpPr>
                <a:spLocks noChangeAspect="1"/>
              </p:cNvSpPr>
              <p:nvPr/>
            </p:nvSpPr>
            <p:spPr>
              <a:xfrm>
                <a:off x="5783230"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709" name="Group 708"/>
            <p:cNvGrpSpPr/>
            <p:nvPr/>
          </p:nvGrpSpPr>
          <p:grpSpPr>
            <a:xfrm>
              <a:off x="4895035" y="2846149"/>
              <a:ext cx="1005840" cy="274320"/>
              <a:chOff x="4831502" y="2403182"/>
              <a:chExt cx="997448" cy="377559"/>
            </a:xfrm>
          </p:grpSpPr>
          <p:sp>
            <p:nvSpPr>
              <p:cNvPr id="710" name="Freeform 709"/>
              <p:cNvSpPr>
                <a:spLocks noChangeAspect="1"/>
              </p:cNvSpPr>
              <p:nvPr/>
            </p:nvSpPr>
            <p:spPr>
              <a:xfrm>
                <a:off x="4831502"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1" name="Freeform 710"/>
              <p:cNvSpPr>
                <a:spLocks noChangeAspect="1"/>
              </p:cNvSpPr>
              <p:nvPr/>
            </p:nvSpPr>
            <p:spPr>
              <a:xfrm>
                <a:off x="5148745"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2" name="Freeform 711"/>
              <p:cNvSpPr>
                <a:spLocks noChangeAspect="1"/>
              </p:cNvSpPr>
              <p:nvPr/>
            </p:nvSpPr>
            <p:spPr>
              <a:xfrm>
                <a:off x="5465988"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3" name="Freeform 712"/>
              <p:cNvSpPr>
                <a:spLocks noChangeAspect="1"/>
              </p:cNvSpPr>
              <p:nvPr/>
            </p:nvSpPr>
            <p:spPr>
              <a:xfrm>
                <a:off x="5783230"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714" name="Group 713"/>
            <p:cNvGrpSpPr/>
            <p:nvPr/>
          </p:nvGrpSpPr>
          <p:grpSpPr>
            <a:xfrm>
              <a:off x="4895035" y="3187310"/>
              <a:ext cx="1005840" cy="274320"/>
              <a:chOff x="4831502" y="2403182"/>
              <a:chExt cx="997448" cy="377559"/>
            </a:xfrm>
          </p:grpSpPr>
          <p:sp>
            <p:nvSpPr>
              <p:cNvPr id="715" name="Freeform 714"/>
              <p:cNvSpPr>
                <a:spLocks noChangeAspect="1"/>
              </p:cNvSpPr>
              <p:nvPr/>
            </p:nvSpPr>
            <p:spPr>
              <a:xfrm>
                <a:off x="4831502"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6" name="Freeform 715"/>
              <p:cNvSpPr>
                <a:spLocks noChangeAspect="1"/>
              </p:cNvSpPr>
              <p:nvPr/>
            </p:nvSpPr>
            <p:spPr>
              <a:xfrm>
                <a:off x="5148745"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7" name="Freeform 716"/>
              <p:cNvSpPr>
                <a:spLocks noChangeAspect="1"/>
              </p:cNvSpPr>
              <p:nvPr/>
            </p:nvSpPr>
            <p:spPr>
              <a:xfrm>
                <a:off x="5465988"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8" name="Freeform 717"/>
              <p:cNvSpPr>
                <a:spLocks noChangeAspect="1"/>
              </p:cNvSpPr>
              <p:nvPr/>
            </p:nvSpPr>
            <p:spPr>
              <a:xfrm>
                <a:off x="5783230"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nvGrpSpPr>
            <p:cNvPr id="1422" name="Group 1421"/>
            <p:cNvGrpSpPr/>
            <p:nvPr/>
          </p:nvGrpSpPr>
          <p:grpSpPr>
            <a:xfrm>
              <a:off x="4895035" y="3528471"/>
              <a:ext cx="1005840" cy="274320"/>
              <a:chOff x="4831502" y="2403182"/>
              <a:chExt cx="997448" cy="377559"/>
            </a:xfrm>
          </p:grpSpPr>
          <p:sp>
            <p:nvSpPr>
              <p:cNvPr id="1423" name="Freeform 1422"/>
              <p:cNvSpPr>
                <a:spLocks noChangeAspect="1"/>
              </p:cNvSpPr>
              <p:nvPr/>
            </p:nvSpPr>
            <p:spPr>
              <a:xfrm>
                <a:off x="4831502"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424" name="Freeform 1423"/>
              <p:cNvSpPr>
                <a:spLocks noChangeAspect="1"/>
              </p:cNvSpPr>
              <p:nvPr/>
            </p:nvSpPr>
            <p:spPr>
              <a:xfrm>
                <a:off x="5148745"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425" name="Freeform 1424"/>
              <p:cNvSpPr>
                <a:spLocks noChangeAspect="1"/>
              </p:cNvSpPr>
              <p:nvPr/>
            </p:nvSpPr>
            <p:spPr>
              <a:xfrm>
                <a:off x="5465988"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1426" name="Freeform 1425"/>
              <p:cNvSpPr>
                <a:spLocks noChangeAspect="1"/>
              </p:cNvSpPr>
              <p:nvPr/>
            </p:nvSpPr>
            <p:spPr>
              <a:xfrm>
                <a:off x="5783230"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grpSp>
      <p:sp>
        <p:nvSpPr>
          <p:cNvPr id="1427" name="TextBox 1426"/>
          <p:cNvSpPr txBox="1"/>
          <p:nvPr/>
        </p:nvSpPr>
        <p:spPr>
          <a:xfrm>
            <a:off x="594023" y="4826615"/>
            <a:ext cx="2105774" cy="954107"/>
          </a:xfrm>
          <a:prstGeom prst="rect">
            <a:avLst/>
          </a:prstGeom>
          <a:noFill/>
        </p:spPr>
        <p:txBody>
          <a:bodyPr wrap="square" rtlCol="0">
            <a:spAutoFit/>
          </a:bodyPr>
          <a:lstStyle/>
          <a:p>
            <a:pPr algn="ctr"/>
            <a:r>
              <a:rPr lang="en-US" sz="1400" u="sng" dirty="0"/>
              <a:t>Solution:</a:t>
            </a:r>
          </a:p>
          <a:p>
            <a:pPr algn="ctr"/>
            <a:r>
              <a:rPr lang="en-US" sz="1400" dirty="0"/>
              <a:t>Only store the three input planes needed by the output plane at a time</a:t>
            </a:r>
          </a:p>
        </p:txBody>
      </p:sp>
      <p:sp>
        <p:nvSpPr>
          <p:cNvPr id="727" name="TextBox 726">
            <a:extLst>
              <a:ext uri="{FF2B5EF4-FFF2-40B4-BE49-F238E27FC236}">
                <a16:creationId xmlns:a16="http://schemas.microsoft.com/office/drawing/2014/main" id="{158F23B0-0608-4F7C-9A71-761438CA72F0}"/>
              </a:ext>
            </a:extLst>
          </p:cNvPr>
          <p:cNvSpPr txBox="1"/>
          <p:nvPr/>
        </p:nvSpPr>
        <p:spPr>
          <a:xfrm>
            <a:off x="3076219" y="2424578"/>
            <a:ext cx="1597378" cy="1384995"/>
          </a:xfrm>
          <a:prstGeom prst="rect">
            <a:avLst/>
          </a:prstGeom>
          <a:noFill/>
        </p:spPr>
        <p:txBody>
          <a:bodyPr wrap="square" rtlCol="0">
            <a:spAutoFit/>
          </a:bodyPr>
          <a:lstStyle/>
          <a:p>
            <a:pPr algn="ctr"/>
            <a:r>
              <a:rPr lang="en-US" sz="1400" u="sng" dirty="0"/>
              <a:t>Solution:</a:t>
            </a:r>
          </a:p>
          <a:p>
            <a:pPr algn="ctr"/>
            <a:r>
              <a:rPr lang="en-US" sz="1400" dirty="0"/>
              <a:t>Assign enough threads for loading one input plane and processing one output plane</a:t>
            </a:r>
          </a:p>
        </p:txBody>
      </p:sp>
    </p:spTree>
    <p:extLst>
      <p:ext uri="{BB962C8B-B14F-4D97-AF65-F5344CB8AC3E}">
        <p14:creationId xmlns:p14="http://schemas.microsoft.com/office/powerpoint/2010/main" val="2921738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Thread Coarsening and Tile Slicing</a:t>
            </a:r>
          </a:p>
        </p:txBody>
      </p:sp>
      <p:grpSp>
        <p:nvGrpSpPr>
          <p:cNvPr id="3" name="Group 2"/>
          <p:cNvGrpSpPr/>
          <p:nvPr/>
        </p:nvGrpSpPr>
        <p:grpSpPr>
          <a:xfrm>
            <a:off x="792609" y="1740215"/>
            <a:ext cx="2175720" cy="2192404"/>
            <a:chOff x="792609" y="2047575"/>
            <a:chExt cx="2175720" cy="2192404"/>
          </a:xfrm>
        </p:grpSpPr>
        <p:sp>
          <p:nvSpPr>
            <p:cNvPr id="1032" name="Cube 1031"/>
            <p:cNvSpPr/>
            <p:nvPr/>
          </p:nvSpPr>
          <p:spPr>
            <a:xfrm>
              <a:off x="1732474" y="371660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3" name="Cube 1032"/>
            <p:cNvSpPr/>
            <p:nvPr/>
          </p:nvSpPr>
          <p:spPr>
            <a:xfrm>
              <a:off x="2050652" y="371660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5" name="Cube 1034"/>
            <p:cNvSpPr/>
            <p:nvPr/>
          </p:nvSpPr>
          <p:spPr>
            <a:xfrm>
              <a:off x="1732474" y="337895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6" name="Cube 1035"/>
            <p:cNvSpPr/>
            <p:nvPr/>
          </p:nvSpPr>
          <p:spPr>
            <a:xfrm>
              <a:off x="2050652" y="337895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7" name="Cube 1036"/>
            <p:cNvSpPr/>
            <p:nvPr/>
          </p:nvSpPr>
          <p:spPr>
            <a:xfrm>
              <a:off x="2368831" y="337895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8" name="Cube 1037"/>
            <p:cNvSpPr/>
            <p:nvPr/>
          </p:nvSpPr>
          <p:spPr>
            <a:xfrm>
              <a:off x="1732474" y="30413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9" name="Cube 1038"/>
            <p:cNvSpPr/>
            <p:nvPr/>
          </p:nvSpPr>
          <p:spPr>
            <a:xfrm>
              <a:off x="2050652" y="30413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0" name="Cube 1039"/>
            <p:cNvSpPr/>
            <p:nvPr/>
          </p:nvSpPr>
          <p:spPr>
            <a:xfrm>
              <a:off x="2368831" y="30413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1" name="Cube 1040"/>
            <p:cNvSpPr/>
            <p:nvPr/>
          </p:nvSpPr>
          <p:spPr>
            <a:xfrm>
              <a:off x="1732474" y="270364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2" name="Cube 1041"/>
            <p:cNvSpPr/>
            <p:nvPr/>
          </p:nvSpPr>
          <p:spPr>
            <a:xfrm>
              <a:off x="2050652" y="270364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3" name="Cube 1042"/>
            <p:cNvSpPr/>
            <p:nvPr/>
          </p:nvSpPr>
          <p:spPr>
            <a:xfrm>
              <a:off x="2368831" y="270364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4" name="Cube 1043"/>
            <p:cNvSpPr/>
            <p:nvPr/>
          </p:nvSpPr>
          <p:spPr>
            <a:xfrm>
              <a:off x="1732474"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5" name="Cube 1044"/>
            <p:cNvSpPr/>
            <p:nvPr/>
          </p:nvSpPr>
          <p:spPr>
            <a:xfrm>
              <a:off x="2050652"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6" name="Cube 1045"/>
            <p:cNvSpPr/>
            <p:nvPr/>
          </p:nvSpPr>
          <p:spPr>
            <a:xfrm>
              <a:off x="2368831"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0" name="Cube 1049"/>
            <p:cNvSpPr/>
            <p:nvPr/>
          </p:nvSpPr>
          <p:spPr>
            <a:xfrm>
              <a:off x="1598205" y="383556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1" name="Cube 1050"/>
            <p:cNvSpPr/>
            <p:nvPr/>
          </p:nvSpPr>
          <p:spPr>
            <a:xfrm>
              <a:off x="1916383" y="383556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4" name="Cube 1053"/>
            <p:cNvSpPr/>
            <p:nvPr/>
          </p:nvSpPr>
          <p:spPr>
            <a:xfrm>
              <a:off x="1598205" y="349791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5" name="Cube 1054"/>
            <p:cNvSpPr/>
            <p:nvPr/>
          </p:nvSpPr>
          <p:spPr>
            <a:xfrm>
              <a:off x="1916383" y="349791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6" name="Cube 1055"/>
            <p:cNvSpPr/>
            <p:nvPr/>
          </p:nvSpPr>
          <p:spPr>
            <a:xfrm>
              <a:off x="2234562" y="349791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8" name="Cube 1057"/>
            <p:cNvSpPr/>
            <p:nvPr/>
          </p:nvSpPr>
          <p:spPr>
            <a:xfrm>
              <a:off x="1598205"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9" name="Cube 1058"/>
            <p:cNvSpPr/>
            <p:nvPr/>
          </p:nvSpPr>
          <p:spPr>
            <a:xfrm>
              <a:off x="1916383"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0" name="Cube 1059"/>
            <p:cNvSpPr/>
            <p:nvPr/>
          </p:nvSpPr>
          <p:spPr>
            <a:xfrm>
              <a:off x="2234562"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1" name="Cube 1060"/>
            <p:cNvSpPr/>
            <p:nvPr/>
          </p:nvSpPr>
          <p:spPr>
            <a:xfrm>
              <a:off x="2552740"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2" name="Cube 1061"/>
            <p:cNvSpPr/>
            <p:nvPr/>
          </p:nvSpPr>
          <p:spPr>
            <a:xfrm>
              <a:off x="1598205"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3" name="Cube 1062"/>
            <p:cNvSpPr/>
            <p:nvPr/>
          </p:nvSpPr>
          <p:spPr>
            <a:xfrm>
              <a:off x="1916383"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4" name="Cube 1063"/>
            <p:cNvSpPr/>
            <p:nvPr/>
          </p:nvSpPr>
          <p:spPr>
            <a:xfrm>
              <a:off x="2234562"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5" name="Cube 1064"/>
            <p:cNvSpPr/>
            <p:nvPr/>
          </p:nvSpPr>
          <p:spPr>
            <a:xfrm>
              <a:off x="2552740"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6" name="Cube 1065"/>
            <p:cNvSpPr/>
            <p:nvPr/>
          </p:nvSpPr>
          <p:spPr>
            <a:xfrm>
              <a:off x="1598205"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7" name="Cube 1066"/>
            <p:cNvSpPr/>
            <p:nvPr/>
          </p:nvSpPr>
          <p:spPr>
            <a:xfrm>
              <a:off x="1916383"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8" name="Cube 1067"/>
            <p:cNvSpPr/>
            <p:nvPr/>
          </p:nvSpPr>
          <p:spPr>
            <a:xfrm>
              <a:off x="2234562"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9" name="Cube 1068"/>
            <p:cNvSpPr/>
            <p:nvPr/>
          </p:nvSpPr>
          <p:spPr>
            <a:xfrm>
              <a:off x="2552740" y="248495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0" name="Cube 1069"/>
            <p:cNvSpPr/>
            <p:nvPr/>
          </p:nvSpPr>
          <p:spPr>
            <a:xfrm>
              <a:off x="1598205" y="214730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1" name="Cube 1070"/>
            <p:cNvSpPr/>
            <p:nvPr/>
          </p:nvSpPr>
          <p:spPr>
            <a:xfrm>
              <a:off x="1916383" y="214730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2" name="Cube 1071"/>
            <p:cNvSpPr/>
            <p:nvPr/>
          </p:nvSpPr>
          <p:spPr>
            <a:xfrm>
              <a:off x="2234562" y="214730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3" name="Cube 1072"/>
            <p:cNvSpPr/>
            <p:nvPr/>
          </p:nvSpPr>
          <p:spPr>
            <a:xfrm>
              <a:off x="2552740" y="214730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8" name="Cube 1077"/>
            <p:cNvSpPr/>
            <p:nvPr/>
          </p:nvSpPr>
          <p:spPr>
            <a:xfrm>
              <a:off x="1463939" y="361687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9" name="Cube 1078"/>
            <p:cNvSpPr/>
            <p:nvPr/>
          </p:nvSpPr>
          <p:spPr>
            <a:xfrm>
              <a:off x="1782117" y="361687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0" name="Cube 1079"/>
            <p:cNvSpPr/>
            <p:nvPr/>
          </p:nvSpPr>
          <p:spPr>
            <a:xfrm>
              <a:off x="2100296" y="361687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2" name="Cube 1081"/>
            <p:cNvSpPr/>
            <p:nvPr/>
          </p:nvSpPr>
          <p:spPr>
            <a:xfrm>
              <a:off x="1463939" y="32792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3" name="Cube 1082"/>
            <p:cNvSpPr/>
            <p:nvPr/>
          </p:nvSpPr>
          <p:spPr>
            <a:xfrm>
              <a:off x="1782117" y="32792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4" name="Cube 1083"/>
            <p:cNvSpPr/>
            <p:nvPr/>
          </p:nvSpPr>
          <p:spPr>
            <a:xfrm>
              <a:off x="2100296" y="32792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5" name="Cube 1084"/>
            <p:cNvSpPr/>
            <p:nvPr/>
          </p:nvSpPr>
          <p:spPr>
            <a:xfrm>
              <a:off x="2418474"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6" name="Cube 1085"/>
            <p:cNvSpPr/>
            <p:nvPr/>
          </p:nvSpPr>
          <p:spPr>
            <a:xfrm>
              <a:off x="1463939"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7" name="Cube 1086"/>
            <p:cNvSpPr/>
            <p:nvPr/>
          </p:nvSpPr>
          <p:spPr>
            <a:xfrm>
              <a:off x="1782117"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8" name="Cube 1087"/>
            <p:cNvSpPr/>
            <p:nvPr/>
          </p:nvSpPr>
          <p:spPr>
            <a:xfrm>
              <a:off x="2100296"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9" name="Cube 1088"/>
            <p:cNvSpPr/>
            <p:nvPr/>
          </p:nvSpPr>
          <p:spPr>
            <a:xfrm>
              <a:off x="2418474"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0" name="Cube 1089"/>
            <p:cNvSpPr/>
            <p:nvPr/>
          </p:nvSpPr>
          <p:spPr>
            <a:xfrm>
              <a:off x="1463939"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1" name="Cube 1090"/>
            <p:cNvSpPr/>
            <p:nvPr/>
          </p:nvSpPr>
          <p:spPr>
            <a:xfrm>
              <a:off x="1782117"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2" name="Cube 1091"/>
            <p:cNvSpPr/>
            <p:nvPr/>
          </p:nvSpPr>
          <p:spPr>
            <a:xfrm>
              <a:off x="2100296"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3" name="Cube 1092"/>
            <p:cNvSpPr/>
            <p:nvPr/>
          </p:nvSpPr>
          <p:spPr>
            <a:xfrm>
              <a:off x="2418474"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4" name="Cube 1093"/>
            <p:cNvSpPr/>
            <p:nvPr/>
          </p:nvSpPr>
          <p:spPr>
            <a:xfrm>
              <a:off x="1463939"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5" name="Cube 1094"/>
            <p:cNvSpPr/>
            <p:nvPr/>
          </p:nvSpPr>
          <p:spPr>
            <a:xfrm>
              <a:off x="1782117"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6" name="Cube 1095"/>
            <p:cNvSpPr/>
            <p:nvPr/>
          </p:nvSpPr>
          <p:spPr>
            <a:xfrm>
              <a:off x="2100296"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7" name="Cube 1096"/>
            <p:cNvSpPr/>
            <p:nvPr/>
          </p:nvSpPr>
          <p:spPr>
            <a:xfrm>
              <a:off x="2418474" y="226626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8" name="Cube 1097"/>
            <p:cNvSpPr/>
            <p:nvPr/>
          </p:nvSpPr>
          <p:spPr>
            <a:xfrm>
              <a:off x="1329673" y="373584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9" name="Cube 1098"/>
            <p:cNvSpPr/>
            <p:nvPr/>
          </p:nvSpPr>
          <p:spPr>
            <a:xfrm>
              <a:off x="1647851" y="373584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0" name="Cube 1099"/>
            <p:cNvSpPr/>
            <p:nvPr/>
          </p:nvSpPr>
          <p:spPr>
            <a:xfrm>
              <a:off x="1966030" y="373584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1329673"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4" name="Cube 1103"/>
            <p:cNvSpPr/>
            <p:nvPr/>
          </p:nvSpPr>
          <p:spPr>
            <a:xfrm>
              <a:off x="1647851"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5" name="Cube 1104"/>
            <p:cNvSpPr/>
            <p:nvPr/>
          </p:nvSpPr>
          <p:spPr>
            <a:xfrm>
              <a:off x="1966030"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6" name="Cube 1105"/>
            <p:cNvSpPr/>
            <p:nvPr/>
          </p:nvSpPr>
          <p:spPr>
            <a:xfrm>
              <a:off x="2284208"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2602386"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8" name="Cube 1107"/>
            <p:cNvSpPr/>
            <p:nvPr/>
          </p:nvSpPr>
          <p:spPr>
            <a:xfrm>
              <a:off x="1329673"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1647851"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0" name="Cube 1109"/>
            <p:cNvSpPr/>
            <p:nvPr/>
          </p:nvSpPr>
          <p:spPr>
            <a:xfrm>
              <a:off x="1966030"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1" name="Cube 1110"/>
            <p:cNvSpPr/>
            <p:nvPr/>
          </p:nvSpPr>
          <p:spPr>
            <a:xfrm>
              <a:off x="2284208"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2" name="Cube 1111"/>
            <p:cNvSpPr/>
            <p:nvPr/>
          </p:nvSpPr>
          <p:spPr>
            <a:xfrm>
              <a:off x="2602386"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3" name="Cube 1112"/>
            <p:cNvSpPr/>
            <p:nvPr/>
          </p:nvSpPr>
          <p:spPr>
            <a:xfrm>
              <a:off x="1329673"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4" name="Cube 1113"/>
            <p:cNvSpPr/>
            <p:nvPr/>
          </p:nvSpPr>
          <p:spPr>
            <a:xfrm>
              <a:off x="1647851"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5" name="Cube 1114"/>
            <p:cNvSpPr/>
            <p:nvPr/>
          </p:nvSpPr>
          <p:spPr>
            <a:xfrm>
              <a:off x="1966030"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6" name="Cube 1115"/>
            <p:cNvSpPr/>
            <p:nvPr/>
          </p:nvSpPr>
          <p:spPr>
            <a:xfrm>
              <a:off x="2284208"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7" name="Cube 1116"/>
            <p:cNvSpPr/>
            <p:nvPr/>
          </p:nvSpPr>
          <p:spPr>
            <a:xfrm>
              <a:off x="2602386"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8" name="Cube 1117"/>
            <p:cNvSpPr/>
            <p:nvPr/>
          </p:nvSpPr>
          <p:spPr>
            <a:xfrm>
              <a:off x="1329673"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9" name="Cube 1118"/>
            <p:cNvSpPr/>
            <p:nvPr/>
          </p:nvSpPr>
          <p:spPr>
            <a:xfrm>
              <a:off x="1647851"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0" name="Cube 1119"/>
            <p:cNvSpPr/>
            <p:nvPr/>
          </p:nvSpPr>
          <p:spPr>
            <a:xfrm>
              <a:off x="1966030"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1" name="Cube 1120"/>
            <p:cNvSpPr/>
            <p:nvPr/>
          </p:nvSpPr>
          <p:spPr>
            <a:xfrm>
              <a:off x="2284208"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2" name="Cube 1121"/>
            <p:cNvSpPr/>
            <p:nvPr/>
          </p:nvSpPr>
          <p:spPr>
            <a:xfrm>
              <a:off x="2602386" y="238522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3" name="Cube 1122"/>
            <p:cNvSpPr/>
            <p:nvPr/>
          </p:nvSpPr>
          <p:spPr>
            <a:xfrm>
              <a:off x="1329673"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4" name="Cube 1123"/>
            <p:cNvSpPr/>
            <p:nvPr/>
          </p:nvSpPr>
          <p:spPr>
            <a:xfrm>
              <a:off x="1647851"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5" name="Cube 1124"/>
            <p:cNvSpPr/>
            <p:nvPr/>
          </p:nvSpPr>
          <p:spPr>
            <a:xfrm>
              <a:off x="1966030"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6" name="Cube 1125"/>
            <p:cNvSpPr/>
            <p:nvPr/>
          </p:nvSpPr>
          <p:spPr>
            <a:xfrm>
              <a:off x="2284208"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7" name="Cube 1126"/>
            <p:cNvSpPr/>
            <p:nvPr/>
          </p:nvSpPr>
          <p:spPr>
            <a:xfrm>
              <a:off x="2602386"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8" name="Cube 1127"/>
            <p:cNvSpPr/>
            <p:nvPr/>
          </p:nvSpPr>
          <p:spPr>
            <a:xfrm>
              <a:off x="1195407" y="385480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9" name="Cube 1128"/>
            <p:cNvSpPr/>
            <p:nvPr/>
          </p:nvSpPr>
          <p:spPr>
            <a:xfrm>
              <a:off x="1513585" y="385480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Cube 1129"/>
            <p:cNvSpPr/>
            <p:nvPr/>
          </p:nvSpPr>
          <p:spPr>
            <a:xfrm>
              <a:off x="1831764" y="385480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3" name="Cube 1132"/>
            <p:cNvSpPr/>
            <p:nvPr/>
          </p:nvSpPr>
          <p:spPr>
            <a:xfrm>
              <a:off x="1195407"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4" name="Cube 1133"/>
            <p:cNvSpPr/>
            <p:nvPr/>
          </p:nvSpPr>
          <p:spPr>
            <a:xfrm>
              <a:off x="1513585"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5" name="Cube 1134"/>
            <p:cNvSpPr/>
            <p:nvPr/>
          </p:nvSpPr>
          <p:spPr>
            <a:xfrm>
              <a:off x="1831764"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6" name="Cube 1135"/>
            <p:cNvSpPr/>
            <p:nvPr/>
          </p:nvSpPr>
          <p:spPr>
            <a:xfrm>
              <a:off x="2149942"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7" name="Cube 1136"/>
            <p:cNvSpPr/>
            <p:nvPr/>
          </p:nvSpPr>
          <p:spPr>
            <a:xfrm>
              <a:off x="2468120"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8" name="Cube 1137"/>
            <p:cNvSpPr/>
            <p:nvPr/>
          </p:nvSpPr>
          <p:spPr>
            <a:xfrm>
              <a:off x="1195407"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9" name="Cube 1138"/>
            <p:cNvSpPr/>
            <p:nvPr/>
          </p:nvSpPr>
          <p:spPr>
            <a:xfrm>
              <a:off x="1513585"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0" name="Cube 1139"/>
            <p:cNvSpPr/>
            <p:nvPr/>
          </p:nvSpPr>
          <p:spPr>
            <a:xfrm>
              <a:off x="1831764"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1" name="Cube 1140"/>
            <p:cNvSpPr/>
            <p:nvPr/>
          </p:nvSpPr>
          <p:spPr>
            <a:xfrm>
              <a:off x="2149942"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2" name="Cube 1141"/>
            <p:cNvSpPr/>
            <p:nvPr/>
          </p:nvSpPr>
          <p:spPr>
            <a:xfrm>
              <a:off x="2468120"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3" name="Cube 1142"/>
            <p:cNvSpPr/>
            <p:nvPr/>
          </p:nvSpPr>
          <p:spPr>
            <a:xfrm>
              <a:off x="1195407"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4" name="Cube 1143"/>
            <p:cNvSpPr/>
            <p:nvPr/>
          </p:nvSpPr>
          <p:spPr>
            <a:xfrm>
              <a:off x="1513585"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5" name="Cube 1144"/>
            <p:cNvSpPr/>
            <p:nvPr/>
          </p:nvSpPr>
          <p:spPr>
            <a:xfrm>
              <a:off x="1831764"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6" name="Cube 1145"/>
            <p:cNvSpPr/>
            <p:nvPr/>
          </p:nvSpPr>
          <p:spPr>
            <a:xfrm>
              <a:off x="2149942"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7" name="Cube 1146"/>
            <p:cNvSpPr/>
            <p:nvPr/>
          </p:nvSpPr>
          <p:spPr>
            <a:xfrm>
              <a:off x="2468120"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8" name="Cube 1147"/>
            <p:cNvSpPr/>
            <p:nvPr/>
          </p:nvSpPr>
          <p:spPr>
            <a:xfrm>
              <a:off x="1195407"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9" name="Cube 1148"/>
            <p:cNvSpPr/>
            <p:nvPr/>
          </p:nvSpPr>
          <p:spPr>
            <a:xfrm>
              <a:off x="1513585"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0" name="Cube 1149"/>
            <p:cNvSpPr/>
            <p:nvPr/>
          </p:nvSpPr>
          <p:spPr>
            <a:xfrm>
              <a:off x="1831764"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1" name="Cube 1150"/>
            <p:cNvSpPr/>
            <p:nvPr/>
          </p:nvSpPr>
          <p:spPr>
            <a:xfrm>
              <a:off x="2149942"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2" name="Cube 1151"/>
            <p:cNvSpPr/>
            <p:nvPr/>
          </p:nvSpPr>
          <p:spPr>
            <a:xfrm>
              <a:off x="2468120"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3" name="Cube 1152"/>
            <p:cNvSpPr/>
            <p:nvPr/>
          </p:nvSpPr>
          <p:spPr>
            <a:xfrm>
              <a:off x="1195407" y="216653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4" name="Cube 1153"/>
            <p:cNvSpPr/>
            <p:nvPr/>
          </p:nvSpPr>
          <p:spPr>
            <a:xfrm>
              <a:off x="1513585" y="216653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5" name="Cube 1154"/>
            <p:cNvSpPr/>
            <p:nvPr/>
          </p:nvSpPr>
          <p:spPr>
            <a:xfrm>
              <a:off x="1831764" y="216653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6" name="Cube 1155"/>
            <p:cNvSpPr/>
            <p:nvPr/>
          </p:nvSpPr>
          <p:spPr>
            <a:xfrm>
              <a:off x="2149942" y="216653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7" name="Cube 1156"/>
            <p:cNvSpPr/>
            <p:nvPr/>
          </p:nvSpPr>
          <p:spPr>
            <a:xfrm>
              <a:off x="2468120" y="216653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4" name="Cube 1163"/>
            <p:cNvSpPr/>
            <p:nvPr/>
          </p:nvSpPr>
          <p:spPr>
            <a:xfrm>
              <a:off x="1061141"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5" name="Cube 1164"/>
            <p:cNvSpPr/>
            <p:nvPr/>
          </p:nvSpPr>
          <p:spPr>
            <a:xfrm>
              <a:off x="1379319"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6" name="Cube 1165"/>
            <p:cNvSpPr/>
            <p:nvPr/>
          </p:nvSpPr>
          <p:spPr>
            <a:xfrm>
              <a:off x="1697498"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7" name="Cube 1166"/>
            <p:cNvSpPr/>
            <p:nvPr/>
          </p:nvSpPr>
          <p:spPr>
            <a:xfrm>
              <a:off x="2015676"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8" name="Cube 1167"/>
            <p:cNvSpPr/>
            <p:nvPr/>
          </p:nvSpPr>
          <p:spPr>
            <a:xfrm>
              <a:off x="2333854"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0" name="Cube 1169"/>
            <p:cNvSpPr/>
            <p:nvPr/>
          </p:nvSpPr>
          <p:spPr>
            <a:xfrm>
              <a:off x="1061141"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1" name="Cube 1170"/>
            <p:cNvSpPr/>
            <p:nvPr/>
          </p:nvSpPr>
          <p:spPr>
            <a:xfrm>
              <a:off x="1379319"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2" name="Cube 1171"/>
            <p:cNvSpPr/>
            <p:nvPr/>
          </p:nvSpPr>
          <p:spPr>
            <a:xfrm>
              <a:off x="1697498"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3" name="Cube 1172"/>
            <p:cNvSpPr/>
            <p:nvPr/>
          </p:nvSpPr>
          <p:spPr>
            <a:xfrm>
              <a:off x="2015676"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4" name="Cube 1173"/>
            <p:cNvSpPr/>
            <p:nvPr/>
          </p:nvSpPr>
          <p:spPr>
            <a:xfrm>
              <a:off x="2333854"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6" name="Cube 1175"/>
            <p:cNvSpPr/>
            <p:nvPr/>
          </p:nvSpPr>
          <p:spPr>
            <a:xfrm>
              <a:off x="1061141"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7" name="Cube 1176"/>
            <p:cNvSpPr/>
            <p:nvPr/>
          </p:nvSpPr>
          <p:spPr>
            <a:xfrm>
              <a:off x="1379319"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8" name="Cube 1177"/>
            <p:cNvSpPr/>
            <p:nvPr/>
          </p:nvSpPr>
          <p:spPr>
            <a:xfrm>
              <a:off x="1697498"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9" name="Cube 1178"/>
            <p:cNvSpPr/>
            <p:nvPr/>
          </p:nvSpPr>
          <p:spPr>
            <a:xfrm>
              <a:off x="2015676"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0" name="Cube 1179"/>
            <p:cNvSpPr/>
            <p:nvPr/>
          </p:nvSpPr>
          <p:spPr>
            <a:xfrm>
              <a:off x="2333854"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2" name="Cube 1181"/>
            <p:cNvSpPr/>
            <p:nvPr/>
          </p:nvSpPr>
          <p:spPr>
            <a:xfrm>
              <a:off x="1061141"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3" name="Cube 1182"/>
            <p:cNvSpPr/>
            <p:nvPr/>
          </p:nvSpPr>
          <p:spPr>
            <a:xfrm>
              <a:off x="1379319"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4" name="Cube 1183"/>
            <p:cNvSpPr/>
            <p:nvPr/>
          </p:nvSpPr>
          <p:spPr>
            <a:xfrm>
              <a:off x="1697498"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5" name="Cube 1184"/>
            <p:cNvSpPr/>
            <p:nvPr/>
          </p:nvSpPr>
          <p:spPr>
            <a:xfrm>
              <a:off x="2015676"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6" name="Cube 1185"/>
            <p:cNvSpPr/>
            <p:nvPr/>
          </p:nvSpPr>
          <p:spPr>
            <a:xfrm>
              <a:off x="2333854"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8" name="Cube 1187"/>
            <p:cNvSpPr/>
            <p:nvPr/>
          </p:nvSpPr>
          <p:spPr>
            <a:xfrm>
              <a:off x="1061141"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9" name="Cube 1188"/>
            <p:cNvSpPr/>
            <p:nvPr/>
          </p:nvSpPr>
          <p:spPr>
            <a:xfrm>
              <a:off x="1379319"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0" name="Cube 1189"/>
            <p:cNvSpPr/>
            <p:nvPr/>
          </p:nvSpPr>
          <p:spPr>
            <a:xfrm>
              <a:off x="1697498"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1" name="Cube 1190"/>
            <p:cNvSpPr/>
            <p:nvPr/>
          </p:nvSpPr>
          <p:spPr>
            <a:xfrm>
              <a:off x="2015676"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2" name="Cube 1191"/>
            <p:cNvSpPr/>
            <p:nvPr/>
          </p:nvSpPr>
          <p:spPr>
            <a:xfrm>
              <a:off x="2333854"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4" name="Cube 1193"/>
            <p:cNvSpPr/>
            <p:nvPr/>
          </p:nvSpPr>
          <p:spPr>
            <a:xfrm>
              <a:off x="926875"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5" name="Cube 1194"/>
            <p:cNvSpPr/>
            <p:nvPr/>
          </p:nvSpPr>
          <p:spPr>
            <a:xfrm>
              <a:off x="1245053"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6" name="Cube 1195"/>
            <p:cNvSpPr/>
            <p:nvPr/>
          </p:nvSpPr>
          <p:spPr>
            <a:xfrm>
              <a:off x="1563232"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7" name="Cube 1196"/>
            <p:cNvSpPr/>
            <p:nvPr/>
          </p:nvSpPr>
          <p:spPr>
            <a:xfrm>
              <a:off x="1881410"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8" name="Cube 1197"/>
            <p:cNvSpPr/>
            <p:nvPr/>
          </p:nvSpPr>
          <p:spPr>
            <a:xfrm>
              <a:off x="2199588"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0" name="Cube 1199"/>
            <p:cNvSpPr/>
            <p:nvPr/>
          </p:nvSpPr>
          <p:spPr>
            <a:xfrm>
              <a:off x="926875"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1" name="Cube 1200"/>
            <p:cNvSpPr/>
            <p:nvPr/>
          </p:nvSpPr>
          <p:spPr>
            <a:xfrm>
              <a:off x="1245053"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2" name="Cube 1201"/>
            <p:cNvSpPr/>
            <p:nvPr/>
          </p:nvSpPr>
          <p:spPr>
            <a:xfrm>
              <a:off x="1563232"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3" name="Cube 1202"/>
            <p:cNvSpPr/>
            <p:nvPr/>
          </p:nvSpPr>
          <p:spPr>
            <a:xfrm>
              <a:off x="1881410"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4" name="Cube 1203"/>
            <p:cNvSpPr/>
            <p:nvPr/>
          </p:nvSpPr>
          <p:spPr>
            <a:xfrm>
              <a:off x="2199588"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6" name="Cube 1205"/>
            <p:cNvSpPr/>
            <p:nvPr/>
          </p:nvSpPr>
          <p:spPr>
            <a:xfrm>
              <a:off x="926875"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7" name="Cube 1206"/>
            <p:cNvSpPr/>
            <p:nvPr/>
          </p:nvSpPr>
          <p:spPr>
            <a:xfrm>
              <a:off x="1245053"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8" name="Cube 1207"/>
            <p:cNvSpPr/>
            <p:nvPr/>
          </p:nvSpPr>
          <p:spPr>
            <a:xfrm>
              <a:off x="1563232"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9" name="Cube 1208"/>
            <p:cNvSpPr/>
            <p:nvPr/>
          </p:nvSpPr>
          <p:spPr>
            <a:xfrm>
              <a:off x="1881410"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0" name="Cube 1209"/>
            <p:cNvSpPr/>
            <p:nvPr/>
          </p:nvSpPr>
          <p:spPr>
            <a:xfrm>
              <a:off x="2199588"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2" name="Cube 1211"/>
            <p:cNvSpPr/>
            <p:nvPr/>
          </p:nvSpPr>
          <p:spPr>
            <a:xfrm>
              <a:off x="926875"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3" name="Cube 1212"/>
            <p:cNvSpPr/>
            <p:nvPr/>
          </p:nvSpPr>
          <p:spPr>
            <a:xfrm>
              <a:off x="1245053"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4" name="Cube 1213"/>
            <p:cNvSpPr/>
            <p:nvPr/>
          </p:nvSpPr>
          <p:spPr>
            <a:xfrm>
              <a:off x="1563232"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5" name="Cube 1214"/>
            <p:cNvSpPr/>
            <p:nvPr/>
          </p:nvSpPr>
          <p:spPr>
            <a:xfrm>
              <a:off x="1881410"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6" name="Cube 1215"/>
            <p:cNvSpPr/>
            <p:nvPr/>
          </p:nvSpPr>
          <p:spPr>
            <a:xfrm>
              <a:off x="2199588"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8" name="Cube 1217"/>
            <p:cNvSpPr/>
            <p:nvPr/>
          </p:nvSpPr>
          <p:spPr>
            <a:xfrm>
              <a:off x="926875"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9" name="Cube 1218"/>
            <p:cNvSpPr/>
            <p:nvPr/>
          </p:nvSpPr>
          <p:spPr>
            <a:xfrm>
              <a:off x="1245053"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0" name="Cube 1219"/>
            <p:cNvSpPr/>
            <p:nvPr/>
          </p:nvSpPr>
          <p:spPr>
            <a:xfrm>
              <a:off x="1563232"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1" name="Cube 1220"/>
            <p:cNvSpPr/>
            <p:nvPr/>
          </p:nvSpPr>
          <p:spPr>
            <a:xfrm>
              <a:off x="1881410" y="2404461"/>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2" name="Cube 1221"/>
            <p:cNvSpPr/>
            <p:nvPr/>
          </p:nvSpPr>
          <p:spPr>
            <a:xfrm>
              <a:off x="2199588"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4" name="Cube 1223"/>
            <p:cNvSpPr/>
            <p:nvPr/>
          </p:nvSpPr>
          <p:spPr>
            <a:xfrm>
              <a:off x="792609"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5" name="Cube 1224"/>
            <p:cNvSpPr/>
            <p:nvPr/>
          </p:nvSpPr>
          <p:spPr>
            <a:xfrm>
              <a:off x="1110787"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6" name="Cube 1225"/>
            <p:cNvSpPr/>
            <p:nvPr/>
          </p:nvSpPr>
          <p:spPr>
            <a:xfrm>
              <a:off x="1428966"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7" name="Cube 1226"/>
            <p:cNvSpPr/>
            <p:nvPr/>
          </p:nvSpPr>
          <p:spPr>
            <a:xfrm>
              <a:off x="1747144"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8" name="Cube 1227"/>
            <p:cNvSpPr/>
            <p:nvPr/>
          </p:nvSpPr>
          <p:spPr>
            <a:xfrm>
              <a:off x="2065322" y="387403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0" name="Cube 1229"/>
            <p:cNvSpPr/>
            <p:nvPr/>
          </p:nvSpPr>
          <p:spPr>
            <a:xfrm>
              <a:off x="792609" y="353638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1" name="Cube 1230"/>
            <p:cNvSpPr/>
            <p:nvPr/>
          </p:nvSpPr>
          <p:spPr>
            <a:xfrm>
              <a:off x="1110787" y="353638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2" name="Cube 1231"/>
            <p:cNvSpPr/>
            <p:nvPr/>
          </p:nvSpPr>
          <p:spPr>
            <a:xfrm>
              <a:off x="1428966" y="353638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3" name="Cube 1232"/>
            <p:cNvSpPr/>
            <p:nvPr/>
          </p:nvSpPr>
          <p:spPr>
            <a:xfrm>
              <a:off x="1747144" y="353638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4" name="Cube 1233"/>
            <p:cNvSpPr/>
            <p:nvPr/>
          </p:nvSpPr>
          <p:spPr>
            <a:xfrm>
              <a:off x="2065322" y="353638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6" name="Cube 1235"/>
            <p:cNvSpPr/>
            <p:nvPr/>
          </p:nvSpPr>
          <p:spPr>
            <a:xfrm>
              <a:off x="792609"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7" name="Cube 1236"/>
            <p:cNvSpPr/>
            <p:nvPr/>
          </p:nvSpPr>
          <p:spPr>
            <a:xfrm>
              <a:off x="1110787"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8" name="Cube 1237"/>
            <p:cNvSpPr/>
            <p:nvPr/>
          </p:nvSpPr>
          <p:spPr>
            <a:xfrm>
              <a:off x="1428966"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9" name="Cube 1238"/>
            <p:cNvSpPr/>
            <p:nvPr/>
          </p:nvSpPr>
          <p:spPr>
            <a:xfrm>
              <a:off x="1747144"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0" name="Cube 1239"/>
            <p:cNvSpPr/>
            <p:nvPr/>
          </p:nvSpPr>
          <p:spPr>
            <a:xfrm>
              <a:off x="2065322" y="319873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2" name="Cube 1241"/>
            <p:cNvSpPr/>
            <p:nvPr/>
          </p:nvSpPr>
          <p:spPr>
            <a:xfrm>
              <a:off x="792609" y="286107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3" name="Cube 1242"/>
            <p:cNvSpPr/>
            <p:nvPr/>
          </p:nvSpPr>
          <p:spPr>
            <a:xfrm>
              <a:off x="1110787" y="286107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4" name="Cube 1243"/>
            <p:cNvSpPr/>
            <p:nvPr/>
          </p:nvSpPr>
          <p:spPr>
            <a:xfrm>
              <a:off x="1428966" y="286107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5" name="Cube 1244"/>
            <p:cNvSpPr/>
            <p:nvPr/>
          </p:nvSpPr>
          <p:spPr>
            <a:xfrm>
              <a:off x="1747144" y="286107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6" name="Cube 1245"/>
            <p:cNvSpPr/>
            <p:nvPr/>
          </p:nvSpPr>
          <p:spPr>
            <a:xfrm>
              <a:off x="2065322" y="286107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8" name="Cube 1247"/>
            <p:cNvSpPr/>
            <p:nvPr/>
          </p:nvSpPr>
          <p:spPr>
            <a:xfrm>
              <a:off x="792609" y="252342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9" name="Cube 1248"/>
            <p:cNvSpPr/>
            <p:nvPr/>
          </p:nvSpPr>
          <p:spPr>
            <a:xfrm>
              <a:off x="1110787" y="252342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0" name="Cube 1249"/>
            <p:cNvSpPr/>
            <p:nvPr/>
          </p:nvSpPr>
          <p:spPr>
            <a:xfrm>
              <a:off x="1428966" y="252342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1" name="Cube 1250"/>
            <p:cNvSpPr/>
            <p:nvPr/>
          </p:nvSpPr>
          <p:spPr>
            <a:xfrm>
              <a:off x="1747144" y="252342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2" name="Cube 1251"/>
            <p:cNvSpPr/>
            <p:nvPr/>
          </p:nvSpPr>
          <p:spPr>
            <a:xfrm>
              <a:off x="2065322" y="252342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700" name="TextBox 699"/>
          <p:cNvSpPr txBox="1"/>
          <p:nvPr/>
        </p:nvSpPr>
        <p:spPr>
          <a:xfrm>
            <a:off x="5501368" y="4974491"/>
            <a:ext cx="1066800" cy="369332"/>
          </a:xfrm>
          <a:prstGeom prst="rect">
            <a:avLst/>
          </a:prstGeom>
          <a:noFill/>
        </p:spPr>
        <p:txBody>
          <a:bodyPr wrap="square" rtlCol="0">
            <a:spAutoFit/>
          </a:bodyPr>
          <a:lstStyle/>
          <a:p>
            <a:pPr algn="ctr"/>
            <a:r>
              <a:rPr lang="en-US" dirty="0"/>
              <a:t>output</a:t>
            </a:r>
          </a:p>
        </p:txBody>
      </p:sp>
      <p:sp>
        <p:nvSpPr>
          <p:cNvPr id="701" name="TextBox 700"/>
          <p:cNvSpPr txBox="1"/>
          <p:nvPr/>
        </p:nvSpPr>
        <p:spPr>
          <a:xfrm>
            <a:off x="902335" y="3947480"/>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grpSp>
        <p:nvGrpSpPr>
          <p:cNvPr id="5" name="Group 4"/>
          <p:cNvGrpSpPr/>
          <p:nvPr/>
        </p:nvGrpSpPr>
        <p:grpSpPr>
          <a:xfrm>
            <a:off x="4790654" y="1383329"/>
            <a:ext cx="3539452" cy="3562249"/>
            <a:chOff x="4790654" y="1690689"/>
            <a:chExt cx="3539452" cy="3562249"/>
          </a:xfrm>
        </p:grpSpPr>
        <p:sp>
          <p:nvSpPr>
            <p:cNvPr id="3209" name="Cube 3208"/>
            <p:cNvSpPr/>
            <p:nvPr/>
          </p:nvSpPr>
          <p:spPr>
            <a:xfrm>
              <a:off x="573691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0" name="Cube 3209"/>
            <p:cNvSpPr/>
            <p:nvPr/>
          </p:nvSpPr>
          <p:spPr>
            <a:xfrm>
              <a:off x="605509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1" name="Cube 3210"/>
            <p:cNvSpPr/>
            <p:nvPr/>
          </p:nvSpPr>
          <p:spPr>
            <a:xfrm>
              <a:off x="6373272"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2" name="Cube 3211"/>
            <p:cNvSpPr/>
            <p:nvPr/>
          </p:nvSpPr>
          <p:spPr>
            <a:xfrm>
              <a:off x="6691450"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3" name="Cube 3212"/>
            <p:cNvSpPr/>
            <p:nvPr/>
          </p:nvSpPr>
          <p:spPr>
            <a:xfrm>
              <a:off x="7009628"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4" name="Cube 3213"/>
            <p:cNvSpPr/>
            <p:nvPr/>
          </p:nvSpPr>
          <p:spPr>
            <a:xfrm>
              <a:off x="7327807"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5" name="Cube 3214"/>
            <p:cNvSpPr/>
            <p:nvPr/>
          </p:nvSpPr>
          <p:spPr>
            <a:xfrm>
              <a:off x="764598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6" name="Cube 3215"/>
            <p:cNvSpPr/>
            <p:nvPr/>
          </p:nvSpPr>
          <p:spPr>
            <a:xfrm>
              <a:off x="796416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7" name="Cube 3216"/>
            <p:cNvSpPr/>
            <p:nvPr/>
          </p:nvSpPr>
          <p:spPr>
            <a:xfrm>
              <a:off x="573691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8" name="Cube 3217"/>
            <p:cNvSpPr/>
            <p:nvPr/>
          </p:nvSpPr>
          <p:spPr>
            <a:xfrm>
              <a:off x="605509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9" name="Cube 3218"/>
            <p:cNvSpPr/>
            <p:nvPr/>
          </p:nvSpPr>
          <p:spPr>
            <a:xfrm>
              <a:off x="6373272"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0" name="Cube 3219"/>
            <p:cNvSpPr/>
            <p:nvPr/>
          </p:nvSpPr>
          <p:spPr>
            <a:xfrm>
              <a:off x="6691450"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1" name="Cube 3220"/>
            <p:cNvSpPr/>
            <p:nvPr/>
          </p:nvSpPr>
          <p:spPr>
            <a:xfrm>
              <a:off x="7009628"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2" name="Cube 3221"/>
            <p:cNvSpPr/>
            <p:nvPr/>
          </p:nvSpPr>
          <p:spPr>
            <a:xfrm>
              <a:off x="7327807"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3" name="Cube 3222"/>
            <p:cNvSpPr/>
            <p:nvPr/>
          </p:nvSpPr>
          <p:spPr>
            <a:xfrm>
              <a:off x="764598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4" name="Cube 3223"/>
            <p:cNvSpPr/>
            <p:nvPr/>
          </p:nvSpPr>
          <p:spPr>
            <a:xfrm>
              <a:off x="796416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5" name="Cube 3224"/>
            <p:cNvSpPr/>
            <p:nvPr/>
          </p:nvSpPr>
          <p:spPr>
            <a:xfrm>
              <a:off x="5736915" y="337895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6" name="Cube 3225"/>
            <p:cNvSpPr/>
            <p:nvPr/>
          </p:nvSpPr>
          <p:spPr>
            <a:xfrm>
              <a:off x="605509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7" name="Cube 3226"/>
            <p:cNvSpPr/>
            <p:nvPr/>
          </p:nvSpPr>
          <p:spPr>
            <a:xfrm>
              <a:off x="6373272"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8" name="Cube 3227"/>
            <p:cNvSpPr/>
            <p:nvPr/>
          </p:nvSpPr>
          <p:spPr>
            <a:xfrm>
              <a:off x="6691450"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9" name="Cube 3228"/>
            <p:cNvSpPr/>
            <p:nvPr/>
          </p:nvSpPr>
          <p:spPr>
            <a:xfrm>
              <a:off x="7009628"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0" name="Cube 3229"/>
            <p:cNvSpPr/>
            <p:nvPr/>
          </p:nvSpPr>
          <p:spPr>
            <a:xfrm>
              <a:off x="7327807"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1" name="Cube 3230"/>
            <p:cNvSpPr/>
            <p:nvPr/>
          </p:nvSpPr>
          <p:spPr>
            <a:xfrm>
              <a:off x="7645985"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2" name="Cube 3231"/>
            <p:cNvSpPr/>
            <p:nvPr/>
          </p:nvSpPr>
          <p:spPr>
            <a:xfrm>
              <a:off x="796416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3" name="Cube 3232"/>
            <p:cNvSpPr/>
            <p:nvPr/>
          </p:nvSpPr>
          <p:spPr>
            <a:xfrm>
              <a:off x="5736915" y="304130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4" name="Cube 3233"/>
            <p:cNvSpPr/>
            <p:nvPr/>
          </p:nvSpPr>
          <p:spPr>
            <a:xfrm>
              <a:off x="605509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5" name="Cube 3234"/>
            <p:cNvSpPr/>
            <p:nvPr/>
          </p:nvSpPr>
          <p:spPr>
            <a:xfrm>
              <a:off x="6373272"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6" name="Cube 3235"/>
            <p:cNvSpPr/>
            <p:nvPr/>
          </p:nvSpPr>
          <p:spPr>
            <a:xfrm>
              <a:off x="6691450"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7" name="Cube 3236"/>
            <p:cNvSpPr/>
            <p:nvPr/>
          </p:nvSpPr>
          <p:spPr>
            <a:xfrm>
              <a:off x="7009628"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8" name="Cube 3237"/>
            <p:cNvSpPr/>
            <p:nvPr/>
          </p:nvSpPr>
          <p:spPr>
            <a:xfrm>
              <a:off x="7327807"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9" name="Cube 3238"/>
            <p:cNvSpPr/>
            <p:nvPr/>
          </p:nvSpPr>
          <p:spPr>
            <a:xfrm>
              <a:off x="7645985"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0" name="Cube 3239"/>
            <p:cNvSpPr/>
            <p:nvPr/>
          </p:nvSpPr>
          <p:spPr>
            <a:xfrm>
              <a:off x="796416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1" name="Cube 3240"/>
            <p:cNvSpPr/>
            <p:nvPr/>
          </p:nvSpPr>
          <p:spPr>
            <a:xfrm>
              <a:off x="5736915" y="270364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2" name="Cube 3241"/>
            <p:cNvSpPr/>
            <p:nvPr/>
          </p:nvSpPr>
          <p:spPr>
            <a:xfrm>
              <a:off x="605509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3" name="Cube 3242"/>
            <p:cNvSpPr/>
            <p:nvPr/>
          </p:nvSpPr>
          <p:spPr>
            <a:xfrm>
              <a:off x="6373272"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4" name="Cube 3243"/>
            <p:cNvSpPr/>
            <p:nvPr/>
          </p:nvSpPr>
          <p:spPr>
            <a:xfrm>
              <a:off x="6691450"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5" name="Cube 3244"/>
            <p:cNvSpPr/>
            <p:nvPr/>
          </p:nvSpPr>
          <p:spPr>
            <a:xfrm>
              <a:off x="7009628"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6" name="Cube 3245"/>
            <p:cNvSpPr/>
            <p:nvPr/>
          </p:nvSpPr>
          <p:spPr>
            <a:xfrm>
              <a:off x="7327807"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7" name="Cube 3246"/>
            <p:cNvSpPr/>
            <p:nvPr/>
          </p:nvSpPr>
          <p:spPr>
            <a:xfrm>
              <a:off x="7645985"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8" name="Cube 3247"/>
            <p:cNvSpPr/>
            <p:nvPr/>
          </p:nvSpPr>
          <p:spPr>
            <a:xfrm>
              <a:off x="796416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9" name="Cube 3248"/>
            <p:cNvSpPr/>
            <p:nvPr/>
          </p:nvSpPr>
          <p:spPr>
            <a:xfrm>
              <a:off x="5736915" y="236599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0" name="Cube 3249"/>
            <p:cNvSpPr/>
            <p:nvPr/>
          </p:nvSpPr>
          <p:spPr>
            <a:xfrm>
              <a:off x="605509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1" name="Cube 3250"/>
            <p:cNvSpPr/>
            <p:nvPr/>
          </p:nvSpPr>
          <p:spPr>
            <a:xfrm>
              <a:off x="6373272"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2" name="Cube 3251"/>
            <p:cNvSpPr/>
            <p:nvPr/>
          </p:nvSpPr>
          <p:spPr>
            <a:xfrm>
              <a:off x="6691450"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3" name="Cube 3252"/>
            <p:cNvSpPr/>
            <p:nvPr/>
          </p:nvSpPr>
          <p:spPr>
            <a:xfrm>
              <a:off x="7009628"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4" name="Cube 3253"/>
            <p:cNvSpPr/>
            <p:nvPr/>
          </p:nvSpPr>
          <p:spPr>
            <a:xfrm>
              <a:off x="7327807"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5" name="Cube 3254"/>
            <p:cNvSpPr/>
            <p:nvPr/>
          </p:nvSpPr>
          <p:spPr>
            <a:xfrm>
              <a:off x="7645985"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6" name="Cube 3255"/>
            <p:cNvSpPr/>
            <p:nvPr/>
          </p:nvSpPr>
          <p:spPr>
            <a:xfrm>
              <a:off x="796416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7" name="Cube 3256"/>
            <p:cNvSpPr/>
            <p:nvPr/>
          </p:nvSpPr>
          <p:spPr>
            <a:xfrm>
              <a:off x="573691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8" name="Cube 3257"/>
            <p:cNvSpPr/>
            <p:nvPr/>
          </p:nvSpPr>
          <p:spPr>
            <a:xfrm>
              <a:off x="605509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9" name="Cube 3258"/>
            <p:cNvSpPr/>
            <p:nvPr/>
          </p:nvSpPr>
          <p:spPr>
            <a:xfrm>
              <a:off x="6373272"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0" name="Cube 3259"/>
            <p:cNvSpPr/>
            <p:nvPr/>
          </p:nvSpPr>
          <p:spPr>
            <a:xfrm>
              <a:off x="6691450"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1" name="Cube 3260"/>
            <p:cNvSpPr/>
            <p:nvPr/>
          </p:nvSpPr>
          <p:spPr>
            <a:xfrm>
              <a:off x="7009628"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2" name="Cube 3261"/>
            <p:cNvSpPr/>
            <p:nvPr/>
          </p:nvSpPr>
          <p:spPr>
            <a:xfrm>
              <a:off x="7327807"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3" name="Cube 3262"/>
            <p:cNvSpPr/>
            <p:nvPr/>
          </p:nvSpPr>
          <p:spPr>
            <a:xfrm>
              <a:off x="764598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4" name="Cube 3263"/>
            <p:cNvSpPr/>
            <p:nvPr/>
          </p:nvSpPr>
          <p:spPr>
            <a:xfrm>
              <a:off x="796416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5" name="Cube 3264"/>
            <p:cNvSpPr/>
            <p:nvPr/>
          </p:nvSpPr>
          <p:spPr>
            <a:xfrm>
              <a:off x="573691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6" name="Cube 3265"/>
            <p:cNvSpPr/>
            <p:nvPr/>
          </p:nvSpPr>
          <p:spPr>
            <a:xfrm>
              <a:off x="605509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7" name="Cube 3266"/>
            <p:cNvSpPr/>
            <p:nvPr/>
          </p:nvSpPr>
          <p:spPr>
            <a:xfrm>
              <a:off x="6373272"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8" name="Cube 3267"/>
            <p:cNvSpPr/>
            <p:nvPr/>
          </p:nvSpPr>
          <p:spPr>
            <a:xfrm>
              <a:off x="6691450"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9" name="Cube 3268"/>
            <p:cNvSpPr/>
            <p:nvPr/>
          </p:nvSpPr>
          <p:spPr>
            <a:xfrm>
              <a:off x="7009628"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0" name="Cube 3269"/>
            <p:cNvSpPr/>
            <p:nvPr/>
          </p:nvSpPr>
          <p:spPr>
            <a:xfrm>
              <a:off x="7327807"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1" name="Cube 3270"/>
            <p:cNvSpPr/>
            <p:nvPr/>
          </p:nvSpPr>
          <p:spPr>
            <a:xfrm>
              <a:off x="764598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2" name="Cube 3271"/>
            <p:cNvSpPr/>
            <p:nvPr/>
          </p:nvSpPr>
          <p:spPr>
            <a:xfrm>
              <a:off x="796416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3" name="Cube 3272"/>
            <p:cNvSpPr/>
            <p:nvPr/>
          </p:nvSpPr>
          <p:spPr>
            <a:xfrm>
              <a:off x="560264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4" name="Cube 3273"/>
            <p:cNvSpPr/>
            <p:nvPr/>
          </p:nvSpPr>
          <p:spPr>
            <a:xfrm>
              <a:off x="592082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5" name="Cube 3274"/>
            <p:cNvSpPr/>
            <p:nvPr/>
          </p:nvSpPr>
          <p:spPr>
            <a:xfrm>
              <a:off x="6239003"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6" name="Cube 3275"/>
            <p:cNvSpPr/>
            <p:nvPr/>
          </p:nvSpPr>
          <p:spPr>
            <a:xfrm>
              <a:off x="6557181"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7" name="Cube 3276"/>
            <p:cNvSpPr/>
            <p:nvPr/>
          </p:nvSpPr>
          <p:spPr>
            <a:xfrm>
              <a:off x="6875359"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8" name="Cube 3277"/>
            <p:cNvSpPr/>
            <p:nvPr/>
          </p:nvSpPr>
          <p:spPr>
            <a:xfrm>
              <a:off x="7193538"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9" name="Cube 3278"/>
            <p:cNvSpPr/>
            <p:nvPr/>
          </p:nvSpPr>
          <p:spPr>
            <a:xfrm>
              <a:off x="751171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0" name="Cube 3279"/>
            <p:cNvSpPr/>
            <p:nvPr/>
          </p:nvSpPr>
          <p:spPr>
            <a:xfrm>
              <a:off x="782989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1" name="Cube 3280"/>
            <p:cNvSpPr/>
            <p:nvPr/>
          </p:nvSpPr>
          <p:spPr>
            <a:xfrm>
              <a:off x="560264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2" name="Cube 3281"/>
            <p:cNvSpPr/>
            <p:nvPr/>
          </p:nvSpPr>
          <p:spPr>
            <a:xfrm>
              <a:off x="592082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3" name="Cube 3282"/>
            <p:cNvSpPr/>
            <p:nvPr/>
          </p:nvSpPr>
          <p:spPr>
            <a:xfrm>
              <a:off x="6239003"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4" name="Cube 3283"/>
            <p:cNvSpPr/>
            <p:nvPr/>
          </p:nvSpPr>
          <p:spPr>
            <a:xfrm>
              <a:off x="6557181"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5" name="Cube 3284"/>
            <p:cNvSpPr/>
            <p:nvPr/>
          </p:nvSpPr>
          <p:spPr>
            <a:xfrm>
              <a:off x="6875359"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6" name="Cube 3285"/>
            <p:cNvSpPr/>
            <p:nvPr/>
          </p:nvSpPr>
          <p:spPr>
            <a:xfrm>
              <a:off x="7193538"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7" name="Cube 3286"/>
            <p:cNvSpPr/>
            <p:nvPr/>
          </p:nvSpPr>
          <p:spPr>
            <a:xfrm>
              <a:off x="751171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8" name="Cube 3287"/>
            <p:cNvSpPr/>
            <p:nvPr/>
          </p:nvSpPr>
          <p:spPr>
            <a:xfrm>
              <a:off x="782989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9" name="Cube 3288"/>
            <p:cNvSpPr/>
            <p:nvPr/>
          </p:nvSpPr>
          <p:spPr>
            <a:xfrm>
              <a:off x="5602646" y="349791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0" name="Cube 3289"/>
            <p:cNvSpPr/>
            <p:nvPr/>
          </p:nvSpPr>
          <p:spPr>
            <a:xfrm>
              <a:off x="5920824" y="349791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1" name="Cube 3290"/>
            <p:cNvSpPr/>
            <p:nvPr/>
          </p:nvSpPr>
          <p:spPr>
            <a:xfrm>
              <a:off x="6239003"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2" name="Cube 3291"/>
            <p:cNvSpPr/>
            <p:nvPr/>
          </p:nvSpPr>
          <p:spPr>
            <a:xfrm>
              <a:off x="6557181"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3" name="Cube 3292"/>
            <p:cNvSpPr/>
            <p:nvPr/>
          </p:nvSpPr>
          <p:spPr>
            <a:xfrm>
              <a:off x="6875359"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4" name="Cube 3293"/>
            <p:cNvSpPr/>
            <p:nvPr/>
          </p:nvSpPr>
          <p:spPr>
            <a:xfrm>
              <a:off x="7193538"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5" name="Cube 3294"/>
            <p:cNvSpPr/>
            <p:nvPr/>
          </p:nvSpPr>
          <p:spPr>
            <a:xfrm>
              <a:off x="7511716"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6" name="Cube 3295"/>
            <p:cNvSpPr/>
            <p:nvPr/>
          </p:nvSpPr>
          <p:spPr>
            <a:xfrm>
              <a:off x="7829894"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7" name="Cube 3296"/>
            <p:cNvSpPr/>
            <p:nvPr/>
          </p:nvSpPr>
          <p:spPr>
            <a:xfrm>
              <a:off x="5602646" y="316026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8" name="Cube 3297"/>
            <p:cNvSpPr/>
            <p:nvPr/>
          </p:nvSpPr>
          <p:spPr>
            <a:xfrm>
              <a:off x="5920824" y="316026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9" name="Cube 3298"/>
            <p:cNvSpPr/>
            <p:nvPr/>
          </p:nvSpPr>
          <p:spPr>
            <a:xfrm>
              <a:off x="6239003"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0" name="Cube 3299"/>
            <p:cNvSpPr/>
            <p:nvPr/>
          </p:nvSpPr>
          <p:spPr>
            <a:xfrm>
              <a:off x="6557181"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1" name="Cube 3300"/>
            <p:cNvSpPr/>
            <p:nvPr/>
          </p:nvSpPr>
          <p:spPr>
            <a:xfrm>
              <a:off x="6875359"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2" name="Cube 3301"/>
            <p:cNvSpPr/>
            <p:nvPr/>
          </p:nvSpPr>
          <p:spPr>
            <a:xfrm>
              <a:off x="7193538"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3" name="Cube 3302"/>
            <p:cNvSpPr/>
            <p:nvPr/>
          </p:nvSpPr>
          <p:spPr>
            <a:xfrm>
              <a:off x="7511716"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4" name="Cube 3303"/>
            <p:cNvSpPr/>
            <p:nvPr/>
          </p:nvSpPr>
          <p:spPr>
            <a:xfrm>
              <a:off x="7829894"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5" name="Cube 3304"/>
            <p:cNvSpPr/>
            <p:nvPr/>
          </p:nvSpPr>
          <p:spPr>
            <a:xfrm>
              <a:off x="5602646" y="282261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6" name="Cube 3305"/>
            <p:cNvSpPr/>
            <p:nvPr/>
          </p:nvSpPr>
          <p:spPr>
            <a:xfrm>
              <a:off x="5920824" y="282261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7" name="Cube 3306"/>
            <p:cNvSpPr/>
            <p:nvPr/>
          </p:nvSpPr>
          <p:spPr>
            <a:xfrm>
              <a:off x="6239003"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8" name="Cube 3307"/>
            <p:cNvSpPr/>
            <p:nvPr/>
          </p:nvSpPr>
          <p:spPr>
            <a:xfrm>
              <a:off x="6557181"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9" name="Cube 3308"/>
            <p:cNvSpPr/>
            <p:nvPr/>
          </p:nvSpPr>
          <p:spPr>
            <a:xfrm>
              <a:off x="6875359"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0" name="Cube 3309"/>
            <p:cNvSpPr/>
            <p:nvPr/>
          </p:nvSpPr>
          <p:spPr>
            <a:xfrm>
              <a:off x="7193538"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1" name="Cube 3310"/>
            <p:cNvSpPr/>
            <p:nvPr/>
          </p:nvSpPr>
          <p:spPr>
            <a:xfrm>
              <a:off x="7511716"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2" name="Cube 3311"/>
            <p:cNvSpPr/>
            <p:nvPr/>
          </p:nvSpPr>
          <p:spPr>
            <a:xfrm>
              <a:off x="7829894"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3" name="Cube 3312"/>
            <p:cNvSpPr/>
            <p:nvPr/>
          </p:nvSpPr>
          <p:spPr>
            <a:xfrm>
              <a:off x="5602646" y="248495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4" name="Cube 3313"/>
            <p:cNvSpPr/>
            <p:nvPr/>
          </p:nvSpPr>
          <p:spPr>
            <a:xfrm>
              <a:off x="5920824" y="248495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5" name="Cube 3314"/>
            <p:cNvSpPr/>
            <p:nvPr/>
          </p:nvSpPr>
          <p:spPr>
            <a:xfrm>
              <a:off x="6239003"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6" name="Cube 3315"/>
            <p:cNvSpPr/>
            <p:nvPr/>
          </p:nvSpPr>
          <p:spPr>
            <a:xfrm>
              <a:off x="6557181"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7" name="Cube 3316"/>
            <p:cNvSpPr/>
            <p:nvPr/>
          </p:nvSpPr>
          <p:spPr>
            <a:xfrm>
              <a:off x="6875359"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8" name="Cube 3317"/>
            <p:cNvSpPr/>
            <p:nvPr/>
          </p:nvSpPr>
          <p:spPr>
            <a:xfrm>
              <a:off x="7193538"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9" name="Cube 3318"/>
            <p:cNvSpPr/>
            <p:nvPr/>
          </p:nvSpPr>
          <p:spPr>
            <a:xfrm>
              <a:off x="7511716"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0" name="Cube 3319"/>
            <p:cNvSpPr/>
            <p:nvPr/>
          </p:nvSpPr>
          <p:spPr>
            <a:xfrm>
              <a:off x="7829894"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1" name="Cube 3320"/>
            <p:cNvSpPr/>
            <p:nvPr/>
          </p:nvSpPr>
          <p:spPr>
            <a:xfrm>
              <a:off x="560264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2" name="Cube 3321"/>
            <p:cNvSpPr/>
            <p:nvPr/>
          </p:nvSpPr>
          <p:spPr>
            <a:xfrm>
              <a:off x="592082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3" name="Cube 3322"/>
            <p:cNvSpPr/>
            <p:nvPr/>
          </p:nvSpPr>
          <p:spPr>
            <a:xfrm>
              <a:off x="6239003"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4" name="Cube 3323"/>
            <p:cNvSpPr/>
            <p:nvPr/>
          </p:nvSpPr>
          <p:spPr>
            <a:xfrm>
              <a:off x="6557181"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5" name="Cube 3324"/>
            <p:cNvSpPr/>
            <p:nvPr/>
          </p:nvSpPr>
          <p:spPr>
            <a:xfrm>
              <a:off x="6875359"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6" name="Cube 3325"/>
            <p:cNvSpPr/>
            <p:nvPr/>
          </p:nvSpPr>
          <p:spPr>
            <a:xfrm>
              <a:off x="7193538"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7" name="Cube 3326"/>
            <p:cNvSpPr/>
            <p:nvPr/>
          </p:nvSpPr>
          <p:spPr>
            <a:xfrm>
              <a:off x="751171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8" name="Cube 3327"/>
            <p:cNvSpPr/>
            <p:nvPr/>
          </p:nvSpPr>
          <p:spPr>
            <a:xfrm>
              <a:off x="782989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9" name="Cube 3328"/>
            <p:cNvSpPr/>
            <p:nvPr/>
          </p:nvSpPr>
          <p:spPr>
            <a:xfrm>
              <a:off x="560264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0" name="Cube 3329"/>
            <p:cNvSpPr/>
            <p:nvPr/>
          </p:nvSpPr>
          <p:spPr>
            <a:xfrm>
              <a:off x="592082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1" name="Cube 3330"/>
            <p:cNvSpPr/>
            <p:nvPr/>
          </p:nvSpPr>
          <p:spPr>
            <a:xfrm>
              <a:off x="6239003"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2" name="Cube 3331"/>
            <p:cNvSpPr/>
            <p:nvPr/>
          </p:nvSpPr>
          <p:spPr>
            <a:xfrm>
              <a:off x="6557181"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3" name="Cube 3332"/>
            <p:cNvSpPr/>
            <p:nvPr/>
          </p:nvSpPr>
          <p:spPr>
            <a:xfrm>
              <a:off x="6875359"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4" name="Cube 3333"/>
            <p:cNvSpPr/>
            <p:nvPr/>
          </p:nvSpPr>
          <p:spPr>
            <a:xfrm>
              <a:off x="7193538"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5" name="Cube 3334"/>
            <p:cNvSpPr/>
            <p:nvPr/>
          </p:nvSpPr>
          <p:spPr>
            <a:xfrm>
              <a:off x="751171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6" name="Cube 3335"/>
            <p:cNvSpPr/>
            <p:nvPr/>
          </p:nvSpPr>
          <p:spPr>
            <a:xfrm>
              <a:off x="782989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7" name="Cube 3336"/>
            <p:cNvSpPr/>
            <p:nvPr/>
          </p:nvSpPr>
          <p:spPr>
            <a:xfrm>
              <a:off x="546838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8" name="Cube 3337"/>
            <p:cNvSpPr/>
            <p:nvPr/>
          </p:nvSpPr>
          <p:spPr>
            <a:xfrm>
              <a:off x="578655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9" name="Cube 3338"/>
            <p:cNvSpPr/>
            <p:nvPr/>
          </p:nvSpPr>
          <p:spPr>
            <a:xfrm>
              <a:off x="6104737"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0" name="Cube 3339"/>
            <p:cNvSpPr/>
            <p:nvPr/>
          </p:nvSpPr>
          <p:spPr>
            <a:xfrm>
              <a:off x="6422915"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1" name="Cube 3340"/>
            <p:cNvSpPr/>
            <p:nvPr/>
          </p:nvSpPr>
          <p:spPr>
            <a:xfrm>
              <a:off x="6741093"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2" name="Cube 3341"/>
            <p:cNvSpPr/>
            <p:nvPr/>
          </p:nvSpPr>
          <p:spPr>
            <a:xfrm>
              <a:off x="7059272"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3" name="Cube 3342"/>
            <p:cNvSpPr/>
            <p:nvPr/>
          </p:nvSpPr>
          <p:spPr>
            <a:xfrm>
              <a:off x="737745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4" name="Cube 3343"/>
            <p:cNvSpPr/>
            <p:nvPr/>
          </p:nvSpPr>
          <p:spPr>
            <a:xfrm>
              <a:off x="769562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5" name="Cube 3344"/>
            <p:cNvSpPr/>
            <p:nvPr/>
          </p:nvSpPr>
          <p:spPr>
            <a:xfrm>
              <a:off x="546838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6" name="Cube 3345"/>
            <p:cNvSpPr/>
            <p:nvPr/>
          </p:nvSpPr>
          <p:spPr>
            <a:xfrm>
              <a:off x="578655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7" name="Cube 3346"/>
            <p:cNvSpPr/>
            <p:nvPr/>
          </p:nvSpPr>
          <p:spPr>
            <a:xfrm>
              <a:off x="6104737"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8" name="Cube 3347"/>
            <p:cNvSpPr/>
            <p:nvPr/>
          </p:nvSpPr>
          <p:spPr>
            <a:xfrm>
              <a:off x="6422915"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9" name="Cube 3348"/>
            <p:cNvSpPr/>
            <p:nvPr/>
          </p:nvSpPr>
          <p:spPr>
            <a:xfrm>
              <a:off x="6741093"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0" name="Cube 3349"/>
            <p:cNvSpPr/>
            <p:nvPr/>
          </p:nvSpPr>
          <p:spPr>
            <a:xfrm>
              <a:off x="7059272"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1" name="Cube 3350"/>
            <p:cNvSpPr/>
            <p:nvPr/>
          </p:nvSpPr>
          <p:spPr>
            <a:xfrm>
              <a:off x="737745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2" name="Cube 3351"/>
            <p:cNvSpPr/>
            <p:nvPr/>
          </p:nvSpPr>
          <p:spPr>
            <a:xfrm>
              <a:off x="769562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3" name="Cube 3352"/>
            <p:cNvSpPr/>
            <p:nvPr/>
          </p:nvSpPr>
          <p:spPr>
            <a:xfrm>
              <a:off x="5468380"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4" name="Cube 3353"/>
            <p:cNvSpPr/>
            <p:nvPr/>
          </p:nvSpPr>
          <p:spPr>
            <a:xfrm>
              <a:off x="5786558"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5" name="Cube 3354"/>
            <p:cNvSpPr/>
            <p:nvPr/>
          </p:nvSpPr>
          <p:spPr>
            <a:xfrm>
              <a:off x="6104737"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6" name="Cube 3355"/>
            <p:cNvSpPr/>
            <p:nvPr/>
          </p:nvSpPr>
          <p:spPr>
            <a:xfrm>
              <a:off x="6422915"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7" name="Cube 3356"/>
            <p:cNvSpPr/>
            <p:nvPr/>
          </p:nvSpPr>
          <p:spPr>
            <a:xfrm>
              <a:off x="6741093"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8" name="Cube 3357"/>
            <p:cNvSpPr/>
            <p:nvPr/>
          </p:nvSpPr>
          <p:spPr>
            <a:xfrm>
              <a:off x="7059272"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9" name="Cube 3358"/>
            <p:cNvSpPr/>
            <p:nvPr/>
          </p:nvSpPr>
          <p:spPr>
            <a:xfrm>
              <a:off x="7377450"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0" name="Cube 3359"/>
            <p:cNvSpPr/>
            <p:nvPr/>
          </p:nvSpPr>
          <p:spPr>
            <a:xfrm>
              <a:off x="7695628"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1" name="Cube 3360"/>
            <p:cNvSpPr/>
            <p:nvPr/>
          </p:nvSpPr>
          <p:spPr>
            <a:xfrm>
              <a:off x="5468380" y="327922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2" name="Cube 3361"/>
            <p:cNvSpPr/>
            <p:nvPr/>
          </p:nvSpPr>
          <p:spPr>
            <a:xfrm>
              <a:off x="5786558" y="327922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3" name="Cube 3362"/>
            <p:cNvSpPr/>
            <p:nvPr/>
          </p:nvSpPr>
          <p:spPr>
            <a:xfrm>
              <a:off x="6104737"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4" name="Cube 3363"/>
            <p:cNvSpPr/>
            <p:nvPr/>
          </p:nvSpPr>
          <p:spPr>
            <a:xfrm>
              <a:off x="6422915"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5" name="Cube 3364"/>
            <p:cNvSpPr/>
            <p:nvPr/>
          </p:nvSpPr>
          <p:spPr>
            <a:xfrm>
              <a:off x="6741093"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6" name="Cube 3365"/>
            <p:cNvSpPr/>
            <p:nvPr/>
          </p:nvSpPr>
          <p:spPr>
            <a:xfrm>
              <a:off x="7059272"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7" name="Cube 3366"/>
            <p:cNvSpPr/>
            <p:nvPr/>
          </p:nvSpPr>
          <p:spPr>
            <a:xfrm>
              <a:off x="7377450"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8" name="Cube 3367"/>
            <p:cNvSpPr/>
            <p:nvPr/>
          </p:nvSpPr>
          <p:spPr>
            <a:xfrm>
              <a:off x="7695628"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9" name="Cube 3368"/>
            <p:cNvSpPr/>
            <p:nvPr/>
          </p:nvSpPr>
          <p:spPr>
            <a:xfrm>
              <a:off x="5468380" y="294157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0" name="Cube 3369"/>
            <p:cNvSpPr/>
            <p:nvPr/>
          </p:nvSpPr>
          <p:spPr>
            <a:xfrm>
              <a:off x="5786558" y="294157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1" name="Cube 3370"/>
            <p:cNvSpPr/>
            <p:nvPr/>
          </p:nvSpPr>
          <p:spPr>
            <a:xfrm>
              <a:off x="6104737"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2" name="Cube 3371"/>
            <p:cNvSpPr/>
            <p:nvPr/>
          </p:nvSpPr>
          <p:spPr>
            <a:xfrm>
              <a:off x="6422915"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3" name="Cube 3372"/>
            <p:cNvSpPr/>
            <p:nvPr/>
          </p:nvSpPr>
          <p:spPr>
            <a:xfrm>
              <a:off x="6741093"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4" name="Cube 3373"/>
            <p:cNvSpPr/>
            <p:nvPr/>
          </p:nvSpPr>
          <p:spPr>
            <a:xfrm>
              <a:off x="7059272"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5" name="Cube 3374"/>
            <p:cNvSpPr/>
            <p:nvPr/>
          </p:nvSpPr>
          <p:spPr>
            <a:xfrm>
              <a:off x="7377450"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6" name="Cube 3375"/>
            <p:cNvSpPr/>
            <p:nvPr/>
          </p:nvSpPr>
          <p:spPr>
            <a:xfrm>
              <a:off x="7695628"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7" name="Cube 3376"/>
            <p:cNvSpPr/>
            <p:nvPr/>
          </p:nvSpPr>
          <p:spPr>
            <a:xfrm>
              <a:off x="5468380" y="260391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8" name="Cube 3377"/>
            <p:cNvSpPr/>
            <p:nvPr/>
          </p:nvSpPr>
          <p:spPr>
            <a:xfrm>
              <a:off x="5786558" y="260391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9" name="Cube 3378"/>
            <p:cNvSpPr/>
            <p:nvPr/>
          </p:nvSpPr>
          <p:spPr>
            <a:xfrm>
              <a:off x="6104737"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0" name="Cube 3379"/>
            <p:cNvSpPr/>
            <p:nvPr/>
          </p:nvSpPr>
          <p:spPr>
            <a:xfrm>
              <a:off x="6422915"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1" name="Cube 3380"/>
            <p:cNvSpPr/>
            <p:nvPr/>
          </p:nvSpPr>
          <p:spPr>
            <a:xfrm>
              <a:off x="6741093"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2" name="Cube 3381"/>
            <p:cNvSpPr/>
            <p:nvPr/>
          </p:nvSpPr>
          <p:spPr>
            <a:xfrm>
              <a:off x="7059272"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3" name="Cube 3382"/>
            <p:cNvSpPr/>
            <p:nvPr/>
          </p:nvSpPr>
          <p:spPr>
            <a:xfrm>
              <a:off x="7377450"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4" name="Cube 3383"/>
            <p:cNvSpPr/>
            <p:nvPr/>
          </p:nvSpPr>
          <p:spPr>
            <a:xfrm>
              <a:off x="7695628"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5" name="Cube 3384"/>
            <p:cNvSpPr/>
            <p:nvPr/>
          </p:nvSpPr>
          <p:spPr>
            <a:xfrm>
              <a:off x="546838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6" name="Cube 3385"/>
            <p:cNvSpPr/>
            <p:nvPr/>
          </p:nvSpPr>
          <p:spPr>
            <a:xfrm>
              <a:off x="578655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7" name="Cube 3386"/>
            <p:cNvSpPr/>
            <p:nvPr/>
          </p:nvSpPr>
          <p:spPr>
            <a:xfrm>
              <a:off x="6104737"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8" name="Cube 3387"/>
            <p:cNvSpPr/>
            <p:nvPr/>
          </p:nvSpPr>
          <p:spPr>
            <a:xfrm>
              <a:off x="6422915"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9" name="Cube 3388"/>
            <p:cNvSpPr/>
            <p:nvPr/>
          </p:nvSpPr>
          <p:spPr>
            <a:xfrm>
              <a:off x="6741093"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0" name="Cube 3389"/>
            <p:cNvSpPr/>
            <p:nvPr/>
          </p:nvSpPr>
          <p:spPr>
            <a:xfrm>
              <a:off x="7059272"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1" name="Cube 3390"/>
            <p:cNvSpPr/>
            <p:nvPr/>
          </p:nvSpPr>
          <p:spPr>
            <a:xfrm>
              <a:off x="737745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2" name="Cube 3391"/>
            <p:cNvSpPr/>
            <p:nvPr/>
          </p:nvSpPr>
          <p:spPr>
            <a:xfrm>
              <a:off x="769562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3" name="Cube 3392"/>
            <p:cNvSpPr/>
            <p:nvPr/>
          </p:nvSpPr>
          <p:spPr>
            <a:xfrm>
              <a:off x="546838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4" name="Cube 3393"/>
            <p:cNvSpPr/>
            <p:nvPr/>
          </p:nvSpPr>
          <p:spPr>
            <a:xfrm>
              <a:off x="578655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5" name="Cube 3394"/>
            <p:cNvSpPr/>
            <p:nvPr/>
          </p:nvSpPr>
          <p:spPr>
            <a:xfrm>
              <a:off x="6104737"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6" name="Cube 3395"/>
            <p:cNvSpPr/>
            <p:nvPr/>
          </p:nvSpPr>
          <p:spPr>
            <a:xfrm>
              <a:off x="6422915"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7" name="Cube 3396"/>
            <p:cNvSpPr/>
            <p:nvPr/>
          </p:nvSpPr>
          <p:spPr>
            <a:xfrm>
              <a:off x="6741093"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8" name="Cube 3397"/>
            <p:cNvSpPr/>
            <p:nvPr/>
          </p:nvSpPr>
          <p:spPr>
            <a:xfrm>
              <a:off x="7059272"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9" name="Cube 3398"/>
            <p:cNvSpPr/>
            <p:nvPr/>
          </p:nvSpPr>
          <p:spPr>
            <a:xfrm>
              <a:off x="737745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0" name="Cube 3399"/>
            <p:cNvSpPr/>
            <p:nvPr/>
          </p:nvSpPr>
          <p:spPr>
            <a:xfrm>
              <a:off x="769562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1" name="Cube 3400"/>
            <p:cNvSpPr/>
            <p:nvPr/>
          </p:nvSpPr>
          <p:spPr>
            <a:xfrm>
              <a:off x="533411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2" name="Cube 3401"/>
            <p:cNvSpPr/>
            <p:nvPr/>
          </p:nvSpPr>
          <p:spPr>
            <a:xfrm>
              <a:off x="565229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3" name="Cube 3402"/>
            <p:cNvSpPr/>
            <p:nvPr/>
          </p:nvSpPr>
          <p:spPr>
            <a:xfrm>
              <a:off x="5970471"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4" name="Cube 3403"/>
            <p:cNvSpPr/>
            <p:nvPr/>
          </p:nvSpPr>
          <p:spPr>
            <a:xfrm>
              <a:off x="6288649"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5" name="Cube 3404"/>
            <p:cNvSpPr/>
            <p:nvPr/>
          </p:nvSpPr>
          <p:spPr>
            <a:xfrm>
              <a:off x="6606827"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6" name="Cube 3405"/>
            <p:cNvSpPr/>
            <p:nvPr/>
          </p:nvSpPr>
          <p:spPr>
            <a:xfrm>
              <a:off x="6925006"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7" name="Cube 3406"/>
            <p:cNvSpPr/>
            <p:nvPr/>
          </p:nvSpPr>
          <p:spPr>
            <a:xfrm>
              <a:off x="724318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8" name="Cube 3407"/>
            <p:cNvSpPr/>
            <p:nvPr/>
          </p:nvSpPr>
          <p:spPr>
            <a:xfrm>
              <a:off x="756136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9" name="Cube 3408"/>
            <p:cNvSpPr/>
            <p:nvPr/>
          </p:nvSpPr>
          <p:spPr>
            <a:xfrm>
              <a:off x="533411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0" name="Cube 3409"/>
            <p:cNvSpPr/>
            <p:nvPr/>
          </p:nvSpPr>
          <p:spPr>
            <a:xfrm>
              <a:off x="565229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1" name="Cube 3410"/>
            <p:cNvSpPr/>
            <p:nvPr/>
          </p:nvSpPr>
          <p:spPr>
            <a:xfrm>
              <a:off x="5970471"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2" name="Cube 3411"/>
            <p:cNvSpPr/>
            <p:nvPr/>
          </p:nvSpPr>
          <p:spPr>
            <a:xfrm>
              <a:off x="6288649"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3" name="Cube 3412"/>
            <p:cNvSpPr/>
            <p:nvPr/>
          </p:nvSpPr>
          <p:spPr>
            <a:xfrm>
              <a:off x="6606827"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4" name="Cube 3413"/>
            <p:cNvSpPr/>
            <p:nvPr/>
          </p:nvSpPr>
          <p:spPr>
            <a:xfrm>
              <a:off x="6925006"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5" name="Cube 3414"/>
            <p:cNvSpPr/>
            <p:nvPr/>
          </p:nvSpPr>
          <p:spPr>
            <a:xfrm>
              <a:off x="724318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6" name="Cube 3415"/>
            <p:cNvSpPr/>
            <p:nvPr/>
          </p:nvSpPr>
          <p:spPr>
            <a:xfrm>
              <a:off x="756136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7" name="Cube 3416"/>
            <p:cNvSpPr/>
            <p:nvPr/>
          </p:nvSpPr>
          <p:spPr>
            <a:xfrm>
              <a:off x="533411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8" name="Cube 3417"/>
            <p:cNvSpPr/>
            <p:nvPr/>
          </p:nvSpPr>
          <p:spPr>
            <a:xfrm>
              <a:off x="565229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9" name="Cube 3418"/>
            <p:cNvSpPr/>
            <p:nvPr/>
          </p:nvSpPr>
          <p:spPr>
            <a:xfrm>
              <a:off x="5970471"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0" name="Cube 3419"/>
            <p:cNvSpPr/>
            <p:nvPr/>
          </p:nvSpPr>
          <p:spPr>
            <a:xfrm>
              <a:off x="6288649"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1" name="Cube 3420"/>
            <p:cNvSpPr/>
            <p:nvPr/>
          </p:nvSpPr>
          <p:spPr>
            <a:xfrm>
              <a:off x="6606827"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2" name="Cube 3421"/>
            <p:cNvSpPr/>
            <p:nvPr/>
          </p:nvSpPr>
          <p:spPr>
            <a:xfrm>
              <a:off x="6925006"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3" name="Cube 3422"/>
            <p:cNvSpPr/>
            <p:nvPr/>
          </p:nvSpPr>
          <p:spPr>
            <a:xfrm>
              <a:off x="724318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4" name="Cube 3423"/>
            <p:cNvSpPr/>
            <p:nvPr/>
          </p:nvSpPr>
          <p:spPr>
            <a:xfrm>
              <a:off x="756136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5" name="Cube 3424"/>
            <p:cNvSpPr/>
            <p:nvPr/>
          </p:nvSpPr>
          <p:spPr>
            <a:xfrm>
              <a:off x="5334114" y="339818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6" name="Cube 3425"/>
            <p:cNvSpPr/>
            <p:nvPr/>
          </p:nvSpPr>
          <p:spPr>
            <a:xfrm>
              <a:off x="5652292" y="339818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7" name="Cube 3426"/>
            <p:cNvSpPr/>
            <p:nvPr/>
          </p:nvSpPr>
          <p:spPr>
            <a:xfrm>
              <a:off x="5970471"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8" name="Cube 3427"/>
            <p:cNvSpPr/>
            <p:nvPr/>
          </p:nvSpPr>
          <p:spPr>
            <a:xfrm>
              <a:off x="6288649"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9" name="Cube 3428"/>
            <p:cNvSpPr/>
            <p:nvPr/>
          </p:nvSpPr>
          <p:spPr>
            <a:xfrm>
              <a:off x="6606827"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0" name="Cube 3429"/>
            <p:cNvSpPr/>
            <p:nvPr/>
          </p:nvSpPr>
          <p:spPr>
            <a:xfrm>
              <a:off x="6925006"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1" name="Cube 3430"/>
            <p:cNvSpPr/>
            <p:nvPr/>
          </p:nvSpPr>
          <p:spPr>
            <a:xfrm>
              <a:off x="7243184"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2" name="Cube 3431"/>
            <p:cNvSpPr/>
            <p:nvPr/>
          </p:nvSpPr>
          <p:spPr>
            <a:xfrm>
              <a:off x="7561362"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3" name="Cube 3432"/>
            <p:cNvSpPr/>
            <p:nvPr/>
          </p:nvSpPr>
          <p:spPr>
            <a:xfrm>
              <a:off x="5334114" y="306053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4" name="Cube 3433"/>
            <p:cNvSpPr/>
            <p:nvPr/>
          </p:nvSpPr>
          <p:spPr>
            <a:xfrm>
              <a:off x="5652292" y="306053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5" name="Cube 3434"/>
            <p:cNvSpPr/>
            <p:nvPr/>
          </p:nvSpPr>
          <p:spPr>
            <a:xfrm>
              <a:off x="5970471"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6" name="Cube 3435"/>
            <p:cNvSpPr/>
            <p:nvPr/>
          </p:nvSpPr>
          <p:spPr>
            <a:xfrm>
              <a:off x="6288649"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7" name="Cube 3436"/>
            <p:cNvSpPr/>
            <p:nvPr/>
          </p:nvSpPr>
          <p:spPr>
            <a:xfrm>
              <a:off x="6606827"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8" name="Cube 3437"/>
            <p:cNvSpPr/>
            <p:nvPr/>
          </p:nvSpPr>
          <p:spPr>
            <a:xfrm>
              <a:off x="6925006"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9" name="Cube 3438"/>
            <p:cNvSpPr/>
            <p:nvPr/>
          </p:nvSpPr>
          <p:spPr>
            <a:xfrm>
              <a:off x="7243184"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0" name="Cube 3439"/>
            <p:cNvSpPr/>
            <p:nvPr/>
          </p:nvSpPr>
          <p:spPr>
            <a:xfrm>
              <a:off x="7561362"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1" name="Cube 3440"/>
            <p:cNvSpPr/>
            <p:nvPr/>
          </p:nvSpPr>
          <p:spPr>
            <a:xfrm>
              <a:off x="5334114" y="272288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2" name="Cube 3441"/>
            <p:cNvSpPr/>
            <p:nvPr/>
          </p:nvSpPr>
          <p:spPr>
            <a:xfrm>
              <a:off x="5652292" y="272288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3" name="Cube 3442"/>
            <p:cNvSpPr/>
            <p:nvPr/>
          </p:nvSpPr>
          <p:spPr>
            <a:xfrm>
              <a:off x="5970471"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4" name="Cube 3443"/>
            <p:cNvSpPr/>
            <p:nvPr/>
          </p:nvSpPr>
          <p:spPr>
            <a:xfrm>
              <a:off x="6288649"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5" name="Cube 3444"/>
            <p:cNvSpPr/>
            <p:nvPr/>
          </p:nvSpPr>
          <p:spPr>
            <a:xfrm>
              <a:off x="6606827"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6" name="Cube 3445"/>
            <p:cNvSpPr/>
            <p:nvPr/>
          </p:nvSpPr>
          <p:spPr>
            <a:xfrm>
              <a:off x="6925006"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7" name="Cube 3446"/>
            <p:cNvSpPr/>
            <p:nvPr/>
          </p:nvSpPr>
          <p:spPr>
            <a:xfrm>
              <a:off x="7243184"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8" name="Cube 3447"/>
            <p:cNvSpPr/>
            <p:nvPr/>
          </p:nvSpPr>
          <p:spPr>
            <a:xfrm>
              <a:off x="7561362"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9" name="Cube 3448"/>
            <p:cNvSpPr/>
            <p:nvPr/>
          </p:nvSpPr>
          <p:spPr>
            <a:xfrm>
              <a:off x="5334114" y="238522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0" name="Cube 3449"/>
            <p:cNvSpPr/>
            <p:nvPr/>
          </p:nvSpPr>
          <p:spPr>
            <a:xfrm>
              <a:off x="5652292" y="238522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1" name="Cube 3450"/>
            <p:cNvSpPr/>
            <p:nvPr/>
          </p:nvSpPr>
          <p:spPr>
            <a:xfrm>
              <a:off x="5970471"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2" name="Cube 3451"/>
            <p:cNvSpPr/>
            <p:nvPr/>
          </p:nvSpPr>
          <p:spPr>
            <a:xfrm>
              <a:off x="6288649"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3" name="Cube 3452"/>
            <p:cNvSpPr/>
            <p:nvPr/>
          </p:nvSpPr>
          <p:spPr>
            <a:xfrm>
              <a:off x="6606827"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4" name="Cube 3453"/>
            <p:cNvSpPr/>
            <p:nvPr/>
          </p:nvSpPr>
          <p:spPr>
            <a:xfrm>
              <a:off x="6925006"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5" name="Cube 3454"/>
            <p:cNvSpPr/>
            <p:nvPr/>
          </p:nvSpPr>
          <p:spPr>
            <a:xfrm>
              <a:off x="7243184"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6" name="Cube 3455"/>
            <p:cNvSpPr/>
            <p:nvPr/>
          </p:nvSpPr>
          <p:spPr>
            <a:xfrm>
              <a:off x="7561362"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7" name="Cube 3456"/>
            <p:cNvSpPr/>
            <p:nvPr/>
          </p:nvSpPr>
          <p:spPr>
            <a:xfrm>
              <a:off x="533411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8" name="Cube 3457"/>
            <p:cNvSpPr/>
            <p:nvPr/>
          </p:nvSpPr>
          <p:spPr>
            <a:xfrm>
              <a:off x="565229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9" name="Cube 3458"/>
            <p:cNvSpPr/>
            <p:nvPr/>
          </p:nvSpPr>
          <p:spPr>
            <a:xfrm>
              <a:off x="5970471"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0" name="Cube 3459"/>
            <p:cNvSpPr/>
            <p:nvPr/>
          </p:nvSpPr>
          <p:spPr>
            <a:xfrm>
              <a:off x="6288649"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1" name="Cube 3460"/>
            <p:cNvSpPr/>
            <p:nvPr/>
          </p:nvSpPr>
          <p:spPr>
            <a:xfrm>
              <a:off x="6606827"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2" name="Cube 3461"/>
            <p:cNvSpPr/>
            <p:nvPr/>
          </p:nvSpPr>
          <p:spPr>
            <a:xfrm>
              <a:off x="6925006"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3" name="Cube 3462"/>
            <p:cNvSpPr/>
            <p:nvPr/>
          </p:nvSpPr>
          <p:spPr>
            <a:xfrm>
              <a:off x="724318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4" name="Cube 3463"/>
            <p:cNvSpPr/>
            <p:nvPr/>
          </p:nvSpPr>
          <p:spPr>
            <a:xfrm>
              <a:off x="756136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5" name="Cube 3464"/>
            <p:cNvSpPr/>
            <p:nvPr/>
          </p:nvSpPr>
          <p:spPr>
            <a:xfrm>
              <a:off x="519984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6" name="Cube 3465"/>
            <p:cNvSpPr/>
            <p:nvPr/>
          </p:nvSpPr>
          <p:spPr>
            <a:xfrm>
              <a:off x="551802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7" name="Cube 3466"/>
            <p:cNvSpPr/>
            <p:nvPr/>
          </p:nvSpPr>
          <p:spPr>
            <a:xfrm>
              <a:off x="5836205"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8" name="Cube 3467"/>
            <p:cNvSpPr/>
            <p:nvPr/>
          </p:nvSpPr>
          <p:spPr>
            <a:xfrm>
              <a:off x="6154383"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9" name="Cube 3468"/>
            <p:cNvSpPr/>
            <p:nvPr/>
          </p:nvSpPr>
          <p:spPr>
            <a:xfrm>
              <a:off x="6472561"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0" name="Cube 3469"/>
            <p:cNvSpPr/>
            <p:nvPr/>
          </p:nvSpPr>
          <p:spPr>
            <a:xfrm>
              <a:off x="6790740"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1" name="Cube 3470"/>
            <p:cNvSpPr/>
            <p:nvPr/>
          </p:nvSpPr>
          <p:spPr>
            <a:xfrm>
              <a:off x="710891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2" name="Cube 3471"/>
            <p:cNvSpPr/>
            <p:nvPr/>
          </p:nvSpPr>
          <p:spPr>
            <a:xfrm>
              <a:off x="742709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3" name="Cube 3472"/>
            <p:cNvSpPr/>
            <p:nvPr/>
          </p:nvSpPr>
          <p:spPr>
            <a:xfrm>
              <a:off x="519984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4" name="Cube 3473"/>
            <p:cNvSpPr/>
            <p:nvPr/>
          </p:nvSpPr>
          <p:spPr>
            <a:xfrm>
              <a:off x="551802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5" name="Cube 3474"/>
            <p:cNvSpPr/>
            <p:nvPr/>
          </p:nvSpPr>
          <p:spPr>
            <a:xfrm>
              <a:off x="5836205"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6" name="Cube 3475"/>
            <p:cNvSpPr/>
            <p:nvPr/>
          </p:nvSpPr>
          <p:spPr>
            <a:xfrm>
              <a:off x="6154383"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7" name="Cube 3476"/>
            <p:cNvSpPr/>
            <p:nvPr/>
          </p:nvSpPr>
          <p:spPr>
            <a:xfrm>
              <a:off x="6472561"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8" name="Cube 3477"/>
            <p:cNvSpPr/>
            <p:nvPr/>
          </p:nvSpPr>
          <p:spPr>
            <a:xfrm>
              <a:off x="6790740"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9" name="Cube 3478"/>
            <p:cNvSpPr/>
            <p:nvPr/>
          </p:nvSpPr>
          <p:spPr>
            <a:xfrm>
              <a:off x="710891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0" name="Cube 3479"/>
            <p:cNvSpPr/>
            <p:nvPr/>
          </p:nvSpPr>
          <p:spPr>
            <a:xfrm>
              <a:off x="742709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1" name="Cube 3480"/>
            <p:cNvSpPr/>
            <p:nvPr/>
          </p:nvSpPr>
          <p:spPr>
            <a:xfrm>
              <a:off x="519984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2" name="Cube 3481"/>
            <p:cNvSpPr/>
            <p:nvPr/>
          </p:nvSpPr>
          <p:spPr>
            <a:xfrm>
              <a:off x="551802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3" name="Cube 3482"/>
            <p:cNvSpPr/>
            <p:nvPr/>
          </p:nvSpPr>
          <p:spPr>
            <a:xfrm>
              <a:off x="5836205"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4" name="Cube 3483"/>
            <p:cNvSpPr/>
            <p:nvPr/>
          </p:nvSpPr>
          <p:spPr>
            <a:xfrm>
              <a:off x="6154383"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5" name="Cube 3484"/>
            <p:cNvSpPr/>
            <p:nvPr/>
          </p:nvSpPr>
          <p:spPr>
            <a:xfrm>
              <a:off x="6472561"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6" name="Cube 3485"/>
            <p:cNvSpPr/>
            <p:nvPr/>
          </p:nvSpPr>
          <p:spPr>
            <a:xfrm>
              <a:off x="6790740"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7" name="Cube 3486"/>
            <p:cNvSpPr/>
            <p:nvPr/>
          </p:nvSpPr>
          <p:spPr>
            <a:xfrm>
              <a:off x="710891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8" name="Cube 3487"/>
            <p:cNvSpPr/>
            <p:nvPr/>
          </p:nvSpPr>
          <p:spPr>
            <a:xfrm>
              <a:off x="742709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9" name="Cube 3488"/>
            <p:cNvSpPr/>
            <p:nvPr/>
          </p:nvSpPr>
          <p:spPr>
            <a:xfrm>
              <a:off x="5199848"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0" name="Cube 3489"/>
            <p:cNvSpPr/>
            <p:nvPr/>
          </p:nvSpPr>
          <p:spPr>
            <a:xfrm>
              <a:off x="5518026"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1" name="Cube 3490"/>
            <p:cNvSpPr/>
            <p:nvPr/>
          </p:nvSpPr>
          <p:spPr>
            <a:xfrm>
              <a:off x="5836205"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2" name="Cube 3491"/>
            <p:cNvSpPr/>
            <p:nvPr/>
          </p:nvSpPr>
          <p:spPr>
            <a:xfrm>
              <a:off x="6154383"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3" name="Cube 3492"/>
            <p:cNvSpPr/>
            <p:nvPr/>
          </p:nvSpPr>
          <p:spPr>
            <a:xfrm>
              <a:off x="6472561"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4" name="Cube 3493"/>
            <p:cNvSpPr/>
            <p:nvPr/>
          </p:nvSpPr>
          <p:spPr>
            <a:xfrm>
              <a:off x="6790740"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5" name="Cube 3494"/>
            <p:cNvSpPr/>
            <p:nvPr/>
          </p:nvSpPr>
          <p:spPr>
            <a:xfrm>
              <a:off x="7108918"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6" name="Cube 3495"/>
            <p:cNvSpPr/>
            <p:nvPr/>
          </p:nvSpPr>
          <p:spPr>
            <a:xfrm>
              <a:off x="7427096"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7" name="Cube 3496"/>
            <p:cNvSpPr/>
            <p:nvPr/>
          </p:nvSpPr>
          <p:spPr>
            <a:xfrm>
              <a:off x="5199848"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8" name="Cube 3497"/>
            <p:cNvSpPr/>
            <p:nvPr/>
          </p:nvSpPr>
          <p:spPr>
            <a:xfrm>
              <a:off x="5518026"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9" name="Cube 3498"/>
            <p:cNvSpPr/>
            <p:nvPr/>
          </p:nvSpPr>
          <p:spPr>
            <a:xfrm>
              <a:off x="5836205"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0" name="Cube 3499"/>
            <p:cNvSpPr/>
            <p:nvPr/>
          </p:nvSpPr>
          <p:spPr>
            <a:xfrm>
              <a:off x="6154383"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1" name="Cube 3500"/>
            <p:cNvSpPr/>
            <p:nvPr/>
          </p:nvSpPr>
          <p:spPr>
            <a:xfrm>
              <a:off x="6472561"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2" name="Cube 3501"/>
            <p:cNvSpPr/>
            <p:nvPr/>
          </p:nvSpPr>
          <p:spPr>
            <a:xfrm>
              <a:off x="6790740"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3" name="Cube 3502"/>
            <p:cNvSpPr/>
            <p:nvPr/>
          </p:nvSpPr>
          <p:spPr>
            <a:xfrm>
              <a:off x="7108918"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4" name="Cube 3503"/>
            <p:cNvSpPr/>
            <p:nvPr/>
          </p:nvSpPr>
          <p:spPr>
            <a:xfrm>
              <a:off x="7427096"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5" name="Cube 3504"/>
            <p:cNvSpPr/>
            <p:nvPr/>
          </p:nvSpPr>
          <p:spPr>
            <a:xfrm>
              <a:off x="5199848"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6" name="Cube 3505"/>
            <p:cNvSpPr/>
            <p:nvPr/>
          </p:nvSpPr>
          <p:spPr>
            <a:xfrm>
              <a:off x="5518026"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7" name="Cube 3506"/>
            <p:cNvSpPr/>
            <p:nvPr/>
          </p:nvSpPr>
          <p:spPr>
            <a:xfrm>
              <a:off x="5836205"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8" name="Cube 3507"/>
            <p:cNvSpPr/>
            <p:nvPr/>
          </p:nvSpPr>
          <p:spPr>
            <a:xfrm>
              <a:off x="6154383"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9" name="Cube 3508"/>
            <p:cNvSpPr/>
            <p:nvPr/>
          </p:nvSpPr>
          <p:spPr>
            <a:xfrm>
              <a:off x="6472561"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0" name="Cube 3509"/>
            <p:cNvSpPr/>
            <p:nvPr/>
          </p:nvSpPr>
          <p:spPr>
            <a:xfrm>
              <a:off x="6790740"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1" name="Cube 3510"/>
            <p:cNvSpPr/>
            <p:nvPr/>
          </p:nvSpPr>
          <p:spPr>
            <a:xfrm>
              <a:off x="7108918"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2" name="Cube 3511"/>
            <p:cNvSpPr/>
            <p:nvPr/>
          </p:nvSpPr>
          <p:spPr>
            <a:xfrm>
              <a:off x="7427096"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3" name="Cube 3512"/>
            <p:cNvSpPr/>
            <p:nvPr/>
          </p:nvSpPr>
          <p:spPr>
            <a:xfrm>
              <a:off x="5199848"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4" name="Cube 3513"/>
            <p:cNvSpPr/>
            <p:nvPr/>
          </p:nvSpPr>
          <p:spPr>
            <a:xfrm>
              <a:off x="5518026"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5" name="Cube 3514"/>
            <p:cNvSpPr/>
            <p:nvPr/>
          </p:nvSpPr>
          <p:spPr>
            <a:xfrm>
              <a:off x="5836205"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6" name="Cube 3515"/>
            <p:cNvSpPr/>
            <p:nvPr/>
          </p:nvSpPr>
          <p:spPr>
            <a:xfrm>
              <a:off x="6154383"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7" name="Cube 3516"/>
            <p:cNvSpPr/>
            <p:nvPr/>
          </p:nvSpPr>
          <p:spPr>
            <a:xfrm>
              <a:off x="6472561"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8" name="Cube 3517"/>
            <p:cNvSpPr/>
            <p:nvPr/>
          </p:nvSpPr>
          <p:spPr>
            <a:xfrm>
              <a:off x="6790740"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9" name="Cube 3518"/>
            <p:cNvSpPr/>
            <p:nvPr/>
          </p:nvSpPr>
          <p:spPr>
            <a:xfrm>
              <a:off x="7108918"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0" name="Cube 3519"/>
            <p:cNvSpPr/>
            <p:nvPr/>
          </p:nvSpPr>
          <p:spPr>
            <a:xfrm>
              <a:off x="7427096"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1" name="Cube 3520"/>
            <p:cNvSpPr/>
            <p:nvPr/>
          </p:nvSpPr>
          <p:spPr>
            <a:xfrm>
              <a:off x="5199848"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2" name="Cube 3521"/>
            <p:cNvSpPr/>
            <p:nvPr/>
          </p:nvSpPr>
          <p:spPr>
            <a:xfrm>
              <a:off x="5518026"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3" name="Cube 3522"/>
            <p:cNvSpPr/>
            <p:nvPr/>
          </p:nvSpPr>
          <p:spPr>
            <a:xfrm>
              <a:off x="5836205"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4" name="Cube 3523"/>
            <p:cNvSpPr/>
            <p:nvPr/>
          </p:nvSpPr>
          <p:spPr>
            <a:xfrm>
              <a:off x="6154383"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5" name="Cube 3524"/>
            <p:cNvSpPr/>
            <p:nvPr/>
          </p:nvSpPr>
          <p:spPr>
            <a:xfrm>
              <a:off x="6472561"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6" name="Cube 3525"/>
            <p:cNvSpPr/>
            <p:nvPr/>
          </p:nvSpPr>
          <p:spPr>
            <a:xfrm>
              <a:off x="6790740"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7" name="Cube 3526"/>
            <p:cNvSpPr/>
            <p:nvPr/>
          </p:nvSpPr>
          <p:spPr>
            <a:xfrm>
              <a:off x="7108918"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8" name="Cube 3527"/>
            <p:cNvSpPr/>
            <p:nvPr/>
          </p:nvSpPr>
          <p:spPr>
            <a:xfrm>
              <a:off x="7427096"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9" name="Cube 3528"/>
            <p:cNvSpPr/>
            <p:nvPr/>
          </p:nvSpPr>
          <p:spPr>
            <a:xfrm>
              <a:off x="506558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0" name="Cube 3529"/>
            <p:cNvSpPr/>
            <p:nvPr/>
          </p:nvSpPr>
          <p:spPr>
            <a:xfrm>
              <a:off x="538376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1" name="Cube 3530"/>
            <p:cNvSpPr/>
            <p:nvPr/>
          </p:nvSpPr>
          <p:spPr>
            <a:xfrm>
              <a:off x="5701939"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2" name="Cube 3531"/>
            <p:cNvSpPr/>
            <p:nvPr/>
          </p:nvSpPr>
          <p:spPr>
            <a:xfrm>
              <a:off x="6020117"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3" name="Cube 3532"/>
            <p:cNvSpPr/>
            <p:nvPr/>
          </p:nvSpPr>
          <p:spPr>
            <a:xfrm>
              <a:off x="6338295"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4" name="Cube 3533"/>
            <p:cNvSpPr/>
            <p:nvPr/>
          </p:nvSpPr>
          <p:spPr>
            <a:xfrm>
              <a:off x="6656474"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5" name="Cube 3534"/>
            <p:cNvSpPr/>
            <p:nvPr/>
          </p:nvSpPr>
          <p:spPr>
            <a:xfrm>
              <a:off x="697465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6" name="Cube 3535"/>
            <p:cNvSpPr/>
            <p:nvPr/>
          </p:nvSpPr>
          <p:spPr>
            <a:xfrm>
              <a:off x="729283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7" name="Cube 3536"/>
            <p:cNvSpPr/>
            <p:nvPr/>
          </p:nvSpPr>
          <p:spPr>
            <a:xfrm>
              <a:off x="506558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8" name="Cube 3537"/>
            <p:cNvSpPr/>
            <p:nvPr/>
          </p:nvSpPr>
          <p:spPr>
            <a:xfrm>
              <a:off x="538376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9" name="Cube 3538"/>
            <p:cNvSpPr/>
            <p:nvPr/>
          </p:nvSpPr>
          <p:spPr>
            <a:xfrm>
              <a:off x="5701939"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0" name="Cube 3539"/>
            <p:cNvSpPr/>
            <p:nvPr/>
          </p:nvSpPr>
          <p:spPr>
            <a:xfrm>
              <a:off x="6020117"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1" name="Cube 3540"/>
            <p:cNvSpPr/>
            <p:nvPr/>
          </p:nvSpPr>
          <p:spPr>
            <a:xfrm>
              <a:off x="6338295"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2" name="Cube 3541"/>
            <p:cNvSpPr/>
            <p:nvPr/>
          </p:nvSpPr>
          <p:spPr>
            <a:xfrm>
              <a:off x="6656474"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3" name="Cube 3542"/>
            <p:cNvSpPr/>
            <p:nvPr/>
          </p:nvSpPr>
          <p:spPr>
            <a:xfrm>
              <a:off x="697465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4" name="Cube 3543"/>
            <p:cNvSpPr/>
            <p:nvPr/>
          </p:nvSpPr>
          <p:spPr>
            <a:xfrm>
              <a:off x="729283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5" name="Cube 3544"/>
            <p:cNvSpPr/>
            <p:nvPr/>
          </p:nvSpPr>
          <p:spPr>
            <a:xfrm>
              <a:off x="506558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6" name="Cube 3545"/>
            <p:cNvSpPr/>
            <p:nvPr/>
          </p:nvSpPr>
          <p:spPr>
            <a:xfrm>
              <a:off x="538376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7" name="Cube 3546"/>
            <p:cNvSpPr/>
            <p:nvPr/>
          </p:nvSpPr>
          <p:spPr>
            <a:xfrm>
              <a:off x="5701939"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8" name="Cube 3547"/>
            <p:cNvSpPr/>
            <p:nvPr/>
          </p:nvSpPr>
          <p:spPr>
            <a:xfrm>
              <a:off x="6020117"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9" name="Cube 3548"/>
            <p:cNvSpPr/>
            <p:nvPr/>
          </p:nvSpPr>
          <p:spPr>
            <a:xfrm>
              <a:off x="6338295"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0" name="Cube 3549"/>
            <p:cNvSpPr/>
            <p:nvPr/>
          </p:nvSpPr>
          <p:spPr>
            <a:xfrm>
              <a:off x="6656474"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1" name="Cube 3550"/>
            <p:cNvSpPr/>
            <p:nvPr/>
          </p:nvSpPr>
          <p:spPr>
            <a:xfrm>
              <a:off x="697465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2" name="Cube 3551"/>
            <p:cNvSpPr/>
            <p:nvPr/>
          </p:nvSpPr>
          <p:spPr>
            <a:xfrm>
              <a:off x="729283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3" name="Cube 3552"/>
            <p:cNvSpPr/>
            <p:nvPr/>
          </p:nvSpPr>
          <p:spPr>
            <a:xfrm>
              <a:off x="5065582"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4" name="Cube 3553"/>
            <p:cNvSpPr/>
            <p:nvPr/>
          </p:nvSpPr>
          <p:spPr>
            <a:xfrm>
              <a:off x="5383760"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5" name="Cube 3554"/>
            <p:cNvSpPr/>
            <p:nvPr/>
          </p:nvSpPr>
          <p:spPr>
            <a:xfrm>
              <a:off x="5701939"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6" name="Cube 3555"/>
            <p:cNvSpPr/>
            <p:nvPr/>
          </p:nvSpPr>
          <p:spPr>
            <a:xfrm>
              <a:off x="6020117"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7" name="Cube 3556"/>
            <p:cNvSpPr/>
            <p:nvPr/>
          </p:nvSpPr>
          <p:spPr>
            <a:xfrm>
              <a:off x="6338295"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8" name="Cube 3557"/>
            <p:cNvSpPr/>
            <p:nvPr/>
          </p:nvSpPr>
          <p:spPr>
            <a:xfrm>
              <a:off x="6656474"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9" name="Cube 3558"/>
            <p:cNvSpPr/>
            <p:nvPr/>
          </p:nvSpPr>
          <p:spPr>
            <a:xfrm>
              <a:off x="6974652"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0" name="Cube 3559"/>
            <p:cNvSpPr/>
            <p:nvPr/>
          </p:nvSpPr>
          <p:spPr>
            <a:xfrm>
              <a:off x="7292830"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1" name="Cube 3560"/>
            <p:cNvSpPr/>
            <p:nvPr/>
          </p:nvSpPr>
          <p:spPr>
            <a:xfrm>
              <a:off x="5065582"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2" name="Cube 3561"/>
            <p:cNvSpPr/>
            <p:nvPr/>
          </p:nvSpPr>
          <p:spPr>
            <a:xfrm>
              <a:off x="5383760"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3" name="Cube 3562"/>
            <p:cNvSpPr/>
            <p:nvPr/>
          </p:nvSpPr>
          <p:spPr>
            <a:xfrm>
              <a:off x="5701939"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4" name="Cube 3563"/>
            <p:cNvSpPr/>
            <p:nvPr/>
          </p:nvSpPr>
          <p:spPr>
            <a:xfrm>
              <a:off x="6020117"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5" name="Cube 3564"/>
            <p:cNvSpPr/>
            <p:nvPr/>
          </p:nvSpPr>
          <p:spPr>
            <a:xfrm>
              <a:off x="6338295"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6" name="Cube 3565"/>
            <p:cNvSpPr/>
            <p:nvPr/>
          </p:nvSpPr>
          <p:spPr>
            <a:xfrm>
              <a:off x="6656474"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7" name="Cube 3566"/>
            <p:cNvSpPr/>
            <p:nvPr/>
          </p:nvSpPr>
          <p:spPr>
            <a:xfrm>
              <a:off x="6974652"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8" name="Cube 3567"/>
            <p:cNvSpPr/>
            <p:nvPr/>
          </p:nvSpPr>
          <p:spPr>
            <a:xfrm>
              <a:off x="7292830"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9" name="Cube 3568"/>
            <p:cNvSpPr/>
            <p:nvPr/>
          </p:nvSpPr>
          <p:spPr>
            <a:xfrm>
              <a:off x="5065582"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0" name="Cube 3569"/>
            <p:cNvSpPr/>
            <p:nvPr/>
          </p:nvSpPr>
          <p:spPr>
            <a:xfrm>
              <a:off x="5383760"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1" name="Cube 3570"/>
            <p:cNvSpPr/>
            <p:nvPr/>
          </p:nvSpPr>
          <p:spPr>
            <a:xfrm>
              <a:off x="5701939"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2" name="Cube 3571"/>
            <p:cNvSpPr/>
            <p:nvPr/>
          </p:nvSpPr>
          <p:spPr>
            <a:xfrm>
              <a:off x="6020117"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3" name="Cube 3572"/>
            <p:cNvSpPr/>
            <p:nvPr/>
          </p:nvSpPr>
          <p:spPr>
            <a:xfrm>
              <a:off x="6338295"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4" name="Cube 3573"/>
            <p:cNvSpPr/>
            <p:nvPr/>
          </p:nvSpPr>
          <p:spPr>
            <a:xfrm>
              <a:off x="6656474"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5" name="Cube 3574"/>
            <p:cNvSpPr/>
            <p:nvPr/>
          </p:nvSpPr>
          <p:spPr>
            <a:xfrm>
              <a:off x="6974652"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6" name="Cube 3575"/>
            <p:cNvSpPr/>
            <p:nvPr/>
          </p:nvSpPr>
          <p:spPr>
            <a:xfrm>
              <a:off x="7292830"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7" name="Cube 3576"/>
            <p:cNvSpPr/>
            <p:nvPr/>
          </p:nvSpPr>
          <p:spPr>
            <a:xfrm>
              <a:off x="5065582"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8" name="Cube 3577"/>
            <p:cNvSpPr/>
            <p:nvPr/>
          </p:nvSpPr>
          <p:spPr>
            <a:xfrm>
              <a:off x="5383760"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9" name="Cube 3578"/>
            <p:cNvSpPr/>
            <p:nvPr/>
          </p:nvSpPr>
          <p:spPr>
            <a:xfrm>
              <a:off x="5701939"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0" name="Cube 3579"/>
            <p:cNvSpPr/>
            <p:nvPr/>
          </p:nvSpPr>
          <p:spPr>
            <a:xfrm>
              <a:off x="6020117"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1" name="Cube 3580"/>
            <p:cNvSpPr/>
            <p:nvPr/>
          </p:nvSpPr>
          <p:spPr>
            <a:xfrm>
              <a:off x="6338295"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2" name="Cube 3581"/>
            <p:cNvSpPr/>
            <p:nvPr/>
          </p:nvSpPr>
          <p:spPr>
            <a:xfrm>
              <a:off x="6656474"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3" name="Cube 3582"/>
            <p:cNvSpPr/>
            <p:nvPr/>
          </p:nvSpPr>
          <p:spPr>
            <a:xfrm>
              <a:off x="6974652"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4" name="Cube 3583"/>
            <p:cNvSpPr/>
            <p:nvPr/>
          </p:nvSpPr>
          <p:spPr>
            <a:xfrm>
              <a:off x="7292830"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5" name="Cube 3584"/>
            <p:cNvSpPr/>
            <p:nvPr/>
          </p:nvSpPr>
          <p:spPr>
            <a:xfrm>
              <a:off x="5065582"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6" name="Cube 3585"/>
            <p:cNvSpPr/>
            <p:nvPr/>
          </p:nvSpPr>
          <p:spPr>
            <a:xfrm>
              <a:off x="5383760"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7" name="Cube 3586"/>
            <p:cNvSpPr/>
            <p:nvPr/>
          </p:nvSpPr>
          <p:spPr>
            <a:xfrm>
              <a:off x="5701939"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8" name="Cube 3587"/>
            <p:cNvSpPr/>
            <p:nvPr/>
          </p:nvSpPr>
          <p:spPr>
            <a:xfrm>
              <a:off x="6020117"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9" name="Cube 3588"/>
            <p:cNvSpPr/>
            <p:nvPr/>
          </p:nvSpPr>
          <p:spPr>
            <a:xfrm>
              <a:off x="6338295"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0" name="Cube 3589"/>
            <p:cNvSpPr/>
            <p:nvPr/>
          </p:nvSpPr>
          <p:spPr>
            <a:xfrm>
              <a:off x="6656474"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1" name="Cube 3590"/>
            <p:cNvSpPr/>
            <p:nvPr/>
          </p:nvSpPr>
          <p:spPr>
            <a:xfrm>
              <a:off x="6974652"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2" name="Cube 3591"/>
            <p:cNvSpPr/>
            <p:nvPr/>
          </p:nvSpPr>
          <p:spPr>
            <a:xfrm>
              <a:off x="7292830"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3" name="Cube 3592"/>
            <p:cNvSpPr/>
            <p:nvPr/>
          </p:nvSpPr>
          <p:spPr>
            <a:xfrm>
              <a:off x="493131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4" name="Cube 3593"/>
            <p:cNvSpPr/>
            <p:nvPr/>
          </p:nvSpPr>
          <p:spPr>
            <a:xfrm>
              <a:off x="524949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5" name="Cube 3594"/>
            <p:cNvSpPr/>
            <p:nvPr/>
          </p:nvSpPr>
          <p:spPr>
            <a:xfrm>
              <a:off x="5567673"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6" name="Cube 3595"/>
            <p:cNvSpPr/>
            <p:nvPr/>
          </p:nvSpPr>
          <p:spPr>
            <a:xfrm>
              <a:off x="5885851"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7" name="Cube 3596"/>
            <p:cNvSpPr/>
            <p:nvPr/>
          </p:nvSpPr>
          <p:spPr>
            <a:xfrm>
              <a:off x="6204029"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8" name="Cube 3597"/>
            <p:cNvSpPr/>
            <p:nvPr/>
          </p:nvSpPr>
          <p:spPr>
            <a:xfrm>
              <a:off x="6522208"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9" name="Cube 3598"/>
            <p:cNvSpPr/>
            <p:nvPr/>
          </p:nvSpPr>
          <p:spPr>
            <a:xfrm>
              <a:off x="684038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0" name="Cube 3599"/>
            <p:cNvSpPr/>
            <p:nvPr/>
          </p:nvSpPr>
          <p:spPr>
            <a:xfrm>
              <a:off x="715856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1" name="Cube 3600"/>
            <p:cNvSpPr/>
            <p:nvPr/>
          </p:nvSpPr>
          <p:spPr>
            <a:xfrm>
              <a:off x="493131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2" name="Cube 3601"/>
            <p:cNvSpPr/>
            <p:nvPr/>
          </p:nvSpPr>
          <p:spPr>
            <a:xfrm>
              <a:off x="524949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3" name="Cube 3602"/>
            <p:cNvSpPr/>
            <p:nvPr/>
          </p:nvSpPr>
          <p:spPr>
            <a:xfrm>
              <a:off x="5567673"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4" name="Cube 3603"/>
            <p:cNvSpPr/>
            <p:nvPr/>
          </p:nvSpPr>
          <p:spPr>
            <a:xfrm>
              <a:off x="5885851"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5" name="Cube 3604"/>
            <p:cNvSpPr/>
            <p:nvPr/>
          </p:nvSpPr>
          <p:spPr>
            <a:xfrm>
              <a:off x="6204029"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6" name="Cube 3605"/>
            <p:cNvSpPr/>
            <p:nvPr/>
          </p:nvSpPr>
          <p:spPr>
            <a:xfrm>
              <a:off x="6522208"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7" name="Cube 3606"/>
            <p:cNvSpPr/>
            <p:nvPr/>
          </p:nvSpPr>
          <p:spPr>
            <a:xfrm>
              <a:off x="684038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8" name="Cube 3607"/>
            <p:cNvSpPr/>
            <p:nvPr/>
          </p:nvSpPr>
          <p:spPr>
            <a:xfrm>
              <a:off x="715856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9" name="Cube 3608"/>
            <p:cNvSpPr/>
            <p:nvPr/>
          </p:nvSpPr>
          <p:spPr>
            <a:xfrm>
              <a:off x="493131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0" name="Cube 3609"/>
            <p:cNvSpPr/>
            <p:nvPr/>
          </p:nvSpPr>
          <p:spPr>
            <a:xfrm>
              <a:off x="524949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1" name="Cube 3610"/>
            <p:cNvSpPr/>
            <p:nvPr/>
          </p:nvSpPr>
          <p:spPr>
            <a:xfrm>
              <a:off x="5567673"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2" name="Cube 3611"/>
            <p:cNvSpPr/>
            <p:nvPr/>
          </p:nvSpPr>
          <p:spPr>
            <a:xfrm>
              <a:off x="5885851"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3" name="Cube 3612"/>
            <p:cNvSpPr/>
            <p:nvPr/>
          </p:nvSpPr>
          <p:spPr>
            <a:xfrm>
              <a:off x="6204029"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4" name="Cube 3613"/>
            <p:cNvSpPr/>
            <p:nvPr/>
          </p:nvSpPr>
          <p:spPr>
            <a:xfrm>
              <a:off x="6522208"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5" name="Cube 3614"/>
            <p:cNvSpPr/>
            <p:nvPr/>
          </p:nvSpPr>
          <p:spPr>
            <a:xfrm>
              <a:off x="684038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6" name="Cube 3615"/>
            <p:cNvSpPr/>
            <p:nvPr/>
          </p:nvSpPr>
          <p:spPr>
            <a:xfrm>
              <a:off x="715856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7" name="Cube 3616"/>
            <p:cNvSpPr/>
            <p:nvPr/>
          </p:nvSpPr>
          <p:spPr>
            <a:xfrm>
              <a:off x="493131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8" name="Cube 3617"/>
            <p:cNvSpPr/>
            <p:nvPr/>
          </p:nvSpPr>
          <p:spPr>
            <a:xfrm>
              <a:off x="524949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9" name="Cube 3618"/>
            <p:cNvSpPr/>
            <p:nvPr/>
          </p:nvSpPr>
          <p:spPr>
            <a:xfrm>
              <a:off x="5567673"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0" name="Cube 3619"/>
            <p:cNvSpPr/>
            <p:nvPr/>
          </p:nvSpPr>
          <p:spPr>
            <a:xfrm>
              <a:off x="5885851"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1" name="Cube 3620"/>
            <p:cNvSpPr/>
            <p:nvPr/>
          </p:nvSpPr>
          <p:spPr>
            <a:xfrm>
              <a:off x="6204029"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2" name="Cube 3621"/>
            <p:cNvSpPr/>
            <p:nvPr/>
          </p:nvSpPr>
          <p:spPr>
            <a:xfrm>
              <a:off x="6522208"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3" name="Cube 3622"/>
            <p:cNvSpPr/>
            <p:nvPr/>
          </p:nvSpPr>
          <p:spPr>
            <a:xfrm>
              <a:off x="684038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4" name="Cube 3623"/>
            <p:cNvSpPr/>
            <p:nvPr/>
          </p:nvSpPr>
          <p:spPr>
            <a:xfrm>
              <a:off x="715856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5" name="Cube 3624"/>
            <p:cNvSpPr/>
            <p:nvPr/>
          </p:nvSpPr>
          <p:spPr>
            <a:xfrm>
              <a:off x="4931316"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6" name="Cube 3625"/>
            <p:cNvSpPr/>
            <p:nvPr/>
          </p:nvSpPr>
          <p:spPr>
            <a:xfrm>
              <a:off x="5249494"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7" name="Cube 3626"/>
            <p:cNvSpPr/>
            <p:nvPr/>
          </p:nvSpPr>
          <p:spPr>
            <a:xfrm>
              <a:off x="5567673"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8" name="Cube 3627"/>
            <p:cNvSpPr/>
            <p:nvPr/>
          </p:nvSpPr>
          <p:spPr>
            <a:xfrm>
              <a:off x="5885851"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9" name="Cube 3628"/>
            <p:cNvSpPr/>
            <p:nvPr/>
          </p:nvSpPr>
          <p:spPr>
            <a:xfrm>
              <a:off x="6204029"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0" name="Cube 3629"/>
            <p:cNvSpPr/>
            <p:nvPr/>
          </p:nvSpPr>
          <p:spPr>
            <a:xfrm>
              <a:off x="6522208"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1" name="Cube 3630"/>
            <p:cNvSpPr/>
            <p:nvPr/>
          </p:nvSpPr>
          <p:spPr>
            <a:xfrm>
              <a:off x="6840386"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2" name="Cube 3631"/>
            <p:cNvSpPr/>
            <p:nvPr/>
          </p:nvSpPr>
          <p:spPr>
            <a:xfrm>
              <a:off x="7158564"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3" name="Cube 3632"/>
            <p:cNvSpPr/>
            <p:nvPr/>
          </p:nvSpPr>
          <p:spPr>
            <a:xfrm>
              <a:off x="4931316"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4" name="Cube 3633"/>
            <p:cNvSpPr/>
            <p:nvPr/>
          </p:nvSpPr>
          <p:spPr>
            <a:xfrm>
              <a:off x="5249494"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5" name="Cube 3634"/>
            <p:cNvSpPr/>
            <p:nvPr/>
          </p:nvSpPr>
          <p:spPr>
            <a:xfrm>
              <a:off x="5567673"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6" name="Cube 3635"/>
            <p:cNvSpPr/>
            <p:nvPr/>
          </p:nvSpPr>
          <p:spPr>
            <a:xfrm>
              <a:off x="5885851"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7" name="Cube 3636"/>
            <p:cNvSpPr/>
            <p:nvPr/>
          </p:nvSpPr>
          <p:spPr>
            <a:xfrm>
              <a:off x="6204029"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8" name="Cube 3637"/>
            <p:cNvSpPr/>
            <p:nvPr/>
          </p:nvSpPr>
          <p:spPr>
            <a:xfrm>
              <a:off x="6522208"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9" name="Cube 3638"/>
            <p:cNvSpPr/>
            <p:nvPr/>
          </p:nvSpPr>
          <p:spPr>
            <a:xfrm>
              <a:off x="6840386"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0" name="Cube 3639"/>
            <p:cNvSpPr/>
            <p:nvPr/>
          </p:nvSpPr>
          <p:spPr>
            <a:xfrm>
              <a:off x="7158564"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1" name="Cube 3640"/>
            <p:cNvSpPr/>
            <p:nvPr/>
          </p:nvSpPr>
          <p:spPr>
            <a:xfrm>
              <a:off x="4931316"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2" name="Cube 3641"/>
            <p:cNvSpPr/>
            <p:nvPr/>
          </p:nvSpPr>
          <p:spPr>
            <a:xfrm>
              <a:off x="5249494"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3" name="Cube 3642"/>
            <p:cNvSpPr/>
            <p:nvPr/>
          </p:nvSpPr>
          <p:spPr>
            <a:xfrm>
              <a:off x="5567673"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4" name="Cube 3643"/>
            <p:cNvSpPr/>
            <p:nvPr/>
          </p:nvSpPr>
          <p:spPr>
            <a:xfrm>
              <a:off x="5885851"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5" name="Cube 3644"/>
            <p:cNvSpPr/>
            <p:nvPr/>
          </p:nvSpPr>
          <p:spPr>
            <a:xfrm>
              <a:off x="6204029"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6" name="Cube 3645"/>
            <p:cNvSpPr/>
            <p:nvPr/>
          </p:nvSpPr>
          <p:spPr>
            <a:xfrm>
              <a:off x="6522208"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7" name="Cube 3646"/>
            <p:cNvSpPr/>
            <p:nvPr/>
          </p:nvSpPr>
          <p:spPr>
            <a:xfrm>
              <a:off x="6840386"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8" name="Cube 3647"/>
            <p:cNvSpPr/>
            <p:nvPr/>
          </p:nvSpPr>
          <p:spPr>
            <a:xfrm>
              <a:off x="7158564"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9" name="Cube 3648"/>
            <p:cNvSpPr/>
            <p:nvPr/>
          </p:nvSpPr>
          <p:spPr>
            <a:xfrm>
              <a:off x="4931316" y="240446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0" name="Cube 3649"/>
            <p:cNvSpPr/>
            <p:nvPr/>
          </p:nvSpPr>
          <p:spPr>
            <a:xfrm>
              <a:off x="5249494" y="240446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1" name="Cube 3650"/>
            <p:cNvSpPr/>
            <p:nvPr/>
          </p:nvSpPr>
          <p:spPr>
            <a:xfrm>
              <a:off x="5567673" y="240446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2" name="Cube 3651"/>
            <p:cNvSpPr/>
            <p:nvPr/>
          </p:nvSpPr>
          <p:spPr>
            <a:xfrm>
              <a:off x="5885851" y="2404461"/>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3" name="Cube 3652"/>
            <p:cNvSpPr/>
            <p:nvPr/>
          </p:nvSpPr>
          <p:spPr>
            <a:xfrm>
              <a:off x="6204029"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4" name="Cube 3653"/>
            <p:cNvSpPr/>
            <p:nvPr/>
          </p:nvSpPr>
          <p:spPr>
            <a:xfrm>
              <a:off x="6522208"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5" name="Cube 3654"/>
            <p:cNvSpPr/>
            <p:nvPr/>
          </p:nvSpPr>
          <p:spPr>
            <a:xfrm>
              <a:off x="6840386"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6" name="Cube 3655"/>
            <p:cNvSpPr/>
            <p:nvPr/>
          </p:nvSpPr>
          <p:spPr>
            <a:xfrm>
              <a:off x="7158564"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7" name="Cube 3656"/>
            <p:cNvSpPr/>
            <p:nvPr/>
          </p:nvSpPr>
          <p:spPr>
            <a:xfrm>
              <a:off x="479705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8" name="Cube 3657"/>
            <p:cNvSpPr/>
            <p:nvPr/>
          </p:nvSpPr>
          <p:spPr>
            <a:xfrm>
              <a:off x="511522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9" name="Cube 3658"/>
            <p:cNvSpPr/>
            <p:nvPr/>
          </p:nvSpPr>
          <p:spPr>
            <a:xfrm>
              <a:off x="5433407"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0" name="Cube 3659"/>
            <p:cNvSpPr/>
            <p:nvPr/>
          </p:nvSpPr>
          <p:spPr>
            <a:xfrm>
              <a:off x="5751585"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1" name="Cube 3660"/>
            <p:cNvSpPr/>
            <p:nvPr/>
          </p:nvSpPr>
          <p:spPr>
            <a:xfrm>
              <a:off x="6069763"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2" name="Cube 3661"/>
            <p:cNvSpPr/>
            <p:nvPr/>
          </p:nvSpPr>
          <p:spPr>
            <a:xfrm>
              <a:off x="6387942"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3" name="Cube 3662"/>
            <p:cNvSpPr/>
            <p:nvPr/>
          </p:nvSpPr>
          <p:spPr>
            <a:xfrm>
              <a:off x="670612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4" name="Cube 3663"/>
            <p:cNvSpPr/>
            <p:nvPr/>
          </p:nvSpPr>
          <p:spPr>
            <a:xfrm>
              <a:off x="702429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5" name="Cube 3664"/>
            <p:cNvSpPr/>
            <p:nvPr/>
          </p:nvSpPr>
          <p:spPr>
            <a:xfrm>
              <a:off x="479705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6" name="Cube 3665"/>
            <p:cNvSpPr/>
            <p:nvPr/>
          </p:nvSpPr>
          <p:spPr>
            <a:xfrm>
              <a:off x="511522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7" name="Cube 3666"/>
            <p:cNvSpPr/>
            <p:nvPr/>
          </p:nvSpPr>
          <p:spPr>
            <a:xfrm>
              <a:off x="5433407"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8" name="Cube 3667"/>
            <p:cNvSpPr/>
            <p:nvPr/>
          </p:nvSpPr>
          <p:spPr>
            <a:xfrm>
              <a:off x="5751585"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9" name="Cube 3668"/>
            <p:cNvSpPr/>
            <p:nvPr/>
          </p:nvSpPr>
          <p:spPr>
            <a:xfrm>
              <a:off x="6069763"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0" name="Cube 3669"/>
            <p:cNvSpPr/>
            <p:nvPr/>
          </p:nvSpPr>
          <p:spPr>
            <a:xfrm>
              <a:off x="6387942"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1" name="Cube 3670"/>
            <p:cNvSpPr/>
            <p:nvPr/>
          </p:nvSpPr>
          <p:spPr>
            <a:xfrm>
              <a:off x="670612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2" name="Cube 3671"/>
            <p:cNvSpPr/>
            <p:nvPr/>
          </p:nvSpPr>
          <p:spPr>
            <a:xfrm>
              <a:off x="702429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3" name="Cube 3672"/>
            <p:cNvSpPr/>
            <p:nvPr/>
          </p:nvSpPr>
          <p:spPr>
            <a:xfrm>
              <a:off x="479705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4" name="Cube 3673"/>
            <p:cNvSpPr/>
            <p:nvPr/>
          </p:nvSpPr>
          <p:spPr>
            <a:xfrm>
              <a:off x="511522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5" name="Cube 3674"/>
            <p:cNvSpPr/>
            <p:nvPr/>
          </p:nvSpPr>
          <p:spPr>
            <a:xfrm>
              <a:off x="5433407"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6" name="Cube 3675"/>
            <p:cNvSpPr/>
            <p:nvPr/>
          </p:nvSpPr>
          <p:spPr>
            <a:xfrm>
              <a:off x="5751585"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7" name="Cube 3676"/>
            <p:cNvSpPr/>
            <p:nvPr/>
          </p:nvSpPr>
          <p:spPr>
            <a:xfrm>
              <a:off x="6069763"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8" name="Cube 3677"/>
            <p:cNvSpPr/>
            <p:nvPr/>
          </p:nvSpPr>
          <p:spPr>
            <a:xfrm>
              <a:off x="6387942"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9" name="Cube 3678"/>
            <p:cNvSpPr/>
            <p:nvPr/>
          </p:nvSpPr>
          <p:spPr>
            <a:xfrm>
              <a:off x="670612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0" name="Cube 3679"/>
            <p:cNvSpPr/>
            <p:nvPr/>
          </p:nvSpPr>
          <p:spPr>
            <a:xfrm>
              <a:off x="702429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1" name="Cube 3680"/>
            <p:cNvSpPr/>
            <p:nvPr/>
          </p:nvSpPr>
          <p:spPr>
            <a:xfrm>
              <a:off x="479705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2" name="Cube 3681"/>
            <p:cNvSpPr/>
            <p:nvPr/>
          </p:nvSpPr>
          <p:spPr>
            <a:xfrm>
              <a:off x="511522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3" name="Cube 3682"/>
            <p:cNvSpPr/>
            <p:nvPr/>
          </p:nvSpPr>
          <p:spPr>
            <a:xfrm>
              <a:off x="5433407"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4" name="Cube 3683"/>
            <p:cNvSpPr/>
            <p:nvPr/>
          </p:nvSpPr>
          <p:spPr>
            <a:xfrm>
              <a:off x="5751585"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5" name="Cube 3684"/>
            <p:cNvSpPr/>
            <p:nvPr/>
          </p:nvSpPr>
          <p:spPr>
            <a:xfrm>
              <a:off x="6069763"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6" name="Cube 3685"/>
            <p:cNvSpPr/>
            <p:nvPr/>
          </p:nvSpPr>
          <p:spPr>
            <a:xfrm>
              <a:off x="6387942"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7" name="Cube 3686"/>
            <p:cNvSpPr/>
            <p:nvPr/>
          </p:nvSpPr>
          <p:spPr>
            <a:xfrm>
              <a:off x="670612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8" name="Cube 3687"/>
            <p:cNvSpPr/>
            <p:nvPr/>
          </p:nvSpPr>
          <p:spPr>
            <a:xfrm>
              <a:off x="702429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9" name="Cube 3688"/>
            <p:cNvSpPr/>
            <p:nvPr/>
          </p:nvSpPr>
          <p:spPr>
            <a:xfrm>
              <a:off x="4797050"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0" name="Cube 3689"/>
            <p:cNvSpPr/>
            <p:nvPr/>
          </p:nvSpPr>
          <p:spPr>
            <a:xfrm>
              <a:off x="5115228"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1" name="Cube 3690"/>
            <p:cNvSpPr/>
            <p:nvPr/>
          </p:nvSpPr>
          <p:spPr>
            <a:xfrm>
              <a:off x="5433407"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2" name="Cube 3691"/>
            <p:cNvSpPr/>
            <p:nvPr/>
          </p:nvSpPr>
          <p:spPr>
            <a:xfrm>
              <a:off x="5751585"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3" name="Cube 3692"/>
            <p:cNvSpPr/>
            <p:nvPr/>
          </p:nvSpPr>
          <p:spPr>
            <a:xfrm>
              <a:off x="6069763"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4" name="Cube 3693"/>
            <p:cNvSpPr/>
            <p:nvPr/>
          </p:nvSpPr>
          <p:spPr>
            <a:xfrm>
              <a:off x="6387942"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5" name="Cube 3694"/>
            <p:cNvSpPr/>
            <p:nvPr/>
          </p:nvSpPr>
          <p:spPr>
            <a:xfrm>
              <a:off x="6706120"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6" name="Cube 3695"/>
            <p:cNvSpPr/>
            <p:nvPr/>
          </p:nvSpPr>
          <p:spPr>
            <a:xfrm>
              <a:off x="7024298"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7" name="Cube 3696"/>
            <p:cNvSpPr/>
            <p:nvPr/>
          </p:nvSpPr>
          <p:spPr>
            <a:xfrm>
              <a:off x="4797050"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8" name="Cube 3697"/>
            <p:cNvSpPr/>
            <p:nvPr/>
          </p:nvSpPr>
          <p:spPr>
            <a:xfrm>
              <a:off x="5115228"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9" name="Cube 3698"/>
            <p:cNvSpPr/>
            <p:nvPr/>
          </p:nvSpPr>
          <p:spPr>
            <a:xfrm>
              <a:off x="5433407"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0" name="Cube 3699"/>
            <p:cNvSpPr/>
            <p:nvPr/>
          </p:nvSpPr>
          <p:spPr>
            <a:xfrm>
              <a:off x="5751585"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1" name="Cube 3700"/>
            <p:cNvSpPr/>
            <p:nvPr/>
          </p:nvSpPr>
          <p:spPr>
            <a:xfrm>
              <a:off x="6069763"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2" name="Cube 3701"/>
            <p:cNvSpPr/>
            <p:nvPr/>
          </p:nvSpPr>
          <p:spPr>
            <a:xfrm>
              <a:off x="6387942"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3" name="Cube 3702"/>
            <p:cNvSpPr/>
            <p:nvPr/>
          </p:nvSpPr>
          <p:spPr>
            <a:xfrm>
              <a:off x="6706120"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4" name="Cube 3703"/>
            <p:cNvSpPr/>
            <p:nvPr/>
          </p:nvSpPr>
          <p:spPr>
            <a:xfrm>
              <a:off x="7024298"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5" name="Cube 3704"/>
            <p:cNvSpPr/>
            <p:nvPr/>
          </p:nvSpPr>
          <p:spPr>
            <a:xfrm>
              <a:off x="4797050"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6" name="Cube 3705"/>
            <p:cNvSpPr/>
            <p:nvPr/>
          </p:nvSpPr>
          <p:spPr>
            <a:xfrm>
              <a:off x="5115228"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7" name="Cube 3706"/>
            <p:cNvSpPr/>
            <p:nvPr/>
          </p:nvSpPr>
          <p:spPr>
            <a:xfrm>
              <a:off x="5433407"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8" name="Cube 3707"/>
            <p:cNvSpPr/>
            <p:nvPr/>
          </p:nvSpPr>
          <p:spPr>
            <a:xfrm>
              <a:off x="5751585"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9" name="Cube 3708"/>
            <p:cNvSpPr/>
            <p:nvPr/>
          </p:nvSpPr>
          <p:spPr>
            <a:xfrm>
              <a:off x="6069763"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0" name="Cube 3709"/>
            <p:cNvSpPr/>
            <p:nvPr/>
          </p:nvSpPr>
          <p:spPr>
            <a:xfrm>
              <a:off x="6387942"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1" name="Cube 3710"/>
            <p:cNvSpPr/>
            <p:nvPr/>
          </p:nvSpPr>
          <p:spPr>
            <a:xfrm>
              <a:off x="6706120"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2" name="Cube 3711"/>
            <p:cNvSpPr/>
            <p:nvPr/>
          </p:nvSpPr>
          <p:spPr>
            <a:xfrm>
              <a:off x="7024298"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3" name="Cube 3712"/>
            <p:cNvSpPr/>
            <p:nvPr/>
          </p:nvSpPr>
          <p:spPr>
            <a:xfrm>
              <a:off x="4797050"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4" name="Cube 3713"/>
            <p:cNvSpPr/>
            <p:nvPr/>
          </p:nvSpPr>
          <p:spPr>
            <a:xfrm>
              <a:off x="5115228"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5" name="Cube 3714"/>
            <p:cNvSpPr/>
            <p:nvPr/>
          </p:nvSpPr>
          <p:spPr>
            <a:xfrm>
              <a:off x="5433407"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6" name="Cube 3715"/>
            <p:cNvSpPr/>
            <p:nvPr/>
          </p:nvSpPr>
          <p:spPr>
            <a:xfrm>
              <a:off x="5751585"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7" name="Cube 3716"/>
            <p:cNvSpPr/>
            <p:nvPr/>
          </p:nvSpPr>
          <p:spPr>
            <a:xfrm>
              <a:off x="6069763"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8" name="Cube 3717"/>
            <p:cNvSpPr/>
            <p:nvPr/>
          </p:nvSpPr>
          <p:spPr>
            <a:xfrm>
              <a:off x="6387942"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9" name="Cube 3718"/>
            <p:cNvSpPr/>
            <p:nvPr/>
          </p:nvSpPr>
          <p:spPr>
            <a:xfrm>
              <a:off x="6706120"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0" name="Cube 3719"/>
            <p:cNvSpPr/>
            <p:nvPr/>
          </p:nvSpPr>
          <p:spPr>
            <a:xfrm>
              <a:off x="7024298"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707" name="Group 706"/>
            <p:cNvGrpSpPr/>
            <p:nvPr/>
          </p:nvGrpSpPr>
          <p:grpSpPr>
            <a:xfrm>
              <a:off x="5022050" y="2321694"/>
              <a:ext cx="1005840" cy="274320"/>
              <a:chOff x="4831502" y="2403182"/>
              <a:chExt cx="997448" cy="377559"/>
            </a:xfrm>
          </p:grpSpPr>
          <p:sp>
            <p:nvSpPr>
              <p:cNvPr id="723" name="Freeform 722"/>
              <p:cNvSpPr>
                <a:spLocks noChangeAspect="1"/>
              </p:cNvSpPr>
              <p:nvPr/>
            </p:nvSpPr>
            <p:spPr>
              <a:xfrm>
                <a:off x="4831502"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24" name="Freeform 723"/>
              <p:cNvSpPr>
                <a:spLocks noChangeAspect="1"/>
              </p:cNvSpPr>
              <p:nvPr/>
            </p:nvSpPr>
            <p:spPr>
              <a:xfrm>
                <a:off x="5148745"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25" name="Freeform 724"/>
              <p:cNvSpPr>
                <a:spLocks noChangeAspect="1"/>
              </p:cNvSpPr>
              <p:nvPr/>
            </p:nvSpPr>
            <p:spPr>
              <a:xfrm>
                <a:off x="5465988"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26" name="Freeform 725"/>
              <p:cNvSpPr>
                <a:spLocks noChangeAspect="1"/>
              </p:cNvSpPr>
              <p:nvPr/>
            </p:nvSpPr>
            <p:spPr>
              <a:xfrm>
                <a:off x="5783230" y="2403182"/>
                <a:ext cx="45720" cy="377559"/>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727" name="Cube 726"/>
            <p:cNvSpPr/>
            <p:nvPr/>
          </p:nvSpPr>
          <p:spPr>
            <a:xfrm>
              <a:off x="4790654" y="252412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8" name="Cube 727"/>
            <p:cNvSpPr/>
            <p:nvPr/>
          </p:nvSpPr>
          <p:spPr>
            <a:xfrm>
              <a:off x="5108832" y="252412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9" name="Cube 728"/>
            <p:cNvSpPr/>
            <p:nvPr/>
          </p:nvSpPr>
          <p:spPr>
            <a:xfrm>
              <a:off x="5427011" y="252412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0" name="Cube 729"/>
            <p:cNvSpPr/>
            <p:nvPr/>
          </p:nvSpPr>
          <p:spPr>
            <a:xfrm>
              <a:off x="5745189" y="252412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715" name="TextBox 714">
            <a:extLst>
              <a:ext uri="{FF2B5EF4-FFF2-40B4-BE49-F238E27FC236}">
                <a16:creationId xmlns:a16="http://schemas.microsoft.com/office/drawing/2014/main" id="{29E5D5CD-64C6-454B-A3C7-5AD1000B5462}"/>
              </a:ext>
            </a:extLst>
          </p:cNvPr>
          <p:cNvSpPr txBox="1"/>
          <p:nvPr/>
        </p:nvSpPr>
        <p:spPr>
          <a:xfrm>
            <a:off x="594023" y="4826615"/>
            <a:ext cx="2105774" cy="954107"/>
          </a:xfrm>
          <a:prstGeom prst="rect">
            <a:avLst/>
          </a:prstGeom>
          <a:noFill/>
        </p:spPr>
        <p:txBody>
          <a:bodyPr wrap="square" rtlCol="0">
            <a:spAutoFit/>
          </a:bodyPr>
          <a:lstStyle/>
          <a:p>
            <a:pPr algn="ctr"/>
            <a:r>
              <a:rPr lang="en-US" sz="1400" u="sng" dirty="0"/>
              <a:t>Solution:</a:t>
            </a:r>
          </a:p>
          <a:p>
            <a:pPr algn="ctr"/>
            <a:r>
              <a:rPr lang="en-US" sz="1400" dirty="0"/>
              <a:t>Only store the three input planes needed by the output plane at a time</a:t>
            </a:r>
          </a:p>
        </p:txBody>
      </p:sp>
      <p:sp>
        <p:nvSpPr>
          <p:cNvPr id="716" name="TextBox 715">
            <a:extLst>
              <a:ext uri="{FF2B5EF4-FFF2-40B4-BE49-F238E27FC236}">
                <a16:creationId xmlns:a16="http://schemas.microsoft.com/office/drawing/2014/main" id="{764E8FD5-C9D5-41AA-9699-4D1C0F265663}"/>
              </a:ext>
            </a:extLst>
          </p:cNvPr>
          <p:cNvSpPr txBox="1"/>
          <p:nvPr/>
        </p:nvSpPr>
        <p:spPr>
          <a:xfrm>
            <a:off x="3076219" y="2424578"/>
            <a:ext cx="1597378" cy="1384995"/>
          </a:xfrm>
          <a:prstGeom prst="rect">
            <a:avLst/>
          </a:prstGeom>
          <a:noFill/>
        </p:spPr>
        <p:txBody>
          <a:bodyPr wrap="square" rtlCol="0">
            <a:spAutoFit/>
          </a:bodyPr>
          <a:lstStyle/>
          <a:p>
            <a:pPr algn="ctr"/>
            <a:r>
              <a:rPr lang="en-US" sz="1400" u="sng" dirty="0"/>
              <a:t>Solution:</a:t>
            </a:r>
          </a:p>
          <a:p>
            <a:pPr algn="ctr"/>
            <a:r>
              <a:rPr lang="en-US" sz="1400" dirty="0"/>
              <a:t>Assign enough threads for loading one input plane and processing one output plane</a:t>
            </a:r>
          </a:p>
        </p:txBody>
      </p:sp>
    </p:spTree>
    <p:extLst>
      <p:ext uri="{BB962C8B-B14F-4D97-AF65-F5344CB8AC3E}">
        <p14:creationId xmlns:p14="http://schemas.microsoft.com/office/powerpoint/2010/main" val="4286050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Thread Coarsening and Tile Slicing</a:t>
            </a:r>
          </a:p>
        </p:txBody>
      </p:sp>
      <p:grpSp>
        <p:nvGrpSpPr>
          <p:cNvPr id="2" name="Group 1"/>
          <p:cNvGrpSpPr/>
          <p:nvPr/>
        </p:nvGrpSpPr>
        <p:grpSpPr>
          <a:xfrm>
            <a:off x="792609" y="1732531"/>
            <a:ext cx="2175720" cy="2192404"/>
            <a:chOff x="792609" y="2047575"/>
            <a:chExt cx="2175720" cy="2192404"/>
          </a:xfrm>
        </p:grpSpPr>
        <p:sp>
          <p:nvSpPr>
            <p:cNvPr id="1032" name="Cube 1031"/>
            <p:cNvSpPr/>
            <p:nvPr/>
          </p:nvSpPr>
          <p:spPr>
            <a:xfrm>
              <a:off x="1732474" y="371660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3" name="Cube 1032"/>
            <p:cNvSpPr/>
            <p:nvPr/>
          </p:nvSpPr>
          <p:spPr>
            <a:xfrm>
              <a:off x="2050652" y="371660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5" name="Cube 1034"/>
            <p:cNvSpPr/>
            <p:nvPr/>
          </p:nvSpPr>
          <p:spPr>
            <a:xfrm>
              <a:off x="1732474" y="337895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6" name="Cube 1035"/>
            <p:cNvSpPr/>
            <p:nvPr/>
          </p:nvSpPr>
          <p:spPr>
            <a:xfrm>
              <a:off x="2050652" y="337895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7" name="Cube 1036"/>
            <p:cNvSpPr/>
            <p:nvPr/>
          </p:nvSpPr>
          <p:spPr>
            <a:xfrm>
              <a:off x="2368831" y="337895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8" name="Cube 1037"/>
            <p:cNvSpPr/>
            <p:nvPr/>
          </p:nvSpPr>
          <p:spPr>
            <a:xfrm>
              <a:off x="1732474" y="304130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9" name="Cube 1038"/>
            <p:cNvSpPr/>
            <p:nvPr/>
          </p:nvSpPr>
          <p:spPr>
            <a:xfrm>
              <a:off x="2050652" y="304130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0" name="Cube 1039"/>
            <p:cNvSpPr/>
            <p:nvPr/>
          </p:nvSpPr>
          <p:spPr>
            <a:xfrm>
              <a:off x="2368831" y="30413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1" name="Cube 1040"/>
            <p:cNvSpPr/>
            <p:nvPr/>
          </p:nvSpPr>
          <p:spPr>
            <a:xfrm>
              <a:off x="1732474" y="270364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2" name="Cube 1041"/>
            <p:cNvSpPr/>
            <p:nvPr/>
          </p:nvSpPr>
          <p:spPr>
            <a:xfrm>
              <a:off x="2050652" y="270364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3" name="Cube 1042"/>
            <p:cNvSpPr/>
            <p:nvPr/>
          </p:nvSpPr>
          <p:spPr>
            <a:xfrm>
              <a:off x="2368831" y="270364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4" name="Cube 1043"/>
            <p:cNvSpPr/>
            <p:nvPr/>
          </p:nvSpPr>
          <p:spPr>
            <a:xfrm>
              <a:off x="1732474"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5" name="Cube 1044"/>
            <p:cNvSpPr/>
            <p:nvPr/>
          </p:nvSpPr>
          <p:spPr>
            <a:xfrm>
              <a:off x="2050652"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6" name="Cube 1045"/>
            <p:cNvSpPr/>
            <p:nvPr/>
          </p:nvSpPr>
          <p:spPr>
            <a:xfrm>
              <a:off x="2368831"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0" name="Cube 1049"/>
            <p:cNvSpPr/>
            <p:nvPr/>
          </p:nvSpPr>
          <p:spPr>
            <a:xfrm>
              <a:off x="1598205" y="383556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1" name="Cube 1050"/>
            <p:cNvSpPr/>
            <p:nvPr/>
          </p:nvSpPr>
          <p:spPr>
            <a:xfrm>
              <a:off x="1916383" y="383556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4" name="Cube 1053"/>
            <p:cNvSpPr/>
            <p:nvPr/>
          </p:nvSpPr>
          <p:spPr>
            <a:xfrm>
              <a:off x="1598205" y="349791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5" name="Cube 1054"/>
            <p:cNvSpPr/>
            <p:nvPr/>
          </p:nvSpPr>
          <p:spPr>
            <a:xfrm>
              <a:off x="1916383" y="349791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6" name="Cube 1055"/>
            <p:cNvSpPr/>
            <p:nvPr/>
          </p:nvSpPr>
          <p:spPr>
            <a:xfrm>
              <a:off x="2234562" y="349791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8" name="Cube 1057"/>
            <p:cNvSpPr/>
            <p:nvPr/>
          </p:nvSpPr>
          <p:spPr>
            <a:xfrm>
              <a:off x="1598205"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9" name="Cube 1058"/>
            <p:cNvSpPr/>
            <p:nvPr/>
          </p:nvSpPr>
          <p:spPr>
            <a:xfrm>
              <a:off x="1916383"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0" name="Cube 1059"/>
            <p:cNvSpPr/>
            <p:nvPr/>
          </p:nvSpPr>
          <p:spPr>
            <a:xfrm>
              <a:off x="2234562"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1" name="Cube 1060"/>
            <p:cNvSpPr/>
            <p:nvPr/>
          </p:nvSpPr>
          <p:spPr>
            <a:xfrm>
              <a:off x="2552740"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2" name="Cube 1061"/>
            <p:cNvSpPr/>
            <p:nvPr/>
          </p:nvSpPr>
          <p:spPr>
            <a:xfrm>
              <a:off x="1598205"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3" name="Cube 1062"/>
            <p:cNvSpPr/>
            <p:nvPr/>
          </p:nvSpPr>
          <p:spPr>
            <a:xfrm>
              <a:off x="1916383"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4" name="Cube 1063"/>
            <p:cNvSpPr/>
            <p:nvPr/>
          </p:nvSpPr>
          <p:spPr>
            <a:xfrm>
              <a:off x="2234562"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5" name="Cube 1064"/>
            <p:cNvSpPr/>
            <p:nvPr/>
          </p:nvSpPr>
          <p:spPr>
            <a:xfrm>
              <a:off x="2552740"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6" name="Cube 1065"/>
            <p:cNvSpPr/>
            <p:nvPr/>
          </p:nvSpPr>
          <p:spPr>
            <a:xfrm>
              <a:off x="1598205"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7" name="Cube 1066"/>
            <p:cNvSpPr/>
            <p:nvPr/>
          </p:nvSpPr>
          <p:spPr>
            <a:xfrm>
              <a:off x="1916383"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8" name="Cube 1067"/>
            <p:cNvSpPr/>
            <p:nvPr/>
          </p:nvSpPr>
          <p:spPr>
            <a:xfrm>
              <a:off x="2234562"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9" name="Cube 1068"/>
            <p:cNvSpPr/>
            <p:nvPr/>
          </p:nvSpPr>
          <p:spPr>
            <a:xfrm>
              <a:off x="2552740" y="248495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0" name="Cube 1069"/>
            <p:cNvSpPr/>
            <p:nvPr/>
          </p:nvSpPr>
          <p:spPr>
            <a:xfrm>
              <a:off x="1598205"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1" name="Cube 1070"/>
            <p:cNvSpPr/>
            <p:nvPr/>
          </p:nvSpPr>
          <p:spPr>
            <a:xfrm>
              <a:off x="1916383"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2" name="Cube 1071"/>
            <p:cNvSpPr/>
            <p:nvPr/>
          </p:nvSpPr>
          <p:spPr>
            <a:xfrm>
              <a:off x="2234562"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3" name="Cube 1072"/>
            <p:cNvSpPr/>
            <p:nvPr/>
          </p:nvSpPr>
          <p:spPr>
            <a:xfrm>
              <a:off x="2552740" y="214730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8" name="Cube 1077"/>
            <p:cNvSpPr/>
            <p:nvPr/>
          </p:nvSpPr>
          <p:spPr>
            <a:xfrm>
              <a:off x="1463939"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9" name="Cube 1078"/>
            <p:cNvSpPr/>
            <p:nvPr/>
          </p:nvSpPr>
          <p:spPr>
            <a:xfrm>
              <a:off x="1782117"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0" name="Cube 1079"/>
            <p:cNvSpPr/>
            <p:nvPr/>
          </p:nvSpPr>
          <p:spPr>
            <a:xfrm>
              <a:off x="2100296"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2" name="Cube 1081"/>
            <p:cNvSpPr/>
            <p:nvPr/>
          </p:nvSpPr>
          <p:spPr>
            <a:xfrm>
              <a:off x="1463939"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3" name="Cube 1082"/>
            <p:cNvSpPr/>
            <p:nvPr/>
          </p:nvSpPr>
          <p:spPr>
            <a:xfrm>
              <a:off x="1782117"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4" name="Cube 1083"/>
            <p:cNvSpPr/>
            <p:nvPr/>
          </p:nvSpPr>
          <p:spPr>
            <a:xfrm>
              <a:off x="2100296"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5" name="Cube 1084"/>
            <p:cNvSpPr/>
            <p:nvPr/>
          </p:nvSpPr>
          <p:spPr>
            <a:xfrm>
              <a:off x="2418474" y="32792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6" name="Cube 1085"/>
            <p:cNvSpPr/>
            <p:nvPr/>
          </p:nvSpPr>
          <p:spPr>
            <a:xfrm>
              <a:off x="1463939"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7" name="Cube 1086"/>
            <p:cNvSpPr/>
            <p:nvPr/>
          </p:nvSpPr>
          <p:spPr>
            <a:xfrm>
              <a:off x="1782117"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8" name="Cube 1087"/>
            <p:cNvSpPr/>
            <p:nvPr/>
          </p:nvSpPr>
          <p:spPr>
            <a:xfrm>
              <a:off x="2100296"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9" name="Cube 1088"/>
            <p:cNvSpPr/>
            <p:nvPr/>
          </p:nvSpPr>
          <p:spPr>
            <a:xfrm>
              <a:off x="2418474"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0" name="Cube 1089"/>
            <p:cNvSpPr/>
            <p:nvPr/>
          </p:nvSpPr>
          <p:spPr>
            <a:xfrm>
              <a:off x="1463939"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1" name="Cube 1090"/>
            <p:cNvSpPr/>
            <p:nvPr/>
          </p:nvSpPr>
          <p:spPr>
            <a:xfrm>
              <a:off x="1782117"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2" name="Cube 1091"/>
            <p:cNvSpPr/>
            <p:nvPr/>
          </p:nvSpPr>
          <p:spPr>
            <a:xfrm>
              <a:off x="2100296"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3" name="Cube 1092"/>
            <p:cNvSpPr/>
            <p:nvPr/>
          </p:nvSpPr>
          <p:spPr>
            <a:xfrm>
              <a:off x="2418474"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4" name="Cube 1093"/>
            <p:cNvSpPr/>
            <p:nvPr/>
          </p:nvSpPr>
          <p:spPr>
            <a:xfrm>
              <a:off x="1463939"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5" name="Cube 1094"/>
            <p:cNvSpPr/>
            <p:nvPr/>
          </p:nvSpPr>
          <p:spPr>
            <a:xfrm>
              <a:off x="1782117"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6" name="Cube 1095"/>
            <p:cNvSpPr/>
            <p:nvPr/>
          </p:nvSpPr>
          <p:spPr>
            <a:xfrm>
              <a:off x="2100296"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7" name="Cube 1096"/>
            <p:cNvSpPr/>
            <p:nvPr/>
          </p:nvSpPr>
          <p:spPr>
            <a:xfrm>
              <a:off x="2418474"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8" name="Cube 1097"/>
            <p:cNvSpPr/>
            <p:nvPr/>
          </p:nvSpPr>
          <p:spPr>
            <a:xfrm>
              <a:off x="1329673"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9" name="Cube 1098"/>
            <p:cNvSpPr/>
            <p:nvPr/>
          </p:nvSpPr>
          <p:spPr>
            <a:xfrm>
              <a:off x="1647851"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0" name="Cube 1099"/>
            <p:cNvSpPr/>
            <p:nvPr/>
          </p:nvSpPr>
          <p:spPr>
            <a:xfrm>
              <a:off x="1966030"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1329673"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4" name="Cube 1103"/>
            <p:cNvSpPr/>
            <p:nvPr/>
          </p:nvSpPr>
          <p:spPr>
            <a:xfrm>
              <a:off x="1647851"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5" name="Cube 1104"/>
            <p:cNvSpPr/>
            <p:nvPr/>
          </p:nvSpPr>
          <p:spPr>
            <a:xfrm>
              <a:off x="1966030"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6" name="Cube 1105"/>
            <p:cNvSpPr/>
            <p:nvPr/>
          </p:nvSpPr>
          <p:spPr>
            <a:xfrm>
              <a:off x="2284208"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2602386"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8" name="Cube 1107"/>
            <p:cNvSpPr/>
            <p:nvPr/>
          </p:nvSpPr>
          <p:spPr>
            <a:xfrm>
              <a:off x="1329673"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1647851"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0" name="Cube 1109"/>
            <p:cNvSpPr/>
            <p:nvPr/>
          </p:nvSpPr>
          <p:spPr>
            <a:xfrm>
              <a:off x="1966030"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1" name="Cube 1110"/>
            <p:cNvSpPr/>
            <p:nvPr/>
          </p:nvSpPr>
          <p:spPr>
            <a:xfrm>
              <a:off x="2284208"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2" name="Cube 1111"/>
            <p:cNvSpPr/>
            <p:nvPr/>
          </p:nvSpPr>
          <p:spPr>
            <a:xfrm>
              <a:off x="2602386"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3" name="Cube 1112"/>
            <p:cNvSpPr/>
            <p:nvPr/>
          </p:nvSpPr>
          <p:spPr>
            <a:xfrm>
              <a:off x="1329673"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4" name="Cube 1113"/>
            <p:cNvSpPr/>
            <p:nvPr/>
          </p:nvSpPr>
          <p:spPr>
            <a:xfrm>
              <a:off x="1647851"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5" name="Cube 1114"/>
            <p:cNvSpPr/>
            <p:nvPr/>
          </p:nvSpPr>
          <p:spPr>
            <a:xfrm>
              <a:off x="1966030"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6" name="Cube 1115"/>
            <p:cNvSpPr/>
            <p:nvPr/>
          </p:nvSpPr>
          <p:spPr>
            <a:xfrm>
              <a:off x="2284208"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7" name="Cube 1116"/>
            <p:cNvSpPr/>
            <p:nvPr/>
          </p:nvSpPr>
          <p:spPr>
            <a:xfrm>
              <a:off x="2602386"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8" name="Cube 1117"/>
            <p:cNvSpPr/>
            <p:nvPr/>
          </p:nvSpPr>
          <p:spPr>
            <a:xfrm>
              <a:off x="1329673"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9" name="Cube 1118"/>
            <p:cNvSpPr/>
            <p:nvPr/>
          </p:nvSpPr>
          <p:spPr>
            <a:xfrm>
              <a:off x="1647851"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0" name="Cube 1119"/>
            <p:cNvSpPr/>
            <p:nvPr/>
          </p:nvSpPr>
          <p:spPr>
            <a:xfrm>
              <a:off x="1966030"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1" name="Cube 1120"/>
            <p:cNvSpPr/>
            <p:nvPr/>
          </p:nvSpPr>
          <p:spPr>
            <a:xfrm>
              <a:off x="2284208"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2" name="Cube 1121"/>
            <p:cNvSpPr/>
            <p:nvPr/>
          </p:nvSpPr>
          <p:spPr>
            <a:xfrm>
              <a:off x="2602386" y="238522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3" name="Cube 1122"/>
            <p:cNvSpPr/>
            <p:nvPr/>
          </p:nvSpPr>
          <p:spPr>
            <a:xfrm>
              <a:off x="1329673"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4" name="Cube 1123"/>
            <p:cNvSpPr/>
            <p:nvPr/>
          </p:nvSpPr>
          <p:spPr>
            <a:xfrm>
              <a:off x="1647851"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5" name="Cube 1124"/>
            <p:cNvSpPr/>
            <p:nvPr/>
          </p:nvSpPr>
          <p:spPr>
            <a:xfrm>
              <a:off x="1966030"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6" name="Cube 1125"/>
            <p:cNvSpPr/>
            <p:nvPr/>
          </p:nvSpPr>
          <p:spPr>
            <a:xfrm>
              <a:off x="2284208"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7" name="Cube 1126"/>
            <p:cNvSpPr/>
            <p:nvPr/>
          </p:nvSpPr>
          <p:spPr>
            <a:xfrm>
              <a:off x="2602386"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8" name="Cube 1127"/>
            <p:cNvSpPr/>
            <p:nvPr/>
          </p:nvSpPr>
          <p:spPr>
            <a:xfrm>
              <a:off x="1195407"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9" name="Cube 1128"/>
            <p:cNvSpPr/>
            <p:nvPr/>
          </p:nvSpPr>
          <p:spPr>
            <a:xfrm>
              <a:off x="1513585"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Cube 1129"/>
            <p:cNvSpPr/>
            <p:nvPr/>
          </p:nvSpPr>
          <p:spPr>
            <a:xfrm>
              <a:off x="1831764"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3" name="Cube 1132"/>
            <p:cNvSpPr/>
            <p:nvPr/>
          </p:nvSpPr>
          <p:spPr>
            <a:xfrm>
              <a:off x="1195407"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4" name="Cube 1133"/>
            <p:cNvSpPr/>
            <p:nvPr/>
          </p:nvSpPr>
          <p:spPr>
            <a:xfrm>
              <a:off x="1513585"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5" name="Cube 1134"/>
            <p:cNvSpPr/>
            <p:nvPr/>
          </p:nvSpPr>
          <p:spPr>
            <a:xfrm>
              <a:off x="1831764"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6" name="Cube 1135"/>
            <p:cNvSpPr/>
            <p:nvPr/>
          </p:nvSpPr>
          <p:spPr>
            <a:xfrm>
              <a:off x="2149942"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7" name="Cube 1136"/>
            <p:cNvSpPr/>
            <p:nvPr/>
          </p:nvSpPr>
          <p:spPr>
            <a:xfrm>
              <a:off x="2468120"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8" name="Cube 1137"/>
            <p:cNvSpPr/>
            <p:nvPr/>
          </p:nvSpPr>
          <p:spPr>
            <a:xfrm>
              <a:off x="1195407"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9" name="Cube 1138"/>
            <p:cNvSpPr/>
            <p:nvPr/>
          </p:nvSpPr>
          <p:spPr>
            <a:xfrm>
              <a:off x="1513585"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0" name="Cube 1139"/>
            <p:cNvSpPr/>
            <p:nvPr/>
          </p:nvSpPr>
          <p:spPr>
            <a:xfrm>
              <a:off x="1831764"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1" name="Cube 1140"/>
            <p:cNvSpPr/>
            <p:nvPr/>
          </p:nvSpPr>
          <p:spPr>
            <a:xfrm>
              <a:off x="2149942"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2" name="Cube 1141"/>
            <p:cNvSpPr/>
            <p:nvPr/>
          </p:nvSpPr>
          <p:spPr>
            <a:xfrm>
              <a:off x="2468120"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3" name="Cube 1142"/>
            <p:cNvSpPr/>
            <p:nvPr/>
          </p:nvSpPr>
          <p:spPr>
            <a:xfrm>
              <a:off x="1195407"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4" name="Cube 1143"/>
            <p:cNvSpPr/>
            <p:nvPr/>
          </p:nvSpPr>
          <p:spPr>
            <a:xfrm>
              <a:off x="1513585"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5" name="Cube 1144"/>
            <p:cNvSpPr/>
            <p:nvPr/>
          </p:nvSpPr>
          <p:spPr>
            <a:xfrm>
              <a:off x="1831764"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6" name="Cube 1145"/>
            <p:cNvSpPr/>
            <p:nvPr/>
          </p:nvSpPr>
          <p:spPr>
            <a:xfrm>
              <a:off x="2149942"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7" name="Cube 1146"/>
            <p:cNvSpPr/>
            <p:nvPr/>
          </p:nvSpPr>
          <p:spPr>
            <a:xfrm>
              <a:off x="2468120"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8" name="Cube 1147"/>
            <p:cNvSpPr/>
            <p:nvPr/>
          </p:nvSpPr>
          <p:spPr>
            <a:xfrm>
              <a:off x="1195407"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9" name="Cube 1148"/>
            <p:cNvSpPr/>
            <p:nvPr/>
          </p:nvSpPr>
          <p:spPr>
            <a:xfrm>
              <a:off x="1513585"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0" name="Cube 1149"/>
            <p:cNvSpPr/>
            <p:nvPr/>
          </p:nvSpPr>
          <p:spPr>
            <a:xfrm>
              <a:off x="1831764"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1" name="Cube 1150"/>
            <p:cNvSpPr/>
            <p:nvPr/>
          </p:nvSpPr>
          <p:spPr>
            <a:xfrm>
              <a:off x="2149942"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2" name="Cube 1151"/>
            <p:cNvSpPr/>
            <p:nvPr/>
          </p:nvSpPr>
          <p:spPr>
            <a:xfrm>
              <a:off x="2468120"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3" name="Cube 1152"/>
            <p:cNvSpPr/>
            <p:nvPr/>
          </p:nvSpPr>
          <p:spPr>
            <a:xfrm>
              <a:off x="1195407"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4" name="Cube 1153"/>
            <p:cNvSpPr/>
            <p:nvPr/>
          </p:nvSpPr>
          <p:spPr>
            <a:xfrm>
              <a:off x="1513585"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5" name="Cube 1154"/>
            <p:cNvSpPr/>
            <p:nvPr/>
          </p:nvSpPr>
          <p:spPr>
            <a:xfrm>
              <a:off x="1831764"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6" name="Cube 1155"/>
            <p:cNvSpPr/>
            <p:nvPr/>
          </p:nvSpPr>
          <p:spPr>
            <a:xfrm>
              <a:off x="2149942"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7" name="Cube 1156"/>
            <p:cNvSpPr/>
            <p:nvPr/>
          </p:nvSpPr>
          <p:spPr>
            <a:xfrm>
              <a:off x="2468120"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4" name="Cube 1163"/>
            <p:cNvSpPr/>
            <p:nvPr/>
          </p:nvSpPr>
          <p:spPr>
            <a:xfrm>
              <a:off x="1061141"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5" name="Cube 1164"/>
            <p:cNvSpPr/>
            <p:nvPr/>
          </p:nvSpPr>
          <p:spPr>
            <a:xfrm>
              <a:off x="1379319"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6" name="Cube 1165"/>
            <p:cNvSpPr/>
            <p:nvPr/>
          </p:nvSpPr>
          <p:spPr>
            <a:xfrm>
              <a:off x="1697498"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7" name="Cube 1166"/>
            <p:cNvSpPr/>
            <p:nvPr/>
          </p:nvSpPr>
          <p:spPr>
            <a:xfrm>
              <a:off x="2015676"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8" name="Cube 1167"/>
            <p:cNvSpPr/>
            <p:nvPr/>
          </p:nvSpPr>
          <p:spPr>
            <a:xfrm>
              <a:off x="2333854"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0" name="Cube 1169"/>
            <p:cNvSpPr/>
            <p:nvPr/>
          </p:nvSpPr>
          <p:spPr>
            <a:xfrm>
              <a:off x="1061141"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1" name="Cube 1170"/>
            <p:cNvSpPr/>
            <p:nvPr/>
          </p:nvSpPr>
          <p:spPr>
            <a:xfrm>
              <a:off x="1379319"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2" name="Cube 1171"/>
            <p:cNvSpPr/>
            <p:nvPr/>
          </p:nvSpPr>
          <p:spPr>
            <a:xfrm>
              <a:off x="1697498"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3" name="Cube 1172"/>
            <p:cNvSpPr/>
            <p:nvPr/>
          </p:nvSpPr>
          <p:spPr>
            <a:xfrm>
              <a:off x="2015676"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4" name="Cube 1173"/>
            <p:cNvSpPr/>
            <p:nvPr/>
          </p:nvSpPr>
          <p:spPr>
            <a:xfrm>
              <a:off x="2333854"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6" name="Cube 1175"/>
            <p:cNvSpPr/>
            <p:nvPr/>
          </p:nvSpPr>
          <p:spPr>
            <a:xfrm>
              <a:off x="1061141"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7" name="Cube 1176"/>
            <p:cNvSpPr/>
            <p:nvPr/>
          </p:nvSpPr>
          <p:spPr>
            <a:xfrm>
              <a:off x="1379319"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8" name="Cube 1177"/>
            <p:cNvSpPr/>
            <p:nvPr/>
          </p:nvSpPr>
          <p:spPr>
            <a:xfrm>
              <a:off x="1697498"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9" name="Cube 1178"/>
            <p:cNvSpPr/>
            <p:nvPr/>
          </p:nvSpPr>
          <p:spPr>
            <a:xfrm>
              <a:off x="2015676"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0" name="Cube 1179"/>
            <p:cNvSpPr/>
            <p:nvPr/>
          </p:nvSpPr>
          <p:spPr>
            <a:xfrm>
              <a:off x="2333854"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2" name="Cube 1181"/>
            <p:cNvSpPr/>
            <p:nvPr/>
          </p:nvSpPr>
          <p:spPr>
            <a:xfrm>
              <a:off x="1061141"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3" name="Cube 1182"/>
            <p:cNvSpPr/>
            <p:nvPr/>
          </p:nvSpPr>
          <p:spPr>
            <a:xfrm>
              <a:off x="1379319"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4" name="Cube 1183"/>
            <p:cNvSpPr/>
            <p:nvPr/>
          </p:nvSpPr>
          <p:spPr>
            <a:xfrm>
              <a:off x="1697498"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5" name="Cube 1184"/>
            <p:cNvSpPr/>
            <p:nvPr/>
          </p:nvSpPr>
          <p:spPr>
            <a:xfrm>
              <a:off x="2015676"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6" name="Cube 1185"/>
            <p:cNvSpPr/>
            <p:nvPr/>
          </p:nvSpPr>
          <p:spPr>
            <a:xfrm>
              <a:off x="2333854"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8" name="Cube 1187"/>
            <p:cNvSpPr/>
            <p:nvPr/>
          </p:nvSpPr>
          <p:spPr>
            <a:xfrm>
              <a:off x="1061141"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9" name="Cube 1188"/>
            <p:cNvSpPr/>
            <p:nvPr/>
          </p:nvSpPr>
          <p:spPr>
            <a:xfrm>
              <a:off x="1379319"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0" name="Cube 1189"/>
            <p:cNvSpPr/>
            <p:nvPr/>
          </p:nvSpPr>
          <p:spPr>
            <a:xfrm>
              <a:off x="1697498"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1" name="Cube 1190"/>
            <p:cNvSpPr/>
            <p:nvPr/>
          </p:nvSpPr>
          <p:spPr>
            <a:xfrm>
              <a:off x="2015676"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2" name="Cube 1191"/>
            <p:cNvSpPr/>
            <p:nvPr/>
          </p:nvSpPr>
          <p:spPr>
            <a:xfrm>
              <a:off x="2333854"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4" name="Cube 1193"/>
            <p:cNvSpPr/>
            <p:nvPr/>
          </p:nvSpPr>
          <p:spPr>
            <a:xfrm>
              <a:off x="926875"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5" name="Cube 1194"/>
            <p:cNvSpPr/>
            <p:nvPr/>
          </p:nvSpPr>
          <p:spPr>
            <a:xfrm>
              <a:off x="1245053"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6" name="Cube 1195"/>
            <p:cNvSpPr/>
            <p:nvPr/>
          </p:nvSpPr>
          <p:spPr>
            <a:xfrm>
              <a:off x="1563232"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7" name="Cube 1196"/>
            <p:cNvSpPr/>
            <p:nvPr/>
          </p:nvSpPr>
          <p:spPr>
            <a:xfrm>
              <a:off x="1881410"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8" name="Cube 1197"/>
            <p:cNvSpPr/>
            <p:nvPr/>
          </p:nvSpPr>
          <p:spPr>
            <a:xfrm>
              <a:off x="2199588"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0" name="Cube 1199"/>
            <p:cNvSpPr/>
            <p:nvPr/>
          </p:nvSpPr>
          <p:spPr>
            <a:xfrm>
              <a:off x="926875"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1" name="Cube 1200"/>
            <p:cNvSpPr/>
            <p:nvPr/>
          </p:nvSpPr>
          <p:spPr>
            <a:xfrm>
              <a:off x="1245053"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2" name="Cube 1201"/>
            <p:cNvSpPr/>
            <p:nvPr/>
          </p:nvSpPr>
          <p:spPr>
            <a:xfrm>
              <a:off x="1563232"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3" name="Cube 1202"/>
            <p:cNvSpPr/>
            <p:nvPr/>
          </p:nvSpPr>
          <p:spPr>
            <a:xfrm>
              <a:off x="1881410"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4" name="Cube 1203"/>
            <p:cNvSpPr/>
            <p:nvPr/>
          </p:nvSpPr>
          <p:spPr>
            <a:xfrm>
              <a:off x="2199588"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6" name="Cube 1205"/>
            <p:cNvSpPr/>
            <p:nvPr/>
          </p:nvSpPr>
          <p:spPr>
            <a:xfrm>
              <a:off x="926875"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7" name="Cube 1206"/>
            <p:cNvSpPr/>
            <p:nvPr/>
          </p:nvSpPr>
          <p:spPr>
            <a:xfrm>
              <a:off x="1245053"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8" name="Cube 1207"/>
            <p:cNvSpPr/>
            <p:nvPr/>
          </p:nvSpPr>
          <p:spPr>
            <a:xfrm>
              <a:off x="1563232"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9" name="Cube 1208"/>
            <p:cNvSpPr/>
            <p:nvPr/>
          </p:nvSpPr>
          <p:spPr>
            <a:xfrm>
              <a:off x="1881410"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0" name="Cube 1209"/>
            <p:cNvSpPr/>
            <p:nvPr/>
          </p:nvSpPr>
          <p:spPr>
            <a:xfrm>
              <a:off x="2199588"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2" name="Cube 1211"/>
            <p:cNvSpPr/>
            <p:nvPr/>
          </p:nvSpPr>
          <p:spPr>
            <a:xfrm>
              <a:off x="926875"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3" name="Cube 1212"/>
            <p:cNvSpPr/>
            <p:nvPr/>
          </p:nvSpPr>
          <p:spPr>
            <a:xfrm>
              <a:off x="1245053"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4" name="Cube 1213"/>
            <p:cNvSpPr/>
            <p:nvPr/>
          </p:nvSpPr>
          <p:spPr>
            <a:xfrm>
              <a:off x="1563232"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5" name="Cube 1214"/>
            <p:cNvSpPr/>
            <p:nvPr/>
          </p:nvSpPr>
          <p:spPr>
            <a:xfrm>
              <a:off x="1881410"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6" name="Cube 1215"/>
            <p:cNvSpPr/>
            <p:nvPr/>
          </p:nvSpPr>
          <p:spPr>
            <a:xfrm>
              <a:off x="2199588"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8" name="Cube 1217"/>
            <p:cNvSpPr/>
            <p:nvPr/>
          </p:nvSpPr>
          <p:spPr>
            <a:xfrm>
              <a:off x="926875"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9" name="Cube 1218"/>
            <p:cNvSpPr/>
            <p:nvPr/>
          </p:nvSpPr>
          <p:spPr>
            <a:xfrm>
              <a:off x="1245053"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0" name="Cube 1219"/>
            <p:cNvSpPr/>
            <p:nvPr/>
          </p:nvSpPr>
          <p:spPr>
            <a:xfrm>
              <a:off x="1563232"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1" name="Cube 1220"/>
            <p:cNvSpPr/>
            <p:nvPr/>
          </p:nvSpPr>
          <p:spPr>
            <a:xfrm>
              <a:off x="1881410"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2" name="Cube 1221"/>
            <p:cNvSpPr/>
            <p:nvPr/>
          </p:nvSpPr>
          <p:spPr>
            <a:xfrm>
              <a:off x="2199588"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4" name="Cube 1223"/>
            <p:cNvSpPr/>
            <p:nvPr/>
          </p:nvSpPr>
          <p:spPr>
            <a:xfrm>
              <a:off x="792609"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5" name="Cube 1224"/>
            <p:cNvSpPr/>
            <p:nvPr/>
          </p:nvSpPr>
          <p:spPr>
            <a:xfrm>
              <a:off x="1110787"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6" name="Cube 1225"/>
            <p:cNvSpPr/>
            <p:nvPr/>
          </p:nvSpPr>
          <p:spPr>
            <a:xfrm>
              <a:off x="1428966"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7" name="Cube 1226"/>
            <p:cNvSpPr/>
            <p:nvPr/>
          </p:nvSpPr>
          <p:spPr>
            <a:xfrm>
              <a:off x="1747144"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8" name="Cube 1227"/>
            <p:cNvSpPr/>
            <p:nvPr/>
          </p:nvSpPr>
          <p:spPr>
            <a:xfrm>
              <a:off x="2065322"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0" name="Cube 1229"/>
            <p:cNvSpPr/>
            <p:nvPr/>
          </p:nvSpPr>
          <p:spPr>
            <a:xfrm>
              <a:off x="792609"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1" name="Cube 1230"/>
            <p:cNvSpPr/>
            <p:nvPr/>
          </p:nvSpPr>
          <p:spPr>
            <a:xfrm>
              <a:off x="1110787"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2" name="Cube 1231"/>
            <p:cNvSpPr/>
            <p:nvPr/>
          </p:nvSpPr>
          <p:spPr>
            <a:xfrm>
              <a:off x="1428966"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3" name="Cube 1232"/>
            <p:cNvSpPr/>
            <p:nvPr/>
          </p:nvSpPr>
          <p:spPr>
            <a:xfrm>
              <a:off x="1747144"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4" name="Cube 1233"/>
            <p:cNvSpPr/>
            <p:nvPr/>
          </p:nvSpPr>
          <p:spPr>
            <a:xfrm>
              <a:off x="2065322"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6" name="Cube 1235"/>
            <p:cNvSpPr/>
            <p:nvPr/>
          </p:nvSpPr>
          <p:spPr>
            <a:xfrm>
              <a:off x="792609"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7" name="Cube 1236"/>
            <p:cNvSpPr/>
            <p:nvPr/>
          </p:nvSpPr>
          <p:spPr>
            <a:xfrm>
              <a:off x="1110787"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8" name="Cube 1237"/>
            <p:cNvSpPr/>
            <p:nvPr/>
          </p:nvSpPr>
          <p:spPr>
            <a:xfrm>
              <a:off x="1428966"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9" name="Cube 1238"/>
            <p:cNvSpPr/>
            <p:nvPr/>
          </p:nvSpPr>
          <p:spPr>
            <a:xfrm>
              <a:off x="1747144"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0" name="Cube 1239"/>
            <p:cNvSpPr/>
            <p:nvPr/>
          </p:nvSpPr>
          <p:spPr>
            <a:xfrm>
              <a:off x="2065322"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2" name="Cube 1241"/>
            <p:cNvSpPr/>
            <p:nvPr/>
          </p:nvSpPr>
          <p:spPr>
            <a:xfrm>
              <a:off x="792609"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3" name="Cube 1242"/>
            <p:cNvSpPr/>
            <p:nvPr/>
          </p:nvSpPr>
          <p:spPr>
            <a:xfrm>
              <a:off x="1110787"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4" name="Cube 1243"/>
            <p:cNvSpPr/>
            <p:nvPr/>
          </p:nvSpPr>
          <p:spPr>
            <a:xfrm>
              <a:off x="1428966"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5" name="Cube 1244"/>
            <p:cNvSpPr/>
            <p:nvPr/>
          </p:nvSpPr>
          <p:spPr>
            <a:xfrm>
              <a:off x="1747144"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6" name="Cube 1245"/>
            <p:cNvSpPr/>
            <p:nvPr/>
          </p:nvSpPr>
          <p:spPr>
            <a:xfrm>
              <a:off x="2065322"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8" name="Cube 1247"/>
            <p:cNvSpPr/>
            <p:nvPr/>
          </p:nvSpPr>
          <p:spPr>
            <a:xfrm>
              <a:off x="792609"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9" name="Cube 1248"/>
            <p:cNvSpPr/>
            <p:nvPr/>
          </p:nvSpPr>
          <p:spPr>
            <a:xfrm>
              <a:off x="1110787"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0" name="Cube 1249"/>
            <p:cNvSpPr/>
            <p:nvPr/>
          </p:nvSpPr>
          <p:spPr>
            <a:xfrm>
              <a:off x="1428966"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1" name="Cube 1250"/>
            <p:cNvSpPr/>
            <p:nvPr/>
          </p:nvSpPr>
          <p:spPr>
            <a:xfrm>
              <a:off x="1747144"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2" name="Cube 1251"/>
            <p:cNvSpPr/>
            <p:nvPr/>
          </p:nvSpPr>
          <p:spPr>
            <a:xfrm>
              <a:off x="2065322"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700" name="TextBox 699"/>
          <p:cNvSpPr txBox="1"/>
          <p:nvPr/>
        </p:nvSpPr>
        <p:spPr>
          <a:xfrm>
            <a:off x="5501368" y="4966807"/>
            <a:ext cx="1066800" cy="369332"/>
          </a:xfrm>
          <a:prstGeom prst="rect">
            <a:avLst/>
          </a:prstGeom>
          <a:noFill/>
        </p:spPr>
        <p:txBody>
          <a:bodyPr wrap="square" rtlCol="0">
            <a:spAutoFit/>
          </a:bodyPr>
          <a:lstStyle/>
          <a:p>
            <a:pPr algn="ctr"/>
            <a:r>
              <a:rPr lang="en-US" dirty="0"/>
              <a:t>output</a:t>
            </a:r>
          </a:p>
        </p:txBody>
      </p:sp>
      <p:sp>
        <p:nvSpPr>
          <p:cNvPr id="701" name="TextBox 700"/>
          <p:cNvSpPr txBox="1"/>
          <p:nvPr/>
        </p:nvSpPr>
        <p:spPr>
          <a:xfrm>
            <a:off x="902335" y="3939796"/>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grpSp>
        <p:nvGrpSpPr>
          <p:cNvPr id="6" name="Group 5"/>
          <p:cNvGrpSpPr/>
          <p:nvPr/>
        </p:nvGrpSpPr>
        <p:grpSpPr>
          <a:xfrm>
            <a:off x="4797050" y="1375645"/>
            <a:ext cx="3533056" cy="3562249"/>
            <a:chOff x="4797050" y="1690689"/>
            <a:chExt cx="3533056" cy="3562249"/>
          </a:xfrm>
        </p:grpSpPr>
        <p:sp>
          <p:nvSpPr>
            <p:cNvPr id="3209" name="Cube 3208"/>
            <p:cNvSpPr/>
            <p:nvPr/>
          </p:nvSpPr>
          <p:spPr>
            <a:xfrm>
              <a:off x="573691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0" name="Cube 3209"/>
            <p:cNvSpPr/>
            <p:nvPr/>
          </p:nvSpPr>
          <p:spPr>
            <a:xfrm>
              <a:off x="605509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1" name="Cube 3210"/>
            <p:cNvSpPr/>
            <p:nvPr/>
          </p:nvSpPr>
          <p:spPr>
            <a:xfrm>
              <a:off x="6373272"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2" name="Cube 3211"/>
            <p:cNvSpPr/>
            <p:nvPr/>
          </p:nvSpPr>
          <p:spPr>
            <a:xfrm>
              <a:off x="6691450"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3" name="Cube 3212"/>
            <p:cNvSpPr/>
            <p:nvPr/>
          </p:nvSpPr>
          <p:spPr>
            <a:xfrm>
              <a:off x="7009628"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4" name="Cube 3213"/>
            <p:cNvSpPr/>
            <p:nvPr/>
          </p:nvSpPr>
          <p:spPr>
            <a:xfrm>
              <a:off x="7327807"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5" name="Cube 3214"/>
            <p:cNvSpPr/>
            <p:nvPr/>
          </p:nvSpPr>
          <p:spPr>
            <a:xfrm>
              <a:off x="764598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6" name="Cube 3215"/>
            <p:cNvSpPr/>
            <p:nvPr/>
          </p:nvSpPr>
          <p:spPr>
            <a:xfrm>
              <a:off x="796416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7" name="Cube 3216"/>
            <p:cNvSpPr/>
            <p:nvPr/>
          </p:nvSpPr>
          <p:spPr>
            <a:xfrm>
              <a:off x="573691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8" name="Cube 3217"/>
            <p:cNvSpPr/>
            <p:nvPr/>
          </p:nvSpPr>
          <p:spPr>
            <a:xfrm>
              <a:off x="605509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9" name="Cube 3218"/>
            <p:cNvSpPr/>
            <p:nvPr/>
          </p:nvSpPr>
          <p:spPr>
            <a:xfrm>
              <a:off x="6373272"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0" name="Cube 3219"/>
            <p:cNvSpPr/>
            <p:nvPr/>
          </p:nvSpPr>
          <p:spPr>
            <a:xfrm>
              <a:off x="6691450"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1" name="Cube 3220"/>
            <p:cNvSpPr/>
            <p:nvPr/>
          </p:nvSpPr>
          <p:spPr>
            <a:xfrm>
              <a:off x="7009628"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2" name="Cube 3221"/>
            <p:cNvSpPr/>
            <p:nvPr/>
          </p:nvSpPr>
          <p:spPr>
            <a:xfrm>
              <a:off x="7327807"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3" name="Cube 3222"/>
            <p:cNvSpPr/>
            <p:nvPr/>
          </p:nvSpPr>
          <p:spPr>
            <a:xfrm>
              <a:off x="764598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4" name="Cube 3223"/>
            <p:cNvSpPr/>
            <p:nvPr/>
          </p:nvSpPr>
          <p:spPr>
            <a:xfrm>
              <a:off x="796416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5" name="Cube 3224"/>
            <p:cNvSpPr/>
            <p:nvPr/>
          </p:nvSpPr>
          <p:spPr>
            <a:xfrm>
              <a:off x="5736915" y="337895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6" name="Cube 3225"/>
            <p:cNvSpPr/>
            <p:nvPr/>
          </p:nvSpPr>
          <p:spPr>
            <a:xfrm>
              <a:off x="605509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7" name="Cube 3226"/>
            <p:cNvSpPr/>
            <p:nvPr/>
          </p:nvSpPr>
          <p:spPr>
            <a:xfrm>
              <a:off x="6373272"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8" name="Cube 3227"/>
            <p:cNvSpPr/>
            <p:nvPr/>
          </p:nvSpPr>
          <p:spPr>
            <a:xfrm>
              <a:off x="6691450"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9" name="Cube 3228"/>
            <p:cNvSpPr/>
            <p:nvPr/>
          </p:nvSpPr>
          <p:spPr>
            <a:xfrm>
              <a:off x="7009628"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0" name="Cube 3229"/>
            <p:cNvSpPr/>
            <p:nvPr/>
          </p:nvSpPr>
          <p:spPr>
            <a:xfrm>
              <a:off x="7327807"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1" name="Cube 3230"/>
            <p:cNvSpPr/>
            <p:nvPr/>
          </p:nvSpPr>
          <p:spPr>
            <a:xfrm>
              <a:off x="7645985"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2" name="Cube 3231"/>
            <p:cNvSpPr/>
            <p:nvPr/>
          </p:nvSpPr>
          <p:spPr>
            <a:xfrm>
              <a:off x="796416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3" name="Cube 3232"/>
            <p:cNvSpPr/>
            <p:nvPr/>
          </p:nvSpPr>
          <p:spPr>
            <a:xfrm>
              <a:off x="5736915" y="304130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4" name="Cube 3233"/>
            <p:cNvSpPr/>
            <p:nvPr/>
          </p:nvSpPr>
          <p:spPr>
            <a:xfrm>
              <a:off x="605509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5" name="Cube 3234"/>
            <p:cNvSpPr/>
            <p:nvPr/>
          </p:nvSpPr>
          <p:spPr>
            <a:xfrm>
              <a:off x="6373272"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6" name="Cube 3235"/>
            <p:cNvSpPr/>
            <p:nvPr/>
          </p:nvSpPr>
          <p:spPr>
            <a:xfrm>
              <a:off x="6691450"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7" name="Cube 3236"/>
            <p:cNvSpPr/>
            <p:nvPr/>
          </p:nvSpPr>
          <p:spPr>
            <a:xfrm>
              <a:off x="7009628"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8" name="Cube 3237"/>
            <p:cNvSpPr/>
            <p:nvPr/>
          </p:nvSpPr>
          <p:spPr>
            <a:xfrm>
              <a:off x="7327807"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9" name="Cube 3238"/>
            <p:cNvSpPr/>
            <p:nvPr/>
          </p:nvSpPr>
          <p:spPr>
            <a:xfrm>
              <a:off x="7645985"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0" name="Cube 3239"/>
            <p:cNvSpPr/>
            <p:nvPr/>
          </p:nvSpPr>
          <p:spPr>
            <a:xfrm>
              <a:off x="796416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1" name="Cube 3240"/>
            <p:cNvSpPr/>
            <p:nvPr/>
          </p:nvSpPr>
          <p:spPr>
            <a:xfrm>
              <a:off x="5736915" y="270364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2" name="Cube 3241"/>
            <p:cNvSpPr/>
            <p:nvPr/>
          </p:nvSpPr>
          <p:spPr>
            <a:xfrm>
              <a:off x="605509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3" name="Cube 3242"/>
            <p:cNvSpPr/>
            <p:nvPr/>
          </p:nvSpPr>
          <p:spPr>
            <a:xfrm>
              <a:off x="6373272"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4" name="Cube 3243"/>
            <p:cNvSpPr/>
            <p:nvPr/>
          </p:nvSpPr>
          <p:spPr>
            <a:xfrm>
              <a:off x="6691450"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5" name="Cube 3244"/>
            <p:cNvSpPr/>
            <p:nvPr/>
          </p:nvSpPr>
          <p:spPr>
            <a:xfrm>
              <a:off x="7009628"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6" name="Cube 3245"/>
            <p:cNvSpPr/>
            <p:nvPr/>
          </p:nvSpPr>
          <p:spPr>
            <a:xfrm>
              <a:off x="7327807"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7" name="Cube 3246"/>
            <p:cNvSpPr/>
            <p:nvPr/>
          </p:nvSpPr>
          <p:spPr>
            <a:xfrm>
              <a:off x="7645985"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8" name="Cube 3247"/>
            <p:cNvSpPr/>
            <p:nvPr/>
          </p:nvSpPr>
          <p:spPr>
            <a:xfrm>
              <a:off x="796416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9" name="Cube 3248"/>
            <p:cNvSpPr/>
            <p:nvPr/>
          </p:nvSpPr>
          <p:spPr>
            <a:xfrm>
              <a:off x="5736915" y="236599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0" name="Cube 3249"/>
            <p:cNvSpPr/>
            <p:nvPr/>
          </p:nvSpPr>
          <p:spPr>
            <a:xfrm>
              <a:off x="605509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1" name="Cube 3250"/>
            <p:cNvSpPr/>
            <p:nvPr/>
          </p:nvSpPr>
          <p:spPr>
            <a:xfrm>
              <a:off x="6373272"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2" name="Cube 3251"/>
            <p:cNvSpPr/>
            <p:nvPr/>
          </p:nvSpPr>
          <p:spPr>
            <a:xfrm>
              <a:off x="6691450"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3" name="Cube 3252"/>
            <p:cNvSpPr/>
            <p:nvPr/>
          </p:nvSpPr>
          <p:spPr>
            <a:xfrm>
              <a:off x="7009628"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4" name="Cube 3253"/>
            <p:cNvSpPr/>
            <p:nvPr/>
          </p:nvSpPr>
          <p:spPr>
            <a:xfrm>
              <a:off x="7327807"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5" name="Cube 3254"/>
            <p:cNvSpPr/>
            <p:nvPr/>
          </p:nvSpPr>
          <p:spPr>
            <a:xfrm>
              <a:off x="7645985"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6" name="Cube 3255"/>
            <p:cNvSpPr/>
            <p:nvPr/>
          </p:nvSpPr>
          <p:spPr>
            <a:xfrm>
              <a:off x="796416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7" name="Cube 3256"/>
            <p:cNvSpPr/>
            <p:nvPr/>
          </p:nvSpPr>
          <p:spPr>
            <a:xfrm>
              <a:off x="573691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8" name="Cube 3257"/>
            <p:cNvSpPr/>
            <p:nvPr/>
          </p:nvSpPr>
          <p:spPr>
            <a:xfrm>
              <a:off x="605509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9" name="Cube 3258"/>
            <p:cNvSpPr/>
            <p:nvPr/>
          </p:nvSpPr>
          <p:spPr>
            <a:xfrm>
              <a:off x="6373272"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0" name="Cube 3259"/>
            <p:cNvSpPr/>
            <p:nvPr/>
          </p:nvSpPr>
          <p:spPr>
            <a:xfrm>
              <a:off x="6691450"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1" name="Cube 3260"/>
            <p:cNvSpPr/>
            <p:nvPr/>
          </p:nvSpPr>
          <p:spPr>
            <a:xfrm>
              <a:off x="7009628"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2" name="Cube 3261"/>
            <p:cNvSpPr/>
            <p:nvPr/>
          </p:nvSpPr>
          <p:spPr>
            <a:xfrm>
              <a:off x="7327807"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3" name="Cube 3262"/>
            <p:cNvSpPr/>
            <p:nvPr/>
          </p:nvSpPr>
          <p:spPr>
            <a:xfrm>
              <a:off x="764598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4" name="Cube 3263"/>
            <p:cNvSpPr/>
            <p:nvPr/>
          </p:nvSpPr>
          <p:spPr>
            <a:xfrm>
              <a:off x="796416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5" name="Cube 3264"/>
            <p:cNvSpPr/>
            <p:nvPr/>
          </p:nvSpPr>
          <p:spPr>
            <a:xfrm>
              <a:off x="573691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6" name="Cube 3265"/>
            <p:cNvSpPr/>
            <p:nvPr/>
          </p:nvSpPr>
          <p:spPr>
            <a:xfrm>
              <a:off x="605509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7" name="Cube 3266"/>
            <p:cNvSpPr/>
            <p:nvPr/>
          </p:nvSpPr>
          <p:spPr>
            <a:xfrm>
              <a:off x="6373272"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8" name="Cube 3267"/>
            <p:cNvSpPr/>
            <p:nvPr/>
          </p:nvSpPr>
          <p:spPr>
            <a:xfrm>
              <a:off x="6691450"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9" name="Cube 3268"/>
            <p:cNvSpPr/>
            <p:nvPr/>
          </p:nvSpPr>
          <p:spPr>
            <a:xfrm>
              <a:off x="7009628"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0" name="Cube 3269"/>
            <p:cNvSpPr/>
            <p:nvPr/>
          </p:nvSpPr>
          <p:spPr>
            <a:xfrm>
              <a:off x="7327807"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1" name="Cube 3270"/>
            <p:cNvSpPr/>
            <p:nvPr/>
          </p:nvSpPr>
          <p:spPr>
            <a:xfrm>
              <a:off x="764598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2" name="Cube 3271"/>
            <p:cNvSpPr/>
            <p:nvPr/>
          </p:nvSpPr>
          <p:spPr>
            <a:xfrm>
              <a:off x="796416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3" name="Cube 3272"/>
            <p:cNvSpPr/>
            <p:nvPr/>
          </p:nvSpPr>
          <p:spPr>
            <a:xfrm>
              <a:off x="560264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4" name="Cube 3273"/>
            <p:cNvSpPr/>
            <p:nvPr/>
          </p:nvSpPr>
          <p:spPr>
            <a:xfrm>
              <a:off x="592082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5" name="Cube 3274"/>
            <p:cNvSpPr/>
            <p:nvPr/>
          </p:nvSpPr>
          <p:spPr>
            <a:xfrm>
              <a:off x="6239003"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6" name="Cube 3275"/>
            <p:cNvSpPr/>
            <p:nvPr/>
          </p:nvSpPr>
          <p:spPr>
            <a:xfrm>
              <a:off x="6557181"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7" name="Cube 3276"/>
            <p:cNvSpPr/>
            <p:nvPr/>
          </p:nvSpPr>
          <p:spPr>
            <a:xfrm>
              <a:off x="6875359"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8" name="Cube 3277"/>
            <p:cNvSpPr/>
            <p:nvPr/>
          </p:nvSpPr>
          <p:spPr>
            <a:xfrm>
              <a:off x="7193538"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9" name="Cube 3278"/>
            <p:cNvSpPr/>
            <p:nvPr/>
          </p:nvSpPr>
          <p:spPr>
            <a:xfrm>
              <a:off x="751171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0" name="Cube 3279"/>
            <p:cNvSpPr/>
            <p:nvPr/>
          </p:nvSpPr>
          <p:spPr>
            <a:xfrm>
              <a:off x="782989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1" name="Cube 3280"/>
            <p:cNvSpPr/>
            <p:nvPr/>
          </p:nvSpPr>
          <p:spPr>
            <a:xfrm>
              <a:off x="560264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2" name="Cube 3281"/>
            <p:cNvSpPr/>
            <p:nvPr/>
          </p:nvSpPr>
          <p:spPr>
            <a:xfrm>
              <a:off x="592082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3" name="Cube 3282"/>
            <p:cNvSpPr/>
            <p:nvPr/>
          </p:nvSpPr>
          <p:spPr>
            <a:xfrm>
              <a:off x="6239003"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4" name="Cube 3283"/>
            <p:cNvSpPr/>
            <p:nvPr/>
          </p:nvSpPr>
          <p:spPr>
            <a:xfrm>
              <a:off x="6557181"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5" name="Cube 3284"/>
            <p:cNvSpPr/>
            <p:nvPr/>
          </p:nvSpPr>
          <p:spPr>
            <a:xfrm>
              <a:off x="6875359"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6" name="Cube 3285"/>
            <p:cNvSpPr/>
            <p:nvPr/>
          </p:nvSpPr>
          <p:spPr>
            <a:xfrm>
              <a:off x="7193538"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7" name="Cube 3286"/>
            <p:cNvSpPr/>
            <p:nvPr/>
          </p:nvSpPr>
          <p:spPr>
            <a:xfrm>
              <a:off x="751171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8" name="Cube 3287"/>
            <p:cNvSpPr/>
            <p:nvPr/>
          </p:nvSpPr>
          <p:spPr>
            <a:xfrm>
              <a:off x="782989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9" name="Cube 3288"/>
            <p:cNvSpPr/>
            <p:nvPr/>
          </p:nvSpPr>
          <p:spPr>
            <a:xfrm>
              <a:off x="5602646" y="349791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0" name="Cube 3289"/>
            <p:cNvSpPr/>
            <p:nvPr/>
          </p:nvSpPr>
          <p:spPr>
            <a:xfrm>
              <a:off x="5920824" y="349791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1" name="Cube 3290"/>
            <p:cNvSpPr/>
            <p:nvPr/>
          </p:nvSpPr>
          <p:spPr>
            <a:xfrm>
              <a:off x="6239003"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2" name="Cube 3291"/>
            <p:cNvSpPr/>
            <p:nvPr/>
          </p:nvSpPr>
          <p:spPr>
            <a:xfrm>
              <a:off x="6557181"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3" name="Cube 3292"/>
            <p:cNvSpPr/>
            <p:nvPr/>
          </p:nvSpPr>
          <p:spPr>
            <a:xfrm>
              <a:off x="6875359"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4" name="Cube 3293"/>
            <p:cNvSpPr/>
            <p:nvPr/>
          </p:nvSpPr>
          <p:spPr>
            <a:xfrm>
              <a:off x="7193538"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5" name="Cube 3294"/>
            <p:cNvSpPr/>
            <p:nvPr/>
          </p:nvSpPr>
          <p:spPr>
            <a:xfrm>
              <a:off x="7511716"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6" name="Cube 3295"/>
            <p:cNvSpPr/>
            <p:nvPr/>
          </p:nvSpPr>
          <p:spPr>
            <a:xfrm>
              <a:off x="7829894"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7" name="Cube 3296"/>
            <p:cNvSpPr/>
            <p:nvPr/>
          </p:nvSpPr>
          <p:spPr>
            <a:xfrm>
              <a:off x="5602646" y="316026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8" name="Cube 3297"/>
            <p:cNvSpPr/>
            <p:nvPr/>
          </p:nvSpPr>
          <p:spPr>
            <a:xfrm>
              <a:off x="5920824" y="316026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9" name="Cube 3298"/>
            <p:cNvSpPr/>
            <p:nvPr/>
          </p:nvSpPr>
          <p:spPr>
            <a:xfrm>
              <a:off x="6239003"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0" name="Cube 3299"/>
            <p:cNvSpPr/>
            <p:nvPr/>
          </p:nvSpPr>
          <p:spPr>
            <a:xfrm>
              <a:off x="6557181"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1" name="Cube 3300"/>
            <p:cNvSpPr/>
            <p:nvPr/>
          </p:nvSpPr>
          <p:spPr>
            <a:xfrm>
              <a:off x="6875359"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2" name="Cube 3301"/>
            <p:cNvSpPr/>
            <p:nvPr/>
          </p:nvSpPr>
          <p:spPr>
            <a:xfrm>
              <a:off x="7193538"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3" name="Cube 3302"/>
            <p:cNvSpPr/>
            <p:nvPr/>
          </p:nvSpPr>
          <p:spPr>
            <a:xfrm>
              <a:off x="7511716"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4" name="Cube 3303"/>
            <p:cNvSpPr/>
            <p:nvPr/>
          </p:nvSpPr>
          <p:spPr>
            <a:xfrm>
              <a:off x="7829894"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5" name="Cube 3304"/>
            <p:cNvSpPr/>
            <p:nvPr/>
          </p:nvSpPr>
          <p:spPr>
            <a:xfrm>
              <a:off x="5602646" y="282261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6" name="Cube 3305"/>
            <p:cNvSpPr/>
            <p:nvPr/>
          </p:nvSpPr>
          <p:spPr>
            <a:xfrm>
              <a:off x="5920824" y="282261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7" name="Cube 3306"/>
            <p:cNvSpPr/>
            <p:nvPr/>
          </p:nvSpPr>
          <p:spPr>
            <a:xfrm>
              <a:off x="6239003"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8" name="Cube 3307"/>
            <p:cNvSpPr/>
            <p:nvPr/>
          </p:nvSpPr>
          <p:spPr>
            <a:xfrm>
              <a:off x="6557181"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9" name="Cube 3308"/>
            <p:cNvSpPr/>
            <p:nvPr/>
          </p:nvSpPr>
          <p:spPr>
            <a:xfrm>
              <a:off x="6875359"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0" name="Cube 3309"/>
            <p:cNvSpPr/>
            <p:nvPr/>
          </p:nvSpPr>
          <p:spPr>
            <a:xfrm>
              <a:off x="7193538"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1" name="Cube 3310"/>
            <p:cNvSpPr/>
            <p:nvPr/>
          </p:nvSpPr>
          <p:spPr>
            <a:xfrm>
              <a:off x="7511716"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2" name="Cube 3311"/>
            <p:cNvSpPr/>
            <p:nvPr/>
          </p:nvSpPr>
          <p:spPr>
            <a:xfrm>
              <a:off x="7829894"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3" name="Cube 3312"/>
            <p:cNvSpPr/>
            <p:nvPr/>
          </p:nvSpPr>
          <p:spPr>
            <a:xfrm>
              <a:off x="5602646" y="248495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4" name="Cube 3313"/>
            <p:cNvSpPr/>
            <p:nvPr/>
          </p:nvSpPr>
          <p:spPr>
            <a:xfrm>
              <a:off x="5920824" y="248495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5" name="Cube 3314"/>
            <p:cNvSpPr/>
            <p:nvPr/>
          </p:nvSpPr>
          <p:spPr>
            <a:xfrm>
              <a:off x="6239003"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6" name="Cube 3315"/>
            <p:cNvSpPr/>
            <p:nvPr/>
          </p:nvSpPr>
          <p:spPr>
            <a:xfrm>
              <a:off x="6557181"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7" name="Cube 3316"/>
            <p:cNvSpPr/>
            <p:nvPr/>
          </p:nvSpPr>
          <p:spPr>
            <a:xfrm>
              <a:off x="6875359"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8" name="Cube 3317"/>
            <p:cNvSpPr/>
            <p:nvPr/>
          </p:nvSpPr>
          <p:spPr>
            <a:xfrm>
              <a:off x="7193538"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9" name="Cube 3318"/>
            <p:cNvSpPr/>
            <p:nvPr/>
          </p:nvSpPr>
          <p:spPr>
            <a:xfrm>
              <a:off x="7511716"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0" name="Cube 3319"/>
            <p:cNvSpPr/>
            <p:nvPr/>
          </p:nvSpPr>
          <p:spPr>
            <a:xfrm>
              <a:off x="7829894"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1" name="Cube 3320"/>
            <p:cNvSpPr/>
            <p:nvPr/>
          </p:nvSpPr>
          <p:spPr>
            <a:xfrm>
              <a:off x="560264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2" name="Cube 3321"/>
            <p:cNvSpPr/>
            <p:nvPr/>
          </p:nvSpPr>
          <p:spPr>
            <a:xfrm>
              <a:off x="592082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3" name="Cube 3322"/>
            <p:cNvSpPr/>
            <p:nvPr/>
          </p:nvSpPr>
          <p:spPr>
            <a:xfrm>
              <a:off x="6239003"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4" name="Cube 3323"/>
            <p:cNvSpPr/>
            <p:nvPr/>
          </p:nvSpPr>
          <p:spPr>
            <a:xfrm>
              <a:off x="6557181"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5" name="Cube 3324"/>
            <p:cNvSpPr/>
            <p:nvPr/>
          </p:nvSpPr>
          <p:spPr>
            <a:xfrm>
              <a:off x="6875359"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6" name="Cube 3325"/>
            <p:cNvSpPr/>
            <p:nvPr/>
          </p:nvSpPr>
          <p:spPr>
            <a:xfrm>
              <a:off x="7193538"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7" name="Cube 3326"/>
            <p:cNvSpPr/>
            <p:nvPr/>
          </p:nvSpPr>
          <p:spPr>
            <a:xfrm>
              <a:off x="751171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8" name="Cube 3327"/>
            <p:cNvSpPr/>
            <p:nvPr/>
          </p:nvSpPr>
          <p:spPr>
            <a:xfrm>
              <a:off x="782989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9" name="Cube 3328"/>
            <p:cNvSpPr/>
            <p:nvPr/>
          </p:nvSpPr>
          <p:spPr>
            <a:xfrm>
              <a:off x="560264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0" name="Cube 3329"/>
            <p:cNvSpPr/>
            <p:nvPr/>
          </p:nvSpPr>
          <p:spPr>
            <a:xfrm>
              <a:off x="592082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1" name="Cube 3330"/>
            <p:cNvSpPr/>
            <p:nvPr/>
          </p:nvSpPr>
          <p:spPr>
            <a:xfrm>
              <a:off x="6239003"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2" name="Cube 3331"/>
            <p:cNvSpPr/>
            <p:nvPr/>
          </p:nvSpPr>
          <p:spPr>
            <a:xfrm>
              <a:off x="6557181"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3" name="Cube 3332"/>
            <p:cNvSpPr/>
            <p:nvPr/>
          </p:nvSpPr>
          <p:spPr>
            <a:xfrm>
              <a:off x="6875359"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4" name="Cube 3333"/>
            <p:cNvSpPr/>
            <p:nvPr/>
          </p:nvSpPr>
          <p:spPr>
            <a:xfrm>
              <a:off x="7193538"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5" name="Cube 3334"/>
            <p:cNvSpPr/>
            <p:nvPr/>
          </p:nvSpPr>
          <p:spPr>
            <a:xfrm>
              <a:off x="751171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6" name="Cube 3335"/>
            <p:cNvSpPr/>
            <p:nvPr/>
          </p:nvSpPr>
          <p:spPr>
            <a:xfrm>
              <a:off x="782989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7" name="Cube 3336"/>
            <p:cNvSpPr/>
            <p:nvPr/>
          </p:nvSpPr>
          <p:spPr>
            <a:xfrm>
              <a:off x="546838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8" name="Cube 3337"/>
            <p:cNvSpPr/>
            <p:nvPr/>
          </p:nvSpPr>
          <p:spPr>
            <a:xfrm>
              <a:off x="578655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9" name="Cube 3338"/>
            <p:cNvSpPr/>
            <p:nvPr/>
          </p:nvSpPr>
          <p:spPr>
            <a:xfrm>
              <a:off x="6104737"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0" name="Cube 3339"/>
            <p:cNvSpPr/>
            <p:nvPr/>
          </p:nvSpPr>
          <p:spPr>
            <a:xfrm>
              <a:off x="6422915"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1" name="Cube 3340"/>
            <p:cNvSpPr/>
            <p:nvPr/>
          </p:nvSpPr>
          <p:spPr>
            <a:xfrm>
              <a:off x="6741093"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2" name="Cube 3341"/>
            <p:cNvSpPr/>
            <p:nvPr/>
          </p:nvSpPr>
          <p:spPr>
            <a:xfrm>
              <a:off x="7059272"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3" name="Cube 3342"/>
            <p:cNvSpPr/>
            <p:nvPr/>
          </p:nvSpPr>
          <p:spPr>
            <a:xfrm>
              <a:off x="737745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4" name="Cube 3343"/>
            <p:cNvSpPr/>
            <p:nvPr/>
          </p:nvSpPr>
          <p:spPr>
            <a:xfrm>
              <a:off x="769562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5" name="Cube 3344"/>
            <p:cNvSpPr/>
            <p:nvPr/>
          </p:nvSpPr>
          <p:spPr>
            <a:xfrm>
              <a:off x="546838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6" name="Cube 3345"/>
            <p:cNvSpPr/>
            <p:nvPr/>
          </p:nvSpPr>
          <p:spPr>
            <a:xfrm>
              <a:off x="578655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7" name="Cube 3346"/>
            <p:cNvSpPr/>
            <p:nvPr/>
          </p:nvSpPr>
          <p:spPr>
            <a:xfrm>
              <a:off x="6104737"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8" name="Cube 3347"/>
            <p:cNvSpPr/>
            <p:nvPr/>
          </p:nvSpPr>
          <p:spPr>
            <a:xfrm>
              <a:off x="6422915"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9" name="Cube 3348"/>
            <p:cNvSpPr/>
            <p:nvPr/>
          </p:nvSpPr>
          <p:spPr>
            <a:xfrm>
              <a:off x="6741093"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0" name="Cube 3349"/>
            <p:cNvSpPr/>
            <p:nvPr/>
          </p:nvSpPr>
          <p:spPr>
            <a:xfrm>
              <a:off x="7059272"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1" name="Cube 3350"/>
            <p:cNvSpPr/>
            <p:nvPr/>
          </p:nvSpPr>
          <p:spPr>
            <a:xfrm>
              <a:off x="737745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2" name="Cube 3351"/>
            <p:cNvSpPr/>
            <p:nvPr/>
          </p:nvSpPr>
          <p:spPr>
            <a:xfrm>
              <a:off x="769562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3" name="Cube 3352"/>
            <p:cNvSpPr/>
            <p:nvPr/>
          </p:nvSpPr>
          <p:spPr>
            <a:xfrm>
              <a:off x="5468380" y="361687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4" name="Cube 3353"/>
            <p:cNvSpPr/>
            <p:nvPr/>
          </p:nvSpPr>
          <p:spPr>
            <a:xfrm>
              <a:off x="5786558" y="361687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5" name="Cube 3354"/>
            <p:cNvSpPr/>
            <p:nvPr/>
          </p:nvSpPr>
          <p:spPr>
            <a:xfrm>
              <a:off x="6104737"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6" name="Cube 3355"/>
            <p:cNvSpPr/>
            <p:nvPr/>
          </p:nvSpPr>
          <p:spPr>
            <a:xfrm>
              <a:off x="6422915"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7" name="Cube 3356"/>
            <p:cNvSpPr/>
            <p:nvPr/>
          </p:nvSpPr>
          <p:spPr>
            <a:xfrm>
              <a:off x="6741093"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8" name="Cube 3357"/>
            <p:cNvSpPr/>
            <p:nvPr/>
          </p:nvSpPr>
          <p:spPr>
            <a:xfrm>
              <a:off x="7059272"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9" name="Cube 3358"/>
            <p:cNvSpPr/>
            <p:nvPr/>
          </p:nvSpPr>
          <p:spPr>
            <a:xfrm>
              <a:off x="7377450"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0" name="Cube 3359"/>
            <p:cNvSpPr/>
            <p:nvPr/>
          </p:nvSpPr>
          <p:spPr>
            <a:xfrm>
              <a:off x="7695628"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1" name="Cube 3360"/>
            <p:cNvSpPr/>
            <p:nvPr/>
          </p:nvSpPr>
          <p:spPr>
            <a:xfrm>
              <a:off x="5468380" y="327922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2" name="Cube 3361"/>
            <p:cNvSpPr/>
            <p:nvPr/>
          </p:nvSpPr>
          <p:spPr>
            <a:xfrm>
              <a:off x="5786558" y="327922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3" name="Cube 3362"/>
            <p:cNvSpPr/>
            <p:nvPr/>
          </p:nvSpPr>
          <p:spPr>
            <a:xfrm>
              <a:off x="6104737"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4" name="Cube 3363"/>
            <p:cNvSpPr/>
            <p:nvPr/>
          </p:nvSpPr>
          <p:spPr>
            <a:xfrm>
              <a:off x="6422915"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5" name="Cube 3364"/>
            <p:cNvSpPr/>
            <p:nvPr/>
          </p:nvSpPr>
          <p:spPr>
            <a:xfrm>
              <a:off x="6741093"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6" name="Cube 3365"/>
            <p:cNvSpPr/>
            <p:nvPr/>
          </p:nvSpPr>
          <p:spPr>
            <a:xfrm>
              <a:off x="7059272"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7" name="Cube 3366"/>
            <p:cNvSpPr/>
            <p:nvPr/>
          </p:nvSpPr>
          <p:spPr>
            <a:xfrm>
              <a:off x="7377450"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8" name="Cube 3367"/>
            <p:cNvSpPr/>
            <p:nvPr/>
          </p:nvSpPr>
          <p:spPr>
            <a:xfrm>
              <a:off x="7695628"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9" name="Cube 3368"/>
            <p:cNvSpPr/>
            <p:nvPr/>
          </p:nvSpPr>
          <p:spPr>
            <a:xfrm>
              <a:off x="5468380" y="294157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0" name="Cube 3369"/>
            <p:cNvSpPr/>
            <p:nvPr/>
          </p:nvSpPr>
          <p:spPr>
            <a:xfrm>
              <a:off x="5786558" y="294157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1" name="Cube 3370"/>
            <p:cNvSpPr/>
            <p:nvPr/>
          </p:nvSpPr>
          <p:spPr>
            <a:xfrm>
              <a:off x="6104737"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2" name="Cube 3371"/>
            <p:cNvSpPr/>
            <p:nvPr/>
          </p:nvSpPr>
          <p:spPr>
            <a:xfrm>
              <a:off x="6422915"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3" name="Cube 3372"/>
            <p:cNvSpPr/>
            <p:nvPr/>
          </p:nvSpPr>
          <p:spPr>
            <a:xfrm>
              <a:off x="6741093"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4" name="Cube 3373"/>
            <p:cNvSpPr/>
            <p:nvPr/>
          </p:nvSpPr>
          <p:spPr>
            <a:xfrm>
              <a:off x="7059272"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5" name="Cube 3374"/>
            <p:cNvSpPr/>
            <p:nvPr/>
          </p:nvSpPr>
          <p:spPr>
            <a:xfrm>
              <a:off x="7377450"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6" name="Cube 3375"/>
            <p:cNvSpPr/>
            <p:nvPr/>
          </p:nvSpPr>
          <p:spPr>
            <a:xfrm>
              <a:off x="7695628"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7" name="Cube 3376"/>
            <p:cNvSpPr/>
            <p:nvPr/>
          </p:nvSpPr>
          <p:spPr>
            <a:xfrm>
              <a:off x="5468380" y="260391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8" name="Cube 3377"/>
            <p:cNvSpPr/>
            <p:nvPr/>
          </p:nvSpPr>
          <p:spPr>
            <a:xfrm>
              <a:off x="5786558" y="260391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9" name="Cube 3378"/>
            <p:cNvSpPr/>
            <p:nvPr/>
          </p:nvSpPr>
          <p:spPr>
            <a:xfrm>
              <a:off x="6104737"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0" name="Cube 3379"/>
            <p:cNvSpPr/>
            <p:nvPr/>
          </p:nvSpPr>
          <p:spPr>
            <a:xfrm>
              <a:off x="6422915"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1" name="Cube 3380"/>
            <p:cNvSpPr/>
            <p:nvPr/>
          </p:nvSpPr>
          <p:spPr>
            <a:xfrm>
              <a:off x="6741093"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2" name="Cube 3381"/>
            <p:cNvSpPr/>
            <p:nvPr/>
          </p:nvSpPr>
          <p:spPr>
            <a:xfrm>
              <a:off x="7059272"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3" name="Cube 3382"/>
            <p:cNvSpPr/>
            <p:nvPr/>
          </p:nvSpPr>
          <p:spPr>
            <a:xfrm>
              <a:off x="7377450"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4" name="Cube 3383"/>
            <p:cNvSpPr/>
            <p:nvPr/>
          </p:nvSpPr>
          <p:spPr>
            <a:xfrm>
              <a:off x="7695628"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5" name="Cube 3384"/>
            <p:cNvSpPr/>
            <p:nvPr/>
          </p:nvSpPr>
          <p:spPr>
            <a:xfrm>
              <a:off x="546838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6" name="Cube 3385"/>
            <p:cNvSpPr/>
            <p:nvPr/>
          </p:nvSpPr>
          <p:spPr>
            <a:xfrm>
              <a:off x="578655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7" name="Cube 3386"/>
            <p:cNvSpPr/>
            <p:nvPr/>
          </p:nvSpPr>
          <p:spPr>
            <a:xfrm>
              <a:off x="6104737"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8" name="Cube 3387"/>
            <p:cNvSpPr/>
            <p:nvPr/>
          </p:nvSpPr>
          <p:spPr>
            <a:xfrm>
              <a:off x="6422915"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9" name="Cube 3388"/>
            <p:cNvSpPr/>
            <p:nvPr/>
          </p:nvSpPr>
          <p:spPr>
            <a:xfrm>
              <a:off x="6741093"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0" name="Cube 3389"/>
            <p:cNvSpPr/>
            <p:nvPr/>
          </p:nvSpPr>
          <p:spPr>
            <a:xfrm>
              <a:off x="7059272"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1" name="Cube 3390"/>
            <p:cNvSpPr/>
            <p:nvPr/>
          </p:nvSpPr>
          <p:spPr>
            <a:xfrm>
              <a:off x="737745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2" name="Cube 3391"/>
            <p:cNvSpPr/>
            <p:nvPr/>
          </p:nvSpPr>
          <p:spPr>
            <a:xfrm>
              <a:off x="769562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3" name="Cube 3392"/>
            <p:cNvSpPr/>
            <p:nvPr/>
          </p:nvSpPr>
          <p:spPr>
            <a:xfrm>
              <a:off x="546838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4" name="Cube 3393"/>
            <p:cNvSpPr/>
            <p:nvPr/>
          </p:nvSpPr>
          <p:spPr>
            <a:xfrm>
              <a:off x="578655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5" name="Cube 3394"/>
            <p:cNvSpPr/>
            <p:nvPr/>
          </p:nvSpPr>
          <p:spPr>
            <a:xfrm>
              <a:off x="6104737"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6" name="Cube 3395"/>
            <p:cNvSpPr/>
            <p:nvPr/>
          </p:nvSpPr>
          <p:spPr>
            <a:xfrm>
              <a:off x="6422915"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7" name="Cube 3396"/>
            <p:cNvSpPr/>
            <p:nvPr/>
          </p:nvSpPr>
          <p:spPr>
            <a:xfrm>
              <a:off x="6741093"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8" name="Cube 3397"/>
            <p:cNvSpPr/>
            <p:nvPr/>
          </p:nvSpPr>
          <p:spPr>
            <a:xfrm>
              <a:off x="7059272"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9" name="Cube 3398"/>
            <p:cNvSpPr/>
            <p:nvPr/>
          </p:nvSpPr>
          <p:spPr>
            <a:xfrm>
              <a:off x="737745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0" name="Cube 3399"/>
            <p:cNvSpPr/>
            <p:nvPr/>
          </p:nvSpPr>
          <p:spPr>
            <a:xfrm>
              <a:off x="769562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1" name="Cube 3400"/>
            <p:cNvSpPr/>
            <p:nvPr/>
          </p:nvSpPr>
          <p:spPr>
            <a:xfrm>
              <a:off x="533411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2" name="Cube 3401"/>
            <p:cNvSpPr/>
            <p:nvPr/>
          </p:nvSpPr>
          <p:spPr>
            <a:xfrm>
              <a:off x="565229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3" name="Cube 3402"/>
            <p:cNvSpPr/>
            <p:nvPr/>
          </p:nvSpPr>
          <p:spPr>
            <a:xfrm>
              <a:off x="5970471"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4" name="Cube 3403"/>
            <p:cNvSpPr/>
            <p:nvPr/>
          </p:nvSpPr>
          <p:spPr>
            <a:xfrm>
              <a:off x="6288649"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5" name="Cube 3404"/>
            <p:cNvSpPr/>
            <p:nvPr/>
          </p:nvSpPr>
          <p:spPr>
            <a:xfrm>
              <a:off x="6606827"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6" name="Cube 3405"/>
            <p:cNvSpPr/>
            <p:nvPr/>
          </p:nvSpPr>
          <p:spPr>
            <a:xfrm>
              <a:off x="6925006"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7" name="Cube 3406"/>
            <p:cNvSpPr/>
            <p:nvPr/>
          </p:nvSpPr>
          <p:spPr>
            <a:xfrm>
              <a:off x="724318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8" name="Cube 3407"/>
            <p:cNvSpPr/>
            <p:nvPr/>
          </p:nvSpPr>
          <p:spPr>
            <a:xfrm>
              <a:off x="756136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9" name="Cube 3408"/>
            <p:cNvSpPr/>
            <p:nvPr/>
          </p:nvSpPr>
          <p:spPr>
            <a:xfrm>
              <a:off x="533411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0" name="Cube 3409"/>
            <p:cNvSpPr/>
            <p:nvPr/>
          </p:nvSpPr>
          <p:spPr>
            <a:xfrm>
              <a:off x="565229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1" name="Cube 3410"/>
            <p:cNvSpPr/>
            <p:nvPr/>
          </p:nvSpPr>
          <p:spPr>
            <a:xfrm>
              <a:off x="5970471"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2" name="Cube 3411"/>
            <p:cNvSpPr/>
            <p:nvPr/>
          </p:nvSpPr>
          <p:spPr>
            <a:xfrm>
              <a:off x="6288649"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3" name="Cube 3412"/>
            <p:cNvSpPr/>
            <p:nvPr/>
          </p:nvSpPr>
          <p:spPr>
            <a:xfrm>
              <a:off x="6606827"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4" name="Cube 3413"/>
            <p:cNvSpPr/>
            <p:nvPr/>
          </p:nvSpPr>
          <p:spPr>
            <a:xfrm>
              <a:off x="6925006"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5" name="Cube 3414"/>
            <p:cNvSpPr/>
            <p:nvPr/>
          </p:nvSpPr>
          <p:spPr>
            <a:xfrm>
              <a:off x="724318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6" name="Cube 3415"/>
            <p:cNvSpPr/>
            <p:nvPr/>
          </p:nvSpPr>
          <p:spPr>
            <a:xfrm>
              <a:off x="756136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7" name="Cube 3416"/>
            <p:cNvSpPr/>
            <p:nvPr/>
          </p:nvSpPr>
          <p:spPr>
            <a:xfrm>
              <a:off x="533411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8" name="Cube 3417"/>
            <p:cNvSpPr/>
            <p:nvPr/>
          </p:nvSpPr>
          <p:spPr>
            <a:xfrm>
              <a:off x="565229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9" name="Cube 3418"/>
            <p:cNvSpPr/>
            <p:nvPr/>
          </p:nvSpPr>
          <p:spPr>
            <a:xfrm>
              <a:off x="5970471"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0" name="Cube 3419"/>
            <p:cNvSpPr/>
            <p:nvPr/>
          </p:nvSpPr>
          <p:spPr>
            <a:xfrm>
              <a:off x="6288649"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1" name="Cube 3420"/>
            <p:cNvSpPr/>
            <p:nvPr/>
          </p:nvSpPr>
          <p:spPr>
            <a:xfrm>
              <a:off x="6606827"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2" name="Cube 3421"/>
            <p:cNvSpPr/>
            <p:nvPr/>
          </p:nvSpPr>
          <p:spPr>
            <a:xfrm>
              <a:off x="6925006"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3" name="Cube 3422"/>
            <p:cNvSpPr/>
            <p:nvPr/>
          </p:nvSpPr>
          <p:spPr>
            <a:xfrm>
              <a:off x="724318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4" name="Cube 3423"/>
            <p:cNvSpPr/>
            <p:nvPr/>
          </p:nvSpPr>
          <p:spPr>
            <a:xfrm>
              <a:off x="756136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5" name="Cube 3424"/>
            <p:cNvSpPr/>
            <p:nvPr/>
          </p:nvSpPr>
          <p:spPr>
            <a:xfrm>
              <a:off x="5334114" y="339818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6" name="Cube 3425"/>
            <p:cNvSpPr/>
            <p:nvPr/>
          </p:nvSpPr>
          <p:spPr>
            <a:xfrm>
              <a:off x="5652292" y="339818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7" name="Cube 3426"/>
            <p:cNvSpPr/>
            <p:nvPr/>
          </p:nvSpPr>
          <p:spPr>
            <a:xfrm>
              <a:off x="5970471"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8" name="Cube 3427"/>
            <p:cNvSpPr/>
            <p:nvPr/>
          </p:nvSpPr>
          <p:spPr>
            <a:xfrm>
              <a:off x="6288649"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9" name="Cube 3428"/>
            <p:cNvSpPr/>
            <p:nvPr/>
          </p:nvSpPr>
          <p:spPr>
            <a:xfrm>
              <a:off x="6606827"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0" name="Cube 3429"/>
            <p:cNvSpPr/>
            <p:nvPr/>
          </p:nvSpPr>
          <p:spPr>
            <a:xfrm>
              <a:off x="6925006"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1" name="Cube 3430"/>
            <p:cNvSpPr/>
            <p:nvPr/>
          </p:nvSpPr>
          <p:spPr>
            <a:xfrm>
              <a:off x="7243184"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2" name="Cube 3431"/>
            <p:cNvSpPr/>
            <p:nvPr/>
          </p:nvSpPr>
          <p:spPr>
            <a:xfrm>
              <a:off x="7561362"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3" name="Cube 3432"/>
            <p:cNvSpPr/>
            <p:nvPr/>
          </p:nvSpPr>
          <p:spPr>
            <a:xfrm>
              <a:off x="5334114" y="306053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4" name="Cube 3433"/>
            <p:cNvSpPr/>
            <p:nvPr/>
          </p:nvSpPr>
          <p:spPr>
            <a:xfrm>
              <a:off x="5652292" y="306053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5" name="Cube 3434"/>
            <p:cNvSpPr/>
            <p:nvPr/>
          </p:nvSpPr>
          <p:spPr>
            <a:xfrm>
              <a:off x="5970471"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6" name="Cube 3435"/>
            <p:cNvSpPr/>
            <p:nvPr/>
          </p:nvSpPr>
          <p:spPr>
            <a:xfrm>
              <a:off x="6288649"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7" name="Cube 3436"/>
            <p:cNvSpPr/>
            <p:nvPr/>
          </p:nvSpPr>
          <p:spPr>
            <a:xfrm>
              <a:off x="6606827"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8" name="Cube 3437"/>
            <p:cNvSpPr/>
            <p:nvPr/>
          </p:nvSpPr>
          <p:spPr>
            <a:xfrm>
              <a:off x="6925006"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9" name="Cube 3438"/>
            <p:cNvSpPr/>
            <p:nvPr/>
          </p:nvSpPr>
          <p:spPr>
            <a:xfrm>
              <a:off x="7243184"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0" name="Cube 3439"/>
            <p:cNvSpPr/>
            <p:nvPr/>
          </p:nvSpPr>
          <p:spPr>
            <a:xfrm>
              <a:off x="7561362"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1" name="Cube 3440"/>
            <p:cNvSpPr/>
            <p:nvPr/>
          </p:nvSpPr>
          <p:spPr>
            <a:xfrm>
              <a:off x="5334114" y="272288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2" name="Cube 3441"/>
            <p:cNvSpPr/>
            <p:nvPr/>
          </p:nvSpPr>
          <p:spPr>
            <a:xfrm>
              <a:off x="5652292" y="272288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3" name="Cube 3442"/>
            <p:cNvSpPr/>
            <p:nvPr/>
          </p:nvSpPr>
          <p:spPr>
            <a:xfrm>
              <a:off x="5970471"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4" name="Cube 3443"/>
            <p:cNvSpPr/>
            <p:nvPr/>
          </p:nvSpPr>
          <p:spPr>
            <a:xfrm>
              <a:off x="6288649"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5" name="Cube 3444"/>
            <p:cNvSpPr/>
            <p:nvPr/>
          </p:nvSpPr>
          <p:spPr>
            <a:xfrm>
              <a:off x="6606827"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6" name="Cube 3445"/>
            <p:cNvSpPr/>
            <p:nvPr/>
          </p:nvSpPr>
          <p:spPr>
            <a:xfrm>
              <a:off x="6925006"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7" name="Cube 3446"/>
            <p:cNvSpPr/>
            <p:nvPr/>
          </p:nvSpPr>
          <p:spPr>
            <a:xfrm>
              <a:off x="7243184"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8" name="Cube 3447"/>
            <p:cNvSpPr/>
            <p:nvPr/>
          </p:nvSpPr>
          <p:spPr>
            <a:xfrm>
              <a:off x="7561362"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9" name="Cube 3448"/>
            <p:cNvSpPr/>
            <p:nvPr/>
          </p:nvSpPr>
          <p:spPr>
            <a:xfrm>
              <a:off x="5334114" y="238522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0" name="Cube 3449"/>
            <p:cNvSpPr/>
            <p:nvPr/>
          </p:nvSpPr>
          <p:spPr>
            <a:xfrm>
              <a:off x="5652292" y="238522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1" name="Cube 3450"/>
            <p:cNvSpPr/>
            <p:nvPr/>
          </p:nvSpPr>
          <p:spPr>
            <a:xfrm>
              <a:off x="5970471"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2" name="Cube 3451"/>
            <p:cNvSpPr/>
            <p:nvPr/>
          </p:nvSpPr>
          <p:spPr>
            <a:xfrm>
              <a:off x="6288649"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3" name="Cube 3452"/>
            <p:cNvSpPr/>
            <p:nvPr/>
          </p:nvSpPr>
          <p:spPr>
            <a:xfrm>
              <a:off x="6606827"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4" name="Cube 3453"/>
            <p:cNvSpPr/>
            <p:nvPr/>
          </p:nvSpPr>
          <p:spPr>
            <a:xfrm>
              <a:off x="6925006"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5" name="Cube 3454"/>
            <p:cNvSpPr/>
            <p:nvPr/>
          </p:nvSpPr>
          <p:spPr>
            <a:xfrm>
              <a:off x="7243184"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6" name="Cube 3455"/>
            <p:cNvSpPr/>
            <p:nvPr/>
          </p:nvSpPr>
          <p:spPr>
            <a:xfrm>
              <a:off x="7561362"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7" name="Cube 3456"/>
            <p:cNvSpPr/>
            <p:nvPr/>
          </p:nvSpPr>
          <p:spPr>
            <a:xfrm>
              <a:off x="533411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8" name="Cube 3457"/>
            <p:cNvSpPr/>
            <p:nvPr/>
          </p:nvSpPr>
          <p:spPr>
            <a:xfrm>
              <a:off x="565229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9" name="Cube 3458"/>
            <p:cNvSpPr/>
            <p:nvPr/>
          </p:nvSpPr>
          <p:spPr>
            <a:xfrm>
              <a:off x="5970471"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0" name="Cube 3459"/>
            <p:cNvSpPr/>
            <p:nvPr/>
          </p:nvSpPr>
          <p:spPr>
            <a:xfrm>
              <a:off x="6288649"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1" name="Cube 3460"/>
            <p:cNvSpPr/>
            <p:nvPr/>
          </p:nvSpPr>
          <p:spPr>
            <a:xfrm>
              <a:off x="6606827"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2" name="Cube 3461"/>
            <p:cNvSpPr/>
            <p:nvPr/>
          </p:nvSpPr>
          <p:spPr>
            <a:xfrm>
              <a:off x="6925006"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3" name="Cube 3462"/>
            <p:cNvSpPr/>
            <p:nvPr/>
          </p:nvSpPr>
          <p:spPr>
            <a:xfrm>
              <a:off x="724318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4" name="Cube 3463"/>
            <p:cNvSpPr/>
            <p:nvPr/>
          </p:nvSpPr>
          <p:spPr>
            <a:xfrm>
              <a:off x="756136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5" name="Cube 3464"/>
            <p:cNvSpPr/>
            <p:nvPr/>
          </p:nvSpPr>
          <p:spPr>
            <a:xfrm>
              <a:off x="519984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6" name="Cube 3465"/>
            <p:cNvSpPr/>
            <p:nvPr/>
          </p:nvSpPr>
          <p:spPr>
            <a:xfrm>
              <a:off x="551802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7" name="Cube 3466"/>
            <p:cNvSpPr/>
            <p:nvPr/>
          </p:nvSpPr>
          <p:spPr>
            <a:xfrm>
              <a:off x="5836205"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8" name="Cube 3467"/>
            <p:cNvSpPr/>
            <p:nvPr/>
          </p:nvSpPr>
          <p:spPr>
            <a:xfrm>
              <a:off x="6154383"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9" name="Cube 3468"/>
            <p:cNvSpPr/>
            <p:nvPr/>
          </p:nvSpPr>
          <p:spPr>
            <a:xfrm>
              <a:off x="6472561"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0" name="Cube 3469"/>
            <p:cNvSpPr/>
            <p:nvPr/>
          </p:nvSpPr>
          <p:spPr>
            <a:xfrm>
              <a:off x="6790740"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1" name="Cube 3470"/>
            <p:cNvSpPr/>
            <p:nvPr/>
          </p:nvSpPr>
          <p:spPr>
            <a:xfrm>
              <a:off x="710891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2" name="Cube 3471"/>
            <p:cNvSpPr/>
            <p:nvPr/>
          </p:nvSpPr>
          <p:spPr>
            <a:xfrm>
              <a:off x="742709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3" name="Cube 3472"/>
            <p:cNvSpPr/>
            <p:nvPr/>
          </p:nvSpPr>
          <p:spPr>
            <a:xfrm>
              <a:off x="519984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4" name="Cube 3473"/>
            <p:cNvSpPr/>
            <p:nvPr/>
          </p:nvSpPr>
          <p:spPr>
            <a:xfrm>
              <a:off x="551802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5" name="Cube 3474"/>
            <p:cNvSpPr/>
            <p:nvPr/>
          </p:nvSpPr>
          <p:spPr>
            <a:xfrm>
              <a:off x="5836205"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6" name="Cube 3475"/>
            <p:cNvSpPr/>
            <p:nvPr/>
          </p:nvSpPr>
          <p:spPr>
            <a:xfrm>
              <a:off x="6154383"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7" name="Cube 3476"/>
            <p:cNvSpPr/>
            <p:nvPr/>
          </p:nvSpPr>
          <p:spPr>
            <a:xfrm>
              <a:off x="6472561"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8" name="Cube 3477"/>
            <p:cNvSpPr/>
            <p:nvPr/>
          </p:nvSpPr>
          <p:spPr>
            <a:xfrm>
              <a:off x="6790740"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9" name="Cube 3478"/>
            <p:cNvSpPr/>
            <p:nvPr/>
          </p:nvSpPr>
          <p:spPr>
            <a:xfrm>
              <a:off x="710891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0" name="Cube 3479"/>
            <p:cNvSpPr/>
            <p:nvPr/>
          </p:nvSpPr>
          <p:spPr>
            <a:xfrm>
              <a:off x="742709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1" name="Cube 3480"/>
            <p:cNvSpPr/>
            <p:nvPr/>
          </p:nvSpPr>
          <p:spPr>
            <a:xfrm>
              <a:off x="519984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2" name="Cube 3481"/>
            <p:cNvSpPr/>
            <p:nvPr/>
          </p:nvSpPr>
          <p:spPr>
            <a:xfrm>
              <a:off x="551802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3" name="Cube 3482"/>
            <p:cNvSpPr/>
            <p:nvPr/>
          </p:nvSpPr>
          <p:spPr>
            <a:xfrm>
              <a:off x="5836205"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4" name="Cube 3483"/>
            <p:cNvSpPr/>
            <p:nvPr/>
          </p:nvSpPr>
          <p:spPr>
            <a:xfrm>
              <a:off x="6154383"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5" name="Cube 3484"/>
            <p:cNvSpPr/>
            <p:nvPr/>
          </p:nvSpPr>
          <p:spPr>
            <a:xfrm>
              <a:off x="6472561"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6" name="Cube 3485"/>
            <p:cNvSpPr/>
            <p:nvPr/>
          </p:nvSpPr>
          <p:spPr>
            <a:xfrm>
              <a:off x="6790740"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7" name="Cube 3486"/>
            <p:cNvSpPr/>
            <p:nvPr/>
          </p:nvSpPr>
          <p:spPr>
            <a:xfrm>
              <a:off x="710891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8" name="Cube 3487"/>
            <p:cNvSpPr/>
            <p:nvPr/>
          </p:nvSpPr>
          <p:spPr>
            <a:xfrm>
              <a:off x="742709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9" name="Cube 3488"/>
            <p:cNvSpPr/>
            <p:nvPr/>
          </p:nvSpPr>
          <p:spPr>
            <a:xfrm>
              <a:off x="5199848"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0" name="Cube 3489"/>
            <p:cNvSpPr/>
            <p:nvPr/>
          </p:nvSpPr>
          <p:spPr>
            <a:xfrm>
              <a:off x="5518026"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1" name="Cube 3490"/>
            <p:cNvSpPr/>
            <p:nvPr/>
          </p:nvSpPr>
          <p:spPr>
            <a:xfrm>
              <a:off x="5836205"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2" name="Cube 3491"/>
            <p:cNvSpPr/>
            <p:nvPr/>
          </p:nvSpPr>
          <p:spPr>
            <a:xfrm>
              <a:off x="6154383"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3" name="Cube 3492"/>
            <p:cNvSpPr/>
            <p:nvPr/>
          </p:nvSpPr>
          <p:spPr>
            <a:xfrm>
              <a:off x="6472561"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4" name="Cube 3493"/>
            <p:cNvSpPr/>
            <p:nvPr/>
          </p:nvSpPr>
          <p:spPr>
            <a:xfrm>
              <a:off x="6790740"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5" name="Cube 3494"/>
            <p:cNvSpPr/>
            <p:nvPr/>
          </p:nvSpPr>
          <p:spPr>
            <a:xfrm>
              <a:off x="7108918"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6" name="Cube 3495"/>
            <p:cNvSpPr/>
            <p:nvPr/>
          </p:nvSpPr>
          <p:spPr>
            <a:xfrm>
              <a:off x="7427096"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7" name="Cube 3496"/>
            <p:cNvSpPr/>
            <p:nvPr/>
          </p:nvSpPr>
          <p:spPr>
            <a:xfrm>
              <a:off x="5199848"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8" name="Cube 3497"/>
            <p:cNvSpPr/>
            <p:nvPr/>
          </p:nvSpPr>
          <p:spPr>
            <a:xfrm>
              <a:off x="5518026"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9" name="Cube 3498"/>
            <p:cNvSpPr/>
            <p:nvPr/>
          </p:nvSpPr>
          <p:spPr>
            <a:xfrm>
              <a:off x="5836205"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0" name="Cube 3499"/>
            <p:cNvSpPr/>
            <p:nvPr/>
          </p:nvSpPr>
          <p:spPr>
            <a:xfrm>
              <a:off x="6154383"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1" name="Cube 3500"/>
            <p:cNvSpPr/>
            <p:nvPr/>
          </p:nvSpPr>
          <p:spPr>
            <a:xfrm>
              <a:off x="6472561"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2" name="Cube 3501"/>
            <p:cNvSpPr/>
            <p:nvPr/>
          </p:nvSpPr>
          <p:spPr>
            <a:xfrm>
              <a:off x="6790740"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3" name="Cube 3502"/>
            <p:cNvSpPr/>
            <p:nvPr/>
          </p:nvSpPr>
          <p:spPr>
            <a:xfrm>
              <a:off x="7108918"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4" name="Cube 3503"/>
            <p:cNvSpPr/>
            <p:nvPr/>
          </p:nvSpPr>
          <p:spPr>
            <a:xfrm>
              <a:off x="7427096"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5" name="Cube 3504"/>
            <p:cNvSpPr/>
            <p:nvPr/>
          </p:nvSpPr>
          <p:spPr>
            <a:xfrm>
              <a:off x="5199848"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6" name="Cube 3505"/>
            <p:cNvSpPr/>
            <p:nvPr/>
          </p:nvSpPr>
          <p:spPr>
            <a:xfrm>
              <a:off x="5518026"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7" name="Cube 3506"/>
            <p:cNvSpPr/>
            <p:nvPr/>
          </p:nvSpPr>
          <p:spPr>
            <a:xfrm>
              <a:off x="5836205"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8" name="Cube 3507"/>
            <p:cNvSpPr/>
            <p:nvPr/>
          </p:nvSpPr>
          <p:spPr>
            <a:xfrm>
              <a:off x="6154383"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9" name="Cube 3508"/>
            <p:cNvSpPr/>
            <p:nvPr/>
          </p:nvSpPr>
          <p:spPr>
            <a:xfrm>
              <a:off x="6472561"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0" name="Cube 3509"/>
            <p:cNvSpPr/>
            <p:nvPr/>
          </p:nvSpPr>
          <p:spPr>
            <a:xfrm>
              <a:off x="6790740"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1" name="Cube 3510"/>
            <p:cNvSpPr/>
            <p:nvPr/>
          </p:nvSpPr>
          <p:spPr>
            <a:xfrm>
              <a:off x="7108918"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2" name="Cube 3511"/>
            <p:cNvSpPr/>
            <p:nvPr/>
          </p:nvSpPr>
          <p:spPr>
            <a:xfrm>
              <a:off x="7427096"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3" name="Cube 3512"/>
            <p:cNvSpPr/>
            <p:nvPr/>
          </p:nvSpPr>
          <p:spPr>
            <a:xfrm>
              <a:off x="5199848"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4" name="Cube 3513"/>
            <p:cNvSpPr/>
            <p:nvPr/>
          </p:nvSpPr>
          <p:spPr>
            <a:xfrm>
              <a:off x="5518026"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5" name="Cube 3514"/>
            <p:cNvSpPr/>
            <p:nvPr/>
          </p:nvSpPr>
          <p:spPr>
            <a:xfrm>
              <a:off x="5836205"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6" name="Cube 3515"/>
            <p:cNvSpPr/>
            <p:nvPr/>
          </p:nvSpPr>
          <p:spPr>
            <a:xfrm>
              <a:off x="6154383"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7" name="Cube 3516"/>
            <p:cNvSpPr/>
            <p:nvPr/>
          </p:nvSpPr>
          <p:spPr>
            <a:xfrm>
              <a:off x="6472561"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8" name="Cube 3517"/>
            <p:cNvSpPr/>
            <p:nvPr/>
          </p:nvSpPr>
          <p:spPr>
            <a:xfrm>
              <a:off x="6790740"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9" name="Cube 3518"/>
            <p:cNvSpPr/>
            <p:nvPr/>
          </p:nvSpPr>
          <p:spPr>
            <a:xfrm>
              <a:off x="7108918"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0" name="Cube 3519"/>
            <p:cNvSpPr/>
            <p:nvPr/>
          </p:nvSpPr>
          <p:spPr>
            <a:xfrm>
              <a:off x="7427096"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1" name="Cube 3520"/>
            <p:cNvSpPr/>
            <p:nvPr/>
          </p:nvSpPr>
          <p:spPr>
            <a:xfrm>
              <a:off x="5199848"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2" name="Cube 3521"/>
            <p:cNvSpPr/>
            <p:nvPr/>
          </p:nvSpPr>
          <p:spPr>
            <a:xfrm>
              <a:off x="5518026"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3" name="Cube 3522"/>
            <p:cNvSpPr/>
            <p:nvPr/>
          </p:nvSpPr>
          <p:spPr>
            <a:xfrm>
              <a:off x="5836205"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4" name="Cube 3523"/>
            <p:cNvSpPr/>
            <p:nvPr/>
          </p:nvSpPr>
          <p:spPr>
            <a:xfrm>
              <a:off x="6154383"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5" name="Cube 3524"/>
            <p:cNvSpPr/>
            <p:nvPr/>
          </p:nvSpPr>
          <p:spPr>
            <a:xfrm>
              <a:off x="6472561"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6" name="Cube 3525"/>
            <p:cNvSpPr/>
            <p:nvPr/>
          </p:nvSpPr>
          <p:spPr>
            <a:xfrm>
              <a:off x="6790740"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7" name="Cube 3526"/>
            <p:cNvSpPr/>
            <p:nvPr/>
          </p:nvSpPr>
          <p:spPr>
            <a:xfrm>
              <a:off x="7108918"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8" name="Cube 3527"/>
            <p:cNvSpPr/>
            <p:nvPr/>
          </p:nvSpPr>
          <p:spPr>
            <a:xfrm>
              <a:off x="7427096"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9" name="Cube 3528"/>
            <p:cNvSpPr/>
            <p:nvPr/>
          </p:nvSpPr>
          <p:spPr>
            <a:xfrm>
              <a:off x="506558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0" name="Cube 3529"/>
            <p:cNvSpPr/>
            <p:nvPr/>
          </p:nvSpPr>
          <p:spPr>
            <a:xfrm>
              <a:off x="538376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1" name="Cube 3530"/>
            <p:cNvSpPr/>
            <p:nvPr/>
          </p:nvSpPr>
          <p:spPr>
            <a:xfrm>
              <a:off x="5701939"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2" name="Cube 3531"/>
            <p:cNvSpPr/>
            <p:nvPr/>
          </p:nvSpPr>
          <p:spPr>
            <a:xfrm>
              <a:off x="6020117"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3" name="Cube 3532"/>
            <p:cNvSpPr/>
            <p:nvPr/>
          </p:nvSpPr>
          <p:spPr>
            <a:xfrm>
              <a:off x="6338295"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4" name="Cube 3533"/>
            <p:cNvSpPr/>
            <p:nvPr/>
          </p:nvSpPr>
          <p:spPr>
            <a:xfrm>
              <a:off x="6656474"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5" name="Cube 3534"/>
            <p:cNvSpPr/>
            <p:nvPr/>
          </p:nvSpPr>
          <p:spPr>
            <a:xfrm>
              <a:off x="697465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6" name="Cube 3535"/>
            <p:cNvSpPr/>
            <p:nvPr/>
          </p:nvSpPr>
          <p:spPr>
            <a:xfrm>
              <a:off x="729283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7" name="Cube 3536"/>
            <p:cNvSpPr/>
            <p:nvPr/>
          </p:nvSpPr>
          <p:spPr>
            <a:xfrm>
              <a:off x="506558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8" name="Cube 3537"/>
            <p:cNvSpPr/>
            <p:nvPr/>
          </p:nvSpPr>
          <p:spPr>
            <a:xfrm>
              <a:off x="538376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9" name="Cube 3538"/>
            <p:cNvSpPr/>
            <p:nvPr/>
          </p:nvSpPr>
          <p:spPr>
            <a:xfrm>
              <a:off x="5701939"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0" name="Cube 3539"/>
            <p:cNvSpPr/>
            <p:nvPr/>
          </p:nvSpPr>
          <p:spPr>
            <a:xfrm>
              <a:off x="6020117"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1" name="Cube 3540"/>
            <p:cNvSpPr/>
            <p:nvPr/>
          </p:nvSpPr>
          <p:spPr>
            <a:xfrm>
              <a:off x="6338295"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2" name="Cube 3541"/>
            <p:cNvSpPr/>
            <p:nvPr/>
          </p:nvSpPr>
          <p:spPr>
            <a:xfrm>
              <a:off x="6656474"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3" name="Cube 3542"/>
            <p:cNvSpPr/>
            <p:nvPr/>
          </p:nvSpPr>
          <p:spPr>
            <a:xfrm>
              <a:off x="697465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4" name="Cube 3543"/>
            <p:cNvSpPr/>
            <p:nvPr/>
          </p:nvSpPr>
          <p:spPr>
            <a:xfrm>
              <a:off x="729283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5" name="Cube 3544"/>
            <p:cNvSpPr/>
            <p:nvPr/>
          </p:nvSpPr>
          <p:spPr>
            <a:xfrm>
              <a:off x="506558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6" name="Cube 3545"/>
            <p:cNvSpPr/>
            <p:nvPr/>
          </p:nvSpPr>
          <p:spPr>
            <a:xfrm>
              <a:off x="538376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7" name="Cube 3546"/>
            <p:cNvSpPr/>
            <p:nvPr/>
          </p:nvSpPr>
          <p:spPr>
            <a:xfrm>
              <a:off x="5701939"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8" name="Cube 3547"/>
            <p:cNvSpPr/>
            <p:nvPr/>
          </p:nvSpPr>
          <p:spPr>
            <a:xfrm>
              <a:off x="6020117"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9" name="Cube 3548"/>
            <p:cNvSpPr/>
            <p:nvPr/>
          </p:nvSpPr>
          <p:spPr>
            <a:xfrm>
              <a:off x="6338295"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0" name="Cube 3549"/>
            <p:cNvSpPr/>
            <p:nvPr/>
          </p:nvSpPr>
          <p:spPr>
            <a:xfrm>
              <a:off x="6656474"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1" name="Cube 3550"/>
            <p:cNvSpPr/>
            <p:nvPr/>
          </p:nvSpPr>
          <p:spPr>
            <a:xfrm>
              <a:off x="697465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2" name="Cube 3551"/>
            <p:cNvSpPr/>
            <p:nvPr/>
          </p:nvSpPr>
          <p:spPr>
            <a:xfrm>
              <a:off x="729283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3" name="Cube 3552"/>
            <p:cNvSpPr/>
            <p:nvPr/>
          </p:nvSpPr>
          <p:spPr>
            <a:xfrm>
              <a:off x="5065582"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4" name="Cube 3553"/>
            <p:cNvSpPr/>
            <p:nvPr/>
          </p:nvSpPr>
          <p:spPr>
            <a:xfrm>
              <a:off x="5383760"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5" name="Cube 3554"/>
            <p:cNvSpPr/>
            <p:nvPr/>
          </p:nvSpPr>
          <p:spPr>
            <a:xfrm>
              <a:off x="5701939"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6" name="Cube 3555"/>
            <p:cNvSpPr/>
            <p:nvPr/>
          </p:nvSpPr>
          <p:spPr>
            <a:xfrm>
              <a:off x="6020117"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7" name="Cube 3556"/>
            <p:cNvSpPr/>
            <p:nvPr/>
          </p:nvSpPr>
          <p:spPr>
            <a:xfrm>
              <a:off x="6338295"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8" name="Cube 3557"/>
            <p:cNvSpPr/>
            <p:nvPr/>
          </p:nvSpPr>
          <p:spPr>
            <a:xfrm>
              <a:off x="6656474"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9" name="Cube 3558"/>
            <p:cNvSpPr/>
            <p:nvPr/>
          </p:nvSpPr>
          <p:spPr>
            <a:xfrm>
              <a:off x="6974652"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0" name="Cube 3559"/>
            <p:cNvSpPr/>
            <p:nvPr/>
          </p:nvSpPr>
          <p:spPr>
            <a:xfrm>
              <a:off x="7292830"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1" name="Cube 3560"/>
            <p:cNvSpPr/>
            <p:nvPr/>
          </p:nvSpPr>
          <p:spPr>
            <a:xfrm>
              <a:off x="5065582"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2" name="Cube 3561"/>
            <p:cNvSpPr/>
            <p:nvPr/>
          </p:nvSpPr>
          <p:spPr>
            <a:xfrm>
              <a:off x="5383760"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3" name="Cube 3562"/>
            <p:cNvSpPr/>
            <p:nvPr/>
          </p:nvSpPr>
          <p:spPr>
            <a:xfrm>
              <a:off x="5701939"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4" name="Cube 3563"/>
            <p:cNvSpPr/>
            <p:nvPr/>
          </p:nvSpPr>
          <p:spPr>
            <a:xfrm>
              <a:off x="6020117"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5" name="Cube 3564"/>
            <p:cNvSpPr/>
            <p:nvPr/>
          </p:nvSpPr>
          <p:spPr>
            <a:xfrm>
              <a:off x="6338295"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6" name="Cube 3565"/>
            <p:cNvSpPr/>
            <p:nvPr/>
          </p:nvSpPr>
          <p:spPr>
            <a:xfrm>
              <a:off x="6656474"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7" name="Cube 3566"/>
            <p:cNvSpPr/>
            <p:nvPr/>
          </p:nvSpPr>
          <p:spPr>
            <a:xfrm>
              <a:off x="6974652"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8" name="Cube 3567"/>
            <p:cNvSpPr/>
            <p:nvPr/>
          </p:nvSpPr>
          <p:spPr>
            <a:xfrm>
              <a:off x="7292830"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9" name="Cube 3568"/>
            <p:cNvSpPr/>
            <p:nvPr/>
          </p:nvSpPr>
          <p:spPr>
            <a:xfrm>
              <a:off x="5065582"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0" name="Cube 3569"/>
            <p:cNvSpPr/>
            <p:nvPr/>
          </p:nvSpPr>
          <p:spPr>
            <a:xfrm>
              <a:off x="5383760"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1" name="Cube 3570"/>
            <p:cNvSpPr/>
            <p:nvPr/>
          </p:nvSpPr>
          <p:spPr>
            <a:xfrm>
              <a:off x="5701939"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2" name="Cube 3571"/>
            <p:cNvSpPr/>
            <p:nvPr/>
          </p:nvSpPr>
          <p:spPr>
            <a:xfrm>
              <a:off x="6020117"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3" name="Cube 3572"/>
            <p:cNvSpPr/>
            <p:nvPr/>
          </p:nvSpPr>
          <p:spPr>
            <a:xfrm>
              <a:off x="6338295"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4" name="Cube 3573"/>
            <p:cNvSpPr/>
            <p:nvPr/>
          </p:nvSpPr>
          <p:spPr>
            <a:xfrm>
              <a:off x="6656474"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5" name="Cube 3574"/>
            <p:cNvSpPr/>
            <p:nvPr/>
          </p:nvSpPr>
          <p:spPr>
            <a:xfrm>
              <a:off x="6974652"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6" name="Cube 3575"/>
            <p:cNvSpPr/>
            <p:nvPr/>
          </p:nvSpPr>
          <p:spPr>
            <a:xfrm>
              <a:off x="7292830"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7" name="Cube 3576"/>
            <p:cNvSpPr/>
            <p:nvPr/>
          </p:nvSpPr>
          <p:spPr>
            <a:xfrm>
              <a:off x="5065582"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8" name="Cube 3577"/>
            <p:cNvSpPr/>
            <p:nvPr/>
          </p:nvSpPr>
          <p:spPr>
            <a:xfrm>
              <a:off x="5383760"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9" name="Cube 3578"/>
            <p:cNvSpPr/>
            <p:nvPr/>
          </p:nvSpPr>
          <p:spPr>
            <a:xfrm>
              <a:off x="5701939"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0" name="Cube 3579"/>
            <p:cNvSpPr/>
            <p:nvPr/>
          </p:nvSpPr>
          <p:spPr>
            <a:xfrm>
              <a:off x="6020117"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1" name="Cube 3580"/>
            <p:cNvSpPr/>
            <p:nvPr/>
          </p:nvSpPr>
          <p:spPr>
            <a:xfrm>
              <a:off x="6338295"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2" name="Cube 3581"/>
            <p:cNvSpPr/>
            <p:nvPr/>
          </p:nvSpPr>
          <p:spPr>
            <a:xfrm>
              <a:off x="6656474"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3" name="Cube 3582"/>
            <p:cNvSpPr/>
            <p:nvPr/>
          </p:nvSpPr>
          <p:spPr>
            <a:xfrm>
              <a:off x="6974652"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4" name="Cube 3583"/>
            <p:cNvSpPr/>
            <p:nvPr/>
          </p:nvSpPr>
          <p:spPr>
            <a:xfrm>
              <a:off x="7292830"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5" name="Cube 3584"/>
            <p:cNvSpPr/>
            <p:nvPr/>
          </p:nvSpPr>
          <p:spPr>
            <a:xfrm>
              <a:off x="5065582"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6" name="Cube 3585"/>
            <p:cNvSpPr/>
            <p:nvPr/>
          </p:nvSpPr>
          <p:spPr>
            <a:xfrm>
              <a:off x="5383760"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7" name="Cube 3586"/>
            <p:cNvSpPr/>
            <p:nvPr/>
          </p:nvSpPr>
          <p:spPr>
            <a:xfrm>
              <a:off x="5701939"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8" name="Cube 3587"/>
            <p:cNvSpPr/>
            <p:nvPr/>
          </p:nvSpPr>
          <p:spPr>
            <a:xfrm>
              <a:off x="6020117"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9" name="Cube 3588"/>
            <p:cNvSpPr/>
            <p:nvPr/>
          </p:nvSpPr>
          <p:spPr>
            <a:xfrm>
              <a:off x="6338295"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0" name="Cube 3589"/>
            <p:cNvSpPr/>
            <p:nvPr/>
          </p:nvSpPr>
          <p:spPr>
            <a:xfrm>
              <a:off x="6656474"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1" name="Cube 3590"/>
            <p:cNvSpPr/>
            <p:nvPr/>
          </p:nvSpPr>
          <p:spPr>
            <a:xfrm>
              <a:off x="6974652"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2" name="Cube 3591"/>
            <p:cNvSpPr/>
            <p:nvPr/>
          </p:nvSpPr>
          <p:spPr>
            <a:xfrm>
              <a:off x="7292830"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3" name="Cube 3592"/>
            <p:cNvSpPr/>
            <p:nvPr/>
          </p:nvSpPr>
          <p:spPr>
            <a:xfrm>
              <a:off x="493131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4" name="Cube 3593"/>
            <p:cNvSpPr/>
            <p:nvPr/>
          </p:nvSpPr>
          <p:spPr>
            <a:xfrm>
              <a:off x="524949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5" name="Cube 3594"/>
            <p:cNvSpPr/>
            <p:nvPr/>
          </p:nvSpPr>
          <p:spPr>
            <a:xfrm>
              <a:off x="5567673"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6" name="Cube 3595"/>
            <p:cNvSpPr/>
            <p:nvPr/>
          </p:nvSpPr>
          <p:spPr>
            <a:xfrm>
              <a:off x="5885851"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7" name="Cube 3596"/>
            <p:cNvSpPr/>
            <p:nvPr/>
          </p:nvSpPr>
          <p:spPr>
            <a:xfrm>
              <a:off x="6204029"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8" name="Cube 3597"/>
            <p:cNvSpPr/>
            <p:nvPr/>
          </p:nvSpPr>
          <p:spPr>
            <a:xfrm>
              <a:off x="6522208"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9" name="Cube 3598"/>
            <p:cNvSpPr/>
            <p:nvPr/>
          </p:nvSpPr>
          <p:spPr>
            <a:xfrm>
              <a:off x="684038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0" name="Cube 3599"/>
            <p:cNvSpPr/>
            <p:nvPr/>
          </p:nvSpPr>
          <p:spPr>
            <a:xfrm>
              <a:off x="715856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1" name="Cube 3600"/>
            <p:cNvSpPr/>
            <p:nvPr/>
          </p:nvSpPr>
          <p:spPr>
            <a:xfrm>
              <a:off x="493131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2" name="Cube 3601"/>
            <p:cNvSpPr/>
            <p:nvPr/>
          </p:nvSpPr>
          <p:spPr>
            <a:xfrm>
              <a:off x="524949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3" name="Cube 3602"/>
            <p:cNvSpPr/>
            <p:nvPr/>
          </p:nvSpPr>
          <p:spPr>
            <a:xfrm>
              <a:off x="5567673"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4" name="Cube 3603"/>
            <p:cNvSpPr/>
            <p:nvPr/>
          </p:nvSpPr>
          <p:spPr>
            <a:xfrm>
              <a:off x="5885851"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5" name="Cube 3604"/>
            <p:cNvSpPr/>
            <p:nvPr/>
          </p:nvSpPr>
          <p:spPr>
            <a:xfrm>
              <a:off x="6204029"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6" name="Cube 3605"/>
            <p:cNvSpPr/>
            <p:nvPr/>
          </p:nvSpPr>
          <p:spPr>
            <a:xfrm>
              <a:off x="6522208"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7" name="Cube 3606"/>
            <p:cNvSpPr/>
            <p:nvPr/>
          </p:nvSpPr>
          <p:spPr>
            <a:xfrm>
              <a:off x="684038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8" name="Cube 3607"/>
            <p:cNvSpPr/>
            <p:nvPr/>
          </p:nvSpPr>
          <p:spPr>
            <a:xfrm>
              <a:off x="715856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9" name="Cube 3608"/>
            <p:cNvSpPr/>
            <p:nvPr/>
          </p:nvSpPr>
          <p:spPr>
            <a:xfrm>
              <a:off x="493131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0" name="Cube 3609"/>
            <p:cNvSpPr/>
            <p:nvPr/>
          </p:nvSpPr>
          <p:spPr>
            <a:xfrm>
              <a:off x="524949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1" name="Cube 3610"/>
            <p:cNvSpPr/>
            <p:nvPr/>
          </p:nvSpPr>
          <p:spPr>
            <a:xfrm>
              <a:off x="5567673"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2" name="Cube 3611"/>
            <p:cNvSpPr/>
            <p:nvPr/>
          </p:nvSpPr>
          <p:spPr>
            <a:xfrm>
              <a:off x="5885851"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3" name="Cube 3612"/>
            <p:cNvSpPr/>
            <p:nvPr/>
          </p:nvSpPr>
          <p:spPr>
            <a:xfrm>
              <a:off x="6204029"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4" name="Cube 3613"/>
            <p:cNvSpPr/>
            <p:nvPr/>
          </p:nvSpPr>
          <p:spPr>
            <a:xfrm>
              <a:off x="6522208"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5" name="Cube 3614"/>
            <p:cNvSpPr/>
            <p:nvPr/>
          </p:nvSpPr>
          <p:spPr>
            <a:xfrm>
              <a:off x="684038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6" name="Cube 3615"/>
            <p:cNvSpPr/>
            <p:nvPr/>
          </p:nvSpPr>
          <p:spPr>
            <a:xfrm>
              <a:off x="715856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7" name="Cube 3616"/>
            <p:cNvSpPr/>
            <p:nvPr/>
          </p:nvSpPr>
          <p:spPr>
            <a:xfrm>
              <a:off x="493131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8" name="Cube 3617"/>
            <p:cNvSpPr/>
            <p:nvPr/>
          </p:nvSpPr>
          <p:spPr>
            <a:xfrm>
              <a:off x="524949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9" name="Cube 3618"/>
            <p:cNvSpPr/>
            <p:nvPr/>
          </p:nvSpPr>
          <p:spPr>
            <a:xfrm>
              <a:off x="5567673"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0" name="Cube 3619"/>
            <p:cNvSpPr/>
            <p:nvPr/>
          </p:nvSpPr>
          <p:spPr>
            <a:xfrm>
              <a:off x="5885851"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1" name="Cube 3620"/>
            <p:cNvSpPr/>
            <p:nvPr/>
          </p:nvSpPr>
          <p:spPr>
            <a:xfrm>
              <a:off x="6204029"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2" name="Cube 3621"/>
            <p:cNvSpPr/>
            <p:nvPr/>
          </p:nvSpPr>
          <p:spPr>
            <a:xfrm>
              <a:off x="6522208"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3" name="Cube 3622"/>
            <p:cNvSpPr/>
            <p:nvPr/>
          </p:nvSpPr>
          <p:spPr>
            <a:xfrm>
              <a:off x="684038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4" name="Cube 3623"/>
            <p:cNvSpPr/>
            <p:nvPr/>
          </p:nvSpPr>
          <p:spPr>
            <a:xfrm>
              <a:off x="715856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5" name="Cube 3624"/>
            <p:cNvSpPr/>
            <p:nvPr/>
          </p:nvSpPr>
          <p:spPr>
            <a:xfrm>
              <a:off x="4931316"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6" name="Cube 3625"/>
            <p:cNvSpPr/>
            <p:nvPr/>
          </p:nvSpPr>
          <p:spPr>
            <a:xfrm>
              <a:off x="5249494"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7" name="Cube 3626"/>
            <p:cNvSpPr/>
            <p:nvPr/>
          </p:nvSpPr>
          <p:spPr>
            <a:xfrm>
              <a:off x="5567673"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8" name="Cube 3627"/>
            <p:cNvSpPr/>
            <p:nvPr/>
          </p:nvSpPr>
          <p:spPr>
            <a:xfrm>
              <a:off x="5885851"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9" name="Cube 3628"/>
            <p:cNvSpPr/>
            <p:nvPr/>
          </p:nvSpPr>
          <p:spPr>
            <a:xfrm>
              <a:off x="6204029"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0" name="Cube 3629"/>
            <p:cNvSpPr/>
            <p:nvPr/>
          </p:nvSpPr>
          <p:spPr>
            <a:xfrm>
              <a:off x="6522208"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1" name="Cube 3630"/>
            <p:cNvSpPr/>
            <p:nvPr/>
          </p:nvSpPr>
          <p:spPr>
            <a:xfrm>
              <a:off x="6840386"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2" name="Cube 3631"/>
            <p:cNvSpPr/>
            <p:nvPr/>
          </p:nvSpPr>
          <p:spPr>
            <a:xfrm>
              <a:off x="7158564"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3" name="Cube 3632"/>
            <p:cNvSpPr/>
            <p:nvPr/>
          </p:nvSpPr>
          <p:spPr>
            <a:xfrm>
              <a:off x="4931316"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4" name="Cube 3633"/>
            <p:cNvSpPr/>
            <p:nvPr/>
          </p:nvSpPr>
          <p:spPr>
            <a:xfrm>
              <a:off x="5249494"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5" name="Cube 3634"/>
            <p:cNvSpPr/>
            <p:nvPr/>
          </p:nvSpPr>
          <p:spPr>
            <a:xfrm>
              <a:off x="5567673"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6" name="Cube 3635"/>
            <p:cNvSpPr/>
            <p:nvPr/>
          </p:nvSpPr>
          <p:spPr>
            <a:xfrm>
              <a:off x="5885851"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7" name="Cube 3636"/>
            <p:cNvSpPr/>
            <p:nvPr/>
          </p:nvSpPr>
          <p:spPr>
            <a:xfrm>
              <a:off x="6204029"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8" name="Cube 3637"/>
            <p:cNvSpPr/>
            <p:nvPr/>
          </p:nvSpPr>
          <p:spPr>
            <a:xfrm>
              <a:off x="6522208"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9" name="Cube 3638"/>
            <p:cNvSpPr/>
            <p:nvPr/>
          </p:nvSpPr>
          <p:spPr>
            <a:xfrm>
              <a:off x="6840386"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0" name="Cube 3639"/>
            <p:cNvSpPr/>
            <p:nvPr/>
          </p:nvSpPr>
          <p:spPr>
            <a:xfrm>
              <a:off x="7158564"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1" name="Cube 3640"/>
            <p:cNvSpPr/>
            <p:nvPr/>
          </p:nvSpPr>
          <p:spPr>
            <a:xfrm>
              <a:off x="4931316"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2" name="Cube 3641"/>
            <p:cNvSpPr/>
            <p:nvPr/>
          </p:nvSpPr>
          <p:spPr>
            <a:xfrm>
              <a:off x="5249494"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3" name="Cube 3642"/>
            <p:cNvSpPr/>
            <p:nvPr/>
          </p:nvSpPr>
          <p:spPr>
            <a:xfrm>
              <a:off x="5567673"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4" name="Cube 3643"/>
            <p:cNvSpPr/>
            <p:nvPr/>
          </p:nvSpPr>
          <p:spPr>
            <a:xfrm>
              <a:off x="5885851"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5" name="Cube 3644"/>
            <p:cNvSpPr/>
            <p:nvPr/>
          </p:nvSpPr>
          <p:spPr>
            <a:xfrm>
              <a:off x="6204029"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6" name="Cube 3645"/>
            <p:cNvSpPr/>
            <p:nvPr/>
          </p:nvSpPr>
          <p:spPr>
            <a:xfrm>
              <a:off x="6522208"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7" name="Cube 3646"/>
            <p:cNvSpPr/>
            <p:nvPr/>
          </p:nvSpPr>
          <p:spPr>
            <a:xfrm>
              <a:off x="6840386"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8" name="Cube 3647"/>
            <p:cNvSpPr/>
            <p:nvPr/>
          </p:nvSpPr>
          <p:spPr>
            <a:xfrm>
              <a:off x="7158564"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7" name="Cube 3656"/>
            <p:cNvSpPr/>
            <p:nvPr/>
          </p:nvSpPr>
          <p:spPr>
            <a:xfrm>
              <a:off x="479705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8" name="Cube 3657"/>
            <p:cNvSpPr/>
            <p:nvPr/>
          </p:nvSpPr>
          <p:spPr>
            <a:xfrm>
              <a:off x="511522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9" name="Cube 3658"/>
            <p:cNvSpPr/>
            <p:nvPr/>
          </p:nvSpPr>
          <p:spPr>
            <a:xfrm>
              <a:off x="5433407"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0" name="Cube 3659"/>
            <p:cNvSpPr/>
            <p:nvPr/>
          </p:nvSpPr>
          <p:spPr>
            <a:xfrm>
              <a:off x="5751585"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1" name="Cube 3660"/>
            <p:cNvSpPr/>
            <p:nvPr/>
          </p:nvSpPr>
          <p:spPr>
            <a:xfrm>
              <a:off x="6069763"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2" name="Cube 3661"/>
            <p:cNvSpPr/>
            <p:nvPr/>
          </p:nvSpPr>
          <p:spPr>
            <a:xfrm>
              <a:off x="6387942"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3" name="Cube 3662"/>
            <p:cNvSpPr/>
            <p:nvPr/>
          </p:nvSpPr>
          <p:spPr>
            <a:xfrm>
              <a:off x="670612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4" name="Cube 3663"/>
            <p:cNvSpPr/>
            <p:nvPr/>
          </p:nvSpPr>
          <p:spPr>
            <a:xfrm>
              <a:off x="702429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5" name="Cube 3664"/>
            <p:cNvSpPr/>
            <p:nvPr/>
          </p:nvSpPr>
          <p:spPr>
            <a:xfrm>
              <a:off x="479705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6" name="Cube 3665"/>
            <p:cNvSpPr/>
            <p:nvPr/>
          </p:nvSpPr>
          <p:spPr>
            <a:xfrm>
              <a:off x="511522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7" name="Cube 3666"/>
            <p:cNvSpPr/>
            <p:nvPr/>
          </p:nvSpPr>
          <p:spPr>
            <a:xfrm>
              <a:off x="5433407"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8" name="Cube 3667"/>
            <p:cNvSpPr/>
            <p:nvPr/>
          </p:nvSpPr>
          <p:spPr>
            <a:xfrm>
              <a:off x="5751585"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9" name="Cube 3668"/>
            <p:cNvSpPr/>
            <p:nvPr/>
          </p:nvSpPr>
          <p:spPr>
            <a:xfrm>
              <a:off x="6069763"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0" name="Cube 3669"/>
            <p:cNvSpPr/>
            <p:nvPr/>
          </p:nvSpPr>
          <p:spPr>
            <a:xfrm>
              <a:off x="6387942"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1" name="Cube 3670"/>
            <p:cNvSpPr/>
            <p:nvPr/>
          </p:nvSpPr>
          <p:spPr>
            <a:xfrm>
              <a:off x="670612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2" name="Cube 3671"/>
            <p:cNvSpPr/>
            <p:nvPr/>
          </p:nvSpPr>
          <p:spPr>
            <a:xfrm>
              <a:off x="702429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3" name="Cube 3672"/>
            <p:cNvSpPr/>
            <p:nvPr/>
          </p:nvSpPr>
          <p:spPr>
            <a:xfrm>
              <a:off x="479705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4" name="Cube 3673"/>
            <p:cNvSpPr/>
            <p:nvPr/>
          </p:nvSpPr>
          <p:spPr>
            <a:xfrm>
              <a:off x="511522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5" name="Cube 3674"/>
            <p:cNvSpPr/>
            <p:nvPr/>
          </p:nvSpPr>
          <p:spPr>
            <a:xfrm>
              <a:off x="5433407"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6" name="Cube 3675"/>
            <p:cNvSpPr/>
            <p:nvPr/>
          </p:nvSpPr>
          <p:spPr>
            <a:xfrm>
              <a:off x="5751585"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7" name="Cube 3676"/>
            <p:cNvSpPr/>
            <p:nvPr/>
          </p:nvSpPr>
          <p:spPr>
            <a:xfrm>
              <a:off x="6069763"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8" name="Cube 3677"/>
            <p:cNvSpPr/>
            <p:nvPr/>
          </p:nvSpPr>
          <p:spPr>
            <a:xfrm>
              <a:off x="6387942"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9" name="Cube 3678"/>
            <p:cNvSpPr/>
            <p:nvPr/>
          </p:nvSpPr>
          <p:spPr>
            <a:xfrm>
              <a:off x="670612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0" name="Cube 3679"/>
            <p:cNvSpPr/>
            <p:nvPr/>
          </p:nvSpPr>
          <p:spPr>
            <a:xfrm>
              <a:off x="702429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1" name="Cube 3680"/>
            <p:cNvSpPr/>
            <p:nvPr/>
          </p:nvSpPr>
          <p:spPr>
            <a:xfrm>
              <a:off x="479705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2" name="Cube 3681"/>
            <p:cNvSpPr/>
            <p:nvPr/>
          </p:nvSpPr>
          <p:spPr>
            <a:xfrm>
              <a:off x="511522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3" name="Cube 3682"/>
            <p:cNvSpPr/>
            <p:nvPr/>
          </p:nvSpPr>
          <p:spPr>
            <a:xfrm>
              <a:off x="5433407"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4" name="Cube 3683"/>
            <p:cNvSpPr/>
            <p:nvPr/>
          </p:nvSpPr>
          <p:spPr>
            <a:xfrm>
              <a:off x="5751585"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5" name="Cube 3684"/>
            <p:cNvSpPr/>
            <p:nvPr/>
          </p:nvSpPr>
          <p:spPr>
            <a:xfrm>
              <a:off x="6069763"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6" name="Cube 3685"/>
            <p:cNvSpPr/>
            <p:nvPr/>
          </p:nvSpPr>
          <p:spPr>
            <a:xfrm>
              <a:off x="6387942"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7" name="Cube 3686"/>
            <p:cNvSpPr/>
            <p:nvPr/>
          </p:nvSpPr>
          <p:spPr>
            <a:xfrm>
              <a:off x="670612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8" name="Cube 3687"/>
            <p:cNvSpPr/>
            <p:nvPr/>
          </p:nvSpPr>
          <p:spPr>
            <a:xfrm>
              <a:off x="702429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9" name="Cube 3688"/>
            <p:cNvSpPr/>
            <p:nvPr/>
          </p:nvSpPr>
          <p:spPr>
            <a:xfrm>
              <a:off x="4797050"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0" name="Cube 3689"/>
            <p:cNvSpPr/>
            <p:nvPr/>
          </p:nvSpPr>
          <p:spPr>
            <a:xfrm>
              <a:off x="5115228"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1" name="Cube 3690"/>
            <p:cNvSpPr/>
            <p:nvPr/>
          </p:nvSpPr>
          <p:spPr>
            <a:xfrm>
              <a:off x="5433407"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2" name="Cube 3691"/>
            <p:cNvSpPr/>
            <p:nvPr/>
          </p:nvSpPr>
          <p:spPr>
            <a:xfrm>
              <a:off x="5751585"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3" name="Cube 3692"/>
            <p:cNvSpPr/>
            <p:nvPr/>
          </p:nvSpPr>
          <p:spPr>
            <a:xfrm>
              <a:off x="6069763"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4" name="Cube 3693"/>
            <p:cNvSpPr/>
            <p:nvPr/>
          </p:nvSpPr>
          <p:spPr>
            <a:xfrm>
              <a:off x="6387942"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5" name="Cube 3694"/>
            <p:cNvSpPr/>
            <p:nvPr/>
          </p:nvSpPr>
          <p:spPr>
            <a:xfrm>
              <a:off x="6706120"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6" name="Cube 3695"/>
            <p:cNvSpPr/>
            <p:nvPr/>
          </p:nvSpPr>
          <p:spPr>
            <a:xfrm>
              <a:off x="7024298"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7" name="Cube 3696"/>
            <p:cNvSpPr/>
            <p:nvPr/>
          </p:nvSpPr>
          <p:spPr>
            <a:xfrm>
              <a:off x="4797050"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8" name="Cube 3697"/>
            <p:cNvSpPr/>
            <p:nvPr/>
          </p:nvSpPr>
          <p:spPr>
            <a:xfrm>
              <a:off x="5115228"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9" name="Cube 3698"/>
            <p:cNvSpPr/>
            <p:nvPr/>
          </p:nvSpPr>
          <p:spPr>
            <a:xfrm>
              <a:off x="5433407"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0" name="Cube 3699"/>
            <p:cNvSpPr/>
            <p:nvPr/>
          </p:nvSpPr>
          <p:spPr>
            <a:xfrm>
              <a:off x="5751585"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1" name="Cube 3700"/>
            <p:cNvSpPr/>
            <p:nvPr/>
          </p:nvSpPr>
          <p:spPr>
            <a:xfrm>
              <a:off x="6069763"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2" name="Cube 3701"/>
            <p:cNvSpPr/>
            <p:nvPr/>
          </p:nvSpPr>
          <p:spPr>
            <a:xfrm>
              <a:off x="6387942"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3" name="Cube 3702"/>
            <p:cNvSpPr/>
            <p:nvPr/>
          </p:nvSpPr>
          <p:spPr>
            <a:xfrm>
              <a:off x="6706120"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4" name="Cube 3703"/>
            <p:cNvSpPr/>
            <p:nvPr/>
          </p:nvSpPr>
          <p:spPr>
            <a:xfrm>
              <a:off x="7024298"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5" name="Cube 3704"/>
            <p:cNvSpPr/>
            <p:nvPr/>
          </p:nvSpPr>
          <p:spPr>
            <a:xfrm>
              <a:off x="4797050"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6" name="Cube 3705"/>
            <p:cNvSpPr/>
            <p:nvPr/>
          </p:nvSpPr>
          <p:spPr>
            <a:xfrm>
              <a:off x="5115228"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7" name="Cube 3706"/>
            <p:cNvSpPr/>
            <p:nvPr/>
          </p:nvSpPr>
          <p:spPr>
            <a:xfrm>
              <a:off x="5433407"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8" name="Cube 3707"/>
            <p:cNvSpPr/>
            <p:nvPr/>
          </p:nvSpPr>
          <p:spPr>
            <a:xfrm>
              <a:off x="5751585"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9" name="Cube 3708"/>
            <p:cNvSpPr/>
            <p:nvPr/>
          </p:nvSpPr>
          <p:spPr>
            <a:xfrm>
              <a:off x="6069763"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0" name="Cube 3709"/>
            <p:cNvSpPr/>
            <p:nvPr/>
          </p:nvSpPr>
          <p:spPr>
            <a:xfrm>
              <a:off x="6387942"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1" name="Cube 3710"/>
            <p:cNvSpPr/>
            <p:nvPr/>
          </p:nvSpPr>
          <p:spPr>
            <a:xfrm>
              <a:off x="6706120"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2" name="Cube 3711"/>
            <p:cNvSpPr/>
            <p:nvPr/>
          </p:nvSpPr>
          <p:spPr>
            <a:xfrm>
              <a:off x="7024298"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5" name="Group 4"/>
            <p:cNvGrpSpPr/>
            <p:nvPr/>
          </p:nvGrpSpPr>
          <p:grpSpPr>
            <a:xfrm>
              <a:off x="5139437" y="2202732"/>
              <a:ext cx="1005840" cy="274320"/>
              <a:chOff x="5022050" y="2321694"/>
              <a:chExt cx="1005840" cy="274320"/>
            </a:xfrm>
          </p:grpSpPr>
          <p:sp>
            <p:nvSpPr>
              <p:cNvPr id="706" name="Freeform 705"/>
              <p:cNvSpPr>
                <a:spLocks noChangeAspect="1"/>
              </p:cNvSpPr>
              <p:nvPr/>
            </p:nvSpPr>
            <p:spPr>
              <a:xfrm>
                <a:off x="5022050" y="2321694"/>
                <a:ext cx="46105"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7" name="Freeform 706"/>
              <p:cNvSpPr>
                <a:spLocks noChangeAspect="1"/>
              </p:cNvSpPr>
              <p:nvPr/>
            </p:nvSpPr>
            <p:spPr>
              <a:xfrm>
                <a:off x="5341962" y="2321694"/>
                <a:ext cx="46105"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8" name="Freeform 707"/>
              <p:cNvSpPr>
                <a:spLocks noChangeAspect="1"/>
              </p:cNvSpPr>
              <p:nvPr/>
            </p:nvSpPr>
            <p:spPr>
              <a:xfrm>
                <a:off x="5661874" y="2321694"/>
                <a:ext cx="46105"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9" name="Freeform 708"/>
              <p:cNvSpPr>
                <a:spLocks noChangeAspect="1"/>
              </p:cNvSpPr>
              <p:nvPr/>
            </p:nvSpPr>
            <p:spPr>
              <a:xfrm>
                <a:off x="5981785" y="2321694"/>
                <a:ext cx="46105"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3649" name="Cube 3648"/>
            <p:cNvSpPr/>
            <p:nvPr/>
          </p:nvSpPr>
          <p:spPr>
            <a:xfrm>
              <a:off x="4931316"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0" name="Cube 3649"/>
            <p:cNvSpPr/>
            <p:nvPr/>
          </p:nvSpPr>
          <p:spPr>
            <a:xfrm>
              <a:off x="5249494"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1" name="Cube 3650"/>
            <p:cNvSpPr/>
            <p:nvPr/>
          </p:nvSpPr>
          <p:spPr>
            <a:xfrm>
              <a:off x="5567673"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2" name="Cube 3651"/>
            <p:cNvSpPr/>
            <p:nvPr/>
          </p:nvSpPr>
          <p:spPr>
            <a:xfrm>
              <a:off x="5885851"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3" name="Cube 3652"/>
            <p:cNvSpPr/>
            <p:nvPr/>
          </p:nvSpPr>
          <p:spPr>
            <a:xfrm>
              <a:off x="6204029"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4" name="Cube 3653"/>
            <p:cNvSpPr/>
            <p:nvPr/>
          </p:nvSpPr>
          <p:spPr>
            <a:xfrm>
              <a:off x="6522208"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5" name="Cube 3654"/>
            <p:cNvSpPr/>
            <p:nvPr/>
          </p:nvSpPr>
          <p:spPr>
            <a:xfrm>
              <a:off x="6840386"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6" name="Cube 3655"/>
            <p:cNvSpPr/>
            <p:nvPr/>
          </p:nvSpPr>
          <p:spPr>
            <a:xfrm>
              <a:off x="7158564"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3" name="Cube 3712"/>
            <p:cNvSpPr/>
            <p:nvPr/>
          </p:nvSpPr>
          <p:spPr>
            <a:xfrm>
              <a:off x="4797050"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4" name="Cube 3713"/>
            <p:cNvSpPr/>
            <p:nvPr/>
          </p:nvSpPr>
          <p:spPr>
            <a:xfrm>
              <a:off x="5115228"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5" name="Cube 3714"/>
            <p:cNvSpPr/>
            <p:nvPr/>
          </p:nvSpPr>
          <p:spPr>
            <a:xfrm>
              <a:off x="5433407"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6" name="Cube 3715"/>
            <p:cNvSpPr/>
            <p:nvPr/>
          </p:nvSpPr>
          <p:spPr>
            <a:xfrm>
              <a:off x="5751585"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7" name="Cube 3716"/>
            <p:cNvSpPr/>
            <p:nvPr/>
          </p:nvSpPr>
          <p:spPr>
            <a:xfrm>
              <a:off x="6069763"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8" name="Cube 3717"/>
            <p:cNvSpPr/>
            <p:nvPr/>
          </p:nvSpPr>
          <p:spPr>
            <a:xfrm>
              <a:off x="6387942"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9" name="Cube 3718"/>
            <p:cNvSpPr/>
            <p:nvPr/>
          </p:nvSpPr>
          <p:spPr>
            <a:xfrm>
              <a:off x="6706120"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0" name="Cube 3719"/>
            <p:cNvSpPr/>
            <p:nvPr/>
          </p:nvSpPr>
          <p:spPr>
            <a:xfrm>
              <a:off x="7024298"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711" name="TextBox 710">
            <a:extLst>
              <a:ext uri="{FF2B5EF4-FFF2-40B4-BE49-F238E27FC236}">
                <a16:creationId xmlns:a16="http://schemas.microsoft.com/office/drawing/2014/main" id="{4CE6CE1E-F929-4A09-A363-874E16246C03}"/>
              </a:ext>
            </a:extLst>
          </p:cNvPr>
          <p:cNvSpPr txBox="1"/>
          <p:nvPr/>
        </p:nvSpPr>
        <p:spPr>
          <a:xfrm>
            <a:off x="594023" y="4826615"/>
            <a:ext cx="2105774" cy="954107"/>
          </a:xfrm>
          <a:prstGeom prst="rect">
            <a:avLst/>
          </a:prstGeom>
          <a:noFill/>
        </p:spPr>
        <p:txBody>
          <a:bodyPr wrap="square" rtlCol="0">
            <a:spAutoFit/>
          </a:bodyPr>
          <a:lstStyle/>
          <a:p>
            <a:pPr algn="ctr"/>
            <a:r>
              <a:rPr lang="en-US" sz="1400" u="sng" dirty="0"/>
              <a:t>Solution:</a:t>
            </a:r>
          </a:p>
          <a:p>
            <a:pPr algn="ctr"/>
            <a:r>
              <a:rPr lang="en-US" sz="1400" dirty="0"/>
              <a:t>Only store the three input planes needed by the output plane at a time</a:t>
            </a:r>
          </a:p>
        </p:txBody>
      </p:sp>
      <p:sp>
        <p:nvSpPr>
          <p:cNvPr id="712" name="TextBox 711">
            <a:extLst>
              <a:ext uri="{FF2B5EF4-FFF2-40B4-BE49-F238E27FC236}">
                <a16:creationId xmlns:a16="http://schemas.microsoft.com/office/drawing/2014/main" id="{8554D339-8CAF-496F-A28F-E5C7F074D946}"/>
              </a:ext>
            </a:extLst>
          </p:cNvPr>
          <p:cNvSpPr txBox="1"/>
          <p:nvPr/>
        </p:nvSpPr>
        <p:spPr>
          <a:xfrm>
            <a:off x="3076219" y="2424578"/>
            <a:ext cx="1597378" cy="1384995"/>
          </a:xfrm>
          <a:prstGeom prst="rect">
            <a:avLst/>
          </a:prstGeom>
          <a:noFill/>
        </p:spPr>
        <p:txBody>
          <a:bodyPr wrap="square" rtlCol="0">
            <a:spAutoFit/>
          </a:bodyPr>
          <a:lstStyle/>
          <a:p>
            <a:pPr algn="ctr"/>
            <a:r>
              <a:rPr lang="en-US" sz="1400" u="sng" dirty="0"/>
              <a:t>Solution:</a:t>
            </a:r>
          </a:p>
          <a:p>
            <a:pPr algn="ctr"/>
            <a:r>
              <a:rPr lang="en-US" sz="1400" dirty="0"/>
              <a:t>Assign enough threads for loading one input plane and processing one output plane</a:t>
            </a:r>
          </a:p>
        </p:txBody>
      </p:sp>
    </p:spTree>
    <p:extLst>
      <p:ext uri="{BB962C8B-B14F-4D97-AF65-F5344CB8AC3E}">
        <p14:creationId xmlns:p14="http://schemas.microsoft.com/office/powerpoint/2010/main" val="3805808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0"/>
          </p:nvPr>
        </p:nvSpPr>
        <p:spPr/>
        <p:txBody>
          <a:bodyPr/>
          <a:lstStyle/>
          <a:p>
            <a:r>
              <a:rPr lang="en-US" dirty="0"/>
              <a:t>Thread Coarsening and Tile Slicing</a:t>
            </a:r>
          </a:p>
        </p:txBody>
      </p:sp>
      <p:grpSp>
        <p:nvGrpSpPr>
          <p:cNvPr id="2" name="Group 1"/>
          <p:cNvGrpSpPr/>
          <p:nvPr/>
        </p:nvGrpSpPr>
        <p:grpSpPr>
          <a:xfrm>
            <a:off x="792609" y="1740215"/>
            <a:ext cx="2175720" cy="2192404"/>
            <a:chOff x="792609" y="2047575"/>
            <a:chExt cx="2175720" cy="2192404"/>
          </a:xfrm>
        </p:grpSpPr>
        <p:sp>
          <p:nvSpPr>
            <p:cNvPr id="1032" name="Cube 1031"/>
            <p:cNvSpPr/>
            <p:nvPr/>
          </p:nvSpPr>
          <p:spPr>
            <a:xfrm>
              <a:off x="1732474" y="371660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3" name="Cube 1032"/>
            <p:cNvSpPr/>
            <p:nvPr/>
          </p:nvSpPr>
          <p:spPr>
            <a:xfrm>
              <a:off x="2050652" y="371660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5" name="Cube 1034"/>
            <p:cNvSpPr/>
            <p:nvPr/>
          </p:nvSpPr>
          <p:spPr>
            <a:xfrm>
              <a:off x="1732474" y="337895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6" name="Cube 1035"/>
            <p:cNvSpPr/>
            <p:nvPr/>
          </p:nvSpPr>
          <p:spPr>
            <a:xfrm>
              <a:off x="2050652" y="337895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7" name="Cube 1036"/>
            <p:cNvSpPr/>
            <p:nvPr/>
          </p:nvSpPr>
          <p:spPr>
            <a:xfrm>
              <a:off x="2368831" y="337895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8" name="Cube 1037"/>
            <p:cNvSpPr/>
            <p:nvPr/>
          </p:nvSpPr>
          <p:spPr>
            <a:xfrm>
              <a:off x="1732474" y="304130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9" name="Cube 1038"/>
            <p:cNvSpPr/>
            <p:nvPr/>
          </p:nvSpPr>
          <p:spPr>
            <a:xfrm>
              <a:off x="2050652" y="304130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0" name="Cube 1039"/>
            <p:cNvSpPr/>
            <p:nvPr/>
          </p:nvSpPr>
          <p:spPr>
            <a:xfrm>
              <a:off x="2368831" y="30413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1" name="Cube 1040"/>
            <p:cNvSpPr/>
            <p:nvPr/>
          </p:nvSpPr>
          <p:spPr>
            <a:xfrm>
              <a:off x="1732474" y="270364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2" name="Cube 1041"/>
            <p:cNvSpPr/>
            <p:nvPr/>
          </p:nvSpPr>
          <p:spPr>
            <a:xfrm>
              <a:off x="2050652" y="270364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3" name="Cube 1042"/>
            <p:cNvSpPr/>
            <p:nvPr/>
          </p:nvSpPr>
          <p:spPr>
            <a:xfrm>
              <a:off x="2368831" y="270364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4" name="Cube 1043"/>
            <p:cNvSpPr/>
            <p:nvPr/>
          </p:nvSpPr>
          <p:spPr>
            <a:xfrm>
              <a:off x="1732474" y="236599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5" name="Cube 1044"/>
            <p:cNvSpPr/>
            <p:nvPr/>
          </p:nvSpPr>
          <p:spPr>
            <a:xfrm>
              <a:off x="2050652" y="236599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6" name="Cube 1045"/>
            <p:cNvSpPr/>
            <p:nvPr/>
          </p:nvSpPr>
          <p:spPr>
            <a:xfrm>
              <a:off x="2368831"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0" name="Cube 1049"/>
            <p:cNvSpPr/>
            <p:nvPr/>
          </p:nvSpPr>
          <p:spPr>
            <a:xfrm>
              <a:off x="1598205" y="383556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1" name="Cube 1050"/>
            <p:cNvSpPr/>
            <p:nvPr/>
          </p:nvSpPr>
          <p:spPr>
            <a:xfrm>
              <a:off x="1916383" y="383556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4" name="Cube 1053"/>
            <p:cNvSpPr/>
            <p:nvPr/>
          </p:nvSpPr>
          <p:spPr>
            <a:xfrm>
              <a:off x="1598205" y="349791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5" name="Cube 1054"/>
            <p:cNvSpPr/>
            <p:nvPr/>
          </p:nvSpPr>
          <p:spPr>
            <a:xfrm>
              <a:off x="1916383" y="349791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6" name="Cube 1055"/>
            <p:cNvSpPr/>
            <p:nvPr/>
          </p:nvSpPr>
          <p:spPr>
            <a:xfrm>
              <a:off x="2234562" y="349791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8" name="Cube 1057"/>
            <p:cNvSpPr/>
            <p:nvPr/>
          </p:nvSpPr>
          <p:spPr>
            <a:xfrm>
              <a:off x="1598205"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9" name="Cube 1058"/>
            <p:cNvSpPr/>
            <p:nvPr/>
          </p:nvSpPr>
          <p:spPr>
            <a:xfrm>
              <a:off x="1916383"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0" name="Cube 1059"/>
            <p:cNvSpPr/>
            <p:nvPr/>
          </p:nvSpPr>
          <p:spPr>
            <a:xfrm>
              <a:off x="2234562"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1" name="Cube 1060"/>
            <p:cNvSpPr/>
            <p:nvPr/>
          </p:nvSpPr>
          <p:spPr>
            <a:xfrm>
              <a:off x="2552740"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2" name="Cube 1061"/>
            <p:cNvSpPr/>
            <p:nvPr/>
          </p:nvSpPr>
          <p:spPr>
            <a:xfrm>
              <a:off x="1598205"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3" name="Cube 1062"/>
            <p:cNvSpPr/>
            <p:nvPr/>
          </p:nvSpPr>
          <p:spPr>
            <a:xfrm>
              <a:off x="1916383"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4" name="Cube 1063"/>
            <p:cNvSpPr/>
            <p:nvPr/>
          </p:nvSpPr>
          <p:spPr>
            <a:xfrm>
              <a:off x="2234562"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5" name="Cube 1064"/>
            <p:cNvSpPr/>
            <p:nvPr/>
          </p:nvSpPr>
          <p:spPr>
            <a:xfrm>
              <a:off x="2552740"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6" name="Cube 1065"/>
            <p:cNvSpPr/>
            <p:nvPr/>
          </p:nvSpPr>
          <p:spPr>
            <a:xfrm>
              <a:off x="1598205" y="248495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7" name="Cube 1066"/>
            <p:cNvSpPr/>
            <p:nvPr/>
          </p:nvSpPr>
          <p:spPr>
            <a:xfrm>
              <a:off x="1916383" y="248495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8" name="Cube 1067"/>
            <p:cNvSpPr/>
            <p:nvPr/>
          </p:nvSpPr>
          <p:spPr>
            <a:xfrm>
              <a:off x="2234562" y="248495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9" name="Cube 1068"/>
            <p:cNvSpPr/>
            <p:nvPr/>
          </p:nvSpPr>
          <p:spPr>
            <a:xfrm>
              <a:off x="2552740"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0" name="Cube 1069"/>
            <p:cNvSpPr/>
            <p:nvPr/>
          </p:nvSpPr>
          <p:spPr>
            <a:xfrm>
              <a:off x="1598205"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1" name="Cube 1070"/>
            <p:cNvSpPr/>
            <p:nvPr/>
          </p:nvSpPr>
          <p:spPr>
            <a:xfrm>
              <a:off x="1916383"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2" name="Cube 1071"/>
            <p:cNvSpPr/>
            <p:nvPr/>
          </p:nvSpPr>
          <p:spPr>
            <a:xfrm>
              <a:off x="2234562"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3" name="Cube 1072"/>
            <p:cNvSpPr/>
            <p:nvPr/>
          </p:nvSpPr>
          <p:spPr>
            <a:xfrm>
              <a:off x="2552740"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8" name="Cube 1077"/>
            <p:cNvSpPr/>
            <p:nvPr/>
          </p:nvSpPr>
          <p:spPr>
            <a:xfrm>
              <a:off x="1463939"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9" name="Cube 1078"/>
            <p:cNvSpPr/>
            <p:nvPr/>
          </p:nvSpPr>
          <p:spPr>
            <a:xfrm>
              <a:off x="1782117"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0" name="Cube 1079"/>
            <p:cNvSpPr/>
            <p:nvPr/>
          </p:nvSpPr>
          <p:spPr>
            <a:xfrm>
              <a:off x="2100296"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2" name="Cube 1081"/>
            <p:cNvSpPr/>
            <p:nvPr/>
          </p:nvSpPr>
          <p:spPr>
            <a:xfrm>
              <a:off x="1463939"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3" name="Cube 1082"/>
            <p:cNvSpPr/>
            <p:nvPr/>
          </p:nvSpPr>
          <p:spPr>
            <a:xfrm>
              <a:off x="1782117"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4" name="Cube 1083"/>
            <p:cNvSpPr/>
            <p:nvPr/>
          </p:nvSpPr>
          <p:spPr>
            <a:xfrm>
              <a:off x="2100296"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5" name="Cube 1084"/>
            <p:cNvSpPr/>
            <p:nvPr/>
          </p:nvSpPr>
          <p:spPr>
            <a:xfrm>
              <a:off x="2418474" y="32792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6" name="Cube 1085"/>
            <p:cNvSpPr/>
            <p:nvPr/>
          </p:nvSpPr>
          <p:spPr>
            <a:xfrm>
              <a:off x="1463939"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7" name="Cube 1086"/>
            <p:cNvSpPr/>
            <p:nvPr/>
          </p:nvSpPr>
          <p:spPr>
            <a:xfrm>
              <a:off x="1782117"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8" name="Cube 1087"/>
            <p:cNvSpPr/>
            <p:nvPr/>
          </p:nvSpPr>
          <p:spPr>
            <a:xfrm>
              <a:off x="2100296"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9" name="Cube 1088"/>
            <p:cNvSpPr/>
            <p:nvPr/>
          </p:nvSpPr>
          <p:spPr>
            <a:xfrm>
              <a:off x="2418474"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0" name="Cube 1089"/>
            <p:cNvSpPr/>
            <p:nvPr/>
          </p:nvSpPr>
          <p:spPr>
            <a:xfrm>
              <a:off x="1463939"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1" name="Cube 1090"/>
            <p:cNvSpPr/>
            <p:nvPr/>
          </p:nvSpPr>
          <p:spPr>
            <a:xfrm>
              <a:off x="1782117"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2" name="Cube 1091"/>
            <p:cNvSpPr/>
            <p:nvPr/>
          </p:nvSpPr>
          <p:spPr>
            <a:xfrm>
              <a:off x="2100296"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3" name="Cube 1092"/>
            <p:cNvSpPr/>
            <p:nvPr/>
          </p:nvSpPr>
          <p:spPr>
            <a:xfrm>
              <a:off x="2418474"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4" name="Cube 1093"/>
            <p:cNvSpPr/>
            <p:nvPr/>
          </p:nvSpPr>
          <p:spPr>
            <a:xfrm>
              <a:off x="1463939"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5" name="Cube 1094"/>
            <p:cNvSpPr/>
            <p:nvPr/>
          </p:nvSpPr>
          <p:spPr>
            <a:xfrm>
              <a:off x="1782117"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6" name="Cube 1095"/>
            <p:cNvSpPr/>
            <p:nvPr/>
          </p:nvSpPr>
          <p:spPr>
            <a:xfrm>
              <a:off x="2100296"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7" name="Cube 1096"/>
            <p:cNvSpPr/>
            <p:nvPr/>
          </p:nvSpPr>
          <p:spPr>
            <a:xfrm>
              <a:off x="2418474"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8" name="Cube 1097"/>
            <p:cNvSpPr/>
            <p:nvPr/>
          </p:nvSpPr>
          <p:spPr>
            <a:xfrm>
              <a:off x="1329673"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9" name="Cube 1098"/>
            <p:cNvSpPr/>
            <p:nvPr/>
          </p:nvSpPr>
          <p:spPr>
            <a:xfrm>
              <a:off x="1647851"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0" name="Cube 1099"/>
            <p:cNvSpPr/>
            <p:nvPr/>
          </p:nvSpPr>
          <p:spPr>
            <a:xfrm>
              <a:off x="1966030"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1329673"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4" name="Cube 1103"/>
            <p:cNvSpPr/>
            <p:nvPr/>
          </p:nvSpPr>
          <p:spPr>
            <a:xfrm>
              <a:off x="1647851"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5" name="Cube 1104"/>
            <p:cNvSpPr/>
            <p:nvPr/>
          </p:nvSpPr>
          <p:spPr>
            <a:xfrm>
              <a:off x="1966030"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6" name="Cube 1105"/>
            <p:cNvSpPr/>
            <p:nvPr/>
          </p:nvSpPr>
          <p:spPr>
            <a:xfrm>
              <a:off x="2284208"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2602386"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8" name="Cube 1107"/>
            <p:cNvSpPr/>
            <p:nvPr/>
          </p:nvSpPr>
          <p:spPr>
            <a:xfrm>
              <a:off x="1329673"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1647851"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0" name="Cube 1109"/>
            <p:cNvSpPr/>
            <p:nvPr/>
          </p:nvSpPr>
          <p:spPr>
            <a:xfrm>
              <a:off x="1966030"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1" name="Cube 1110"/>
            <p:cNvSpPr/>
            <p:nvPr/>
          </p:nvSpPr>
          <p:spPr>
            <a:xfrm>
              <a:off x="2284208"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2" name="Cube 1111"/>
            <p:cNvSpPr/>
            <p:nvPr/>
          </p:nvSpPr>
          <p:spPr>
            <a:xfrm>
              <a:off x="2602386"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3" name="Cube 1112"/>
            <p:cNvSpPr/>
            <p:nvPr/>
          </p:nvSpPr>
          <p:spPr>
            <a:xfrm>
              <a:off x="1329673"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4" name="Cube 1113"/>
            <p:cNvSpPr/>
            <p:nvPr/>
          </p:nvSpPr>
          <p:spPr>
            <a:xfrm>
              <a:off x="1647851"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5" name="Cube 1114"/>
            <p:cNvSpPr/>
            <p:nvPr/>
          </p:nvSpPr>
          <p:spPr>
            <a:xfrm>
              <a:off x="1966030"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6" name="Cube 1115"/>
            <p:cNvSpPr/>
            <p:nvPr/>
          </p:nvSpPr>
          <p:spPr>
            <a:xfrm>
              <a:off x="2284208"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7" name="Cube 1116"/>
            <p:cNvSpPr/>
            <p:nvPr/>
          </p:nvSpPr>
          <p:spPr>
            <a:xfrm>
              <a:off x="2602386"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8" name="Cube 1117"/>
            <p:cNvSpPr/>
            <p:nvPr/>
          </p:nvSpPr>
          <p:spPr>
            <a:xfrm>
              <a:off x="1329673" y="238522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9" name="Cube 1118"/>
            <p:cNvSpPr/>
            <p:nvPr/>
          </p:nvSpPr>
          <p:spPr>
            <a:xfrm>
              <a:off x="1647851" y="238522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0" name="Cube 1119"/>
            <p:cNvSpPr/>
            <p:nvPr/>
          </p:nvSpPr>
          <p:spPr>
            <a:xfrm>
              <a:off x="1966030" y="238522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1" name="Cube 1120"/>
            <p:cNvSpPr/>
            <p:nvPr/>
          </p:nvSpPr>
          <p:spPr>
            <a:xfrm>
              <a:off x="2284208" y="238522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2" name="Cube 1121"/>
            <p:cNvSpPr/>
            <p:nvPr/>
          </p:nvSpPr>
          <p:spPr>
            <a:xfrm>
              <a:off x="2602386"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3" name="Cube 1122"/>
            <p:cNvSpPr/>
            <p:nvPr/>
          </p:nvSpPr>
          <p:spPr>
            <a:xfrm>
              <a:off x="1329673"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4" name="Cube 1123"/>
            <p:cNvSpPr/>
            <p:nvPr/>
          </p:nvSpPr>
          <p:spPr>
            <a:xfrm>
              <a:off x="1647851"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5" name="Cube 1124"/>
            <p:cNvSpPr/>
            <p:nvPr/>
          </p:nvSpPr>
          <p:spPr>
            <a:xfrm>
              <a:off x="1966030"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6" name="Cube 1125"/>
            <p:cNvSpPr/>
            <p:nvPr/>
          </p:nvSpPr>
          <p:spPr>
            <a:xfrm>
              <a:off x="2284208"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7" name="Cube 1126"/>
            <p:cNvSpPr/>
            <p:nvPr/>
          </p:nvSpPr>
          <p:spPr>
            <a:xfrm>
              <a:off x="2602386" y="204757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8" name="Cube 1127"/>
            <p:cNvSpPr/>
            <p:nvPr/>
          </p:nvSpPr>
          <p:spPr>
            <a:xfrm>
              <a:off x="1195407"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9" name="Cube 1128"/>
            <p:cNvSpPr/>
            <p:nvPr/>
          </p:nvSpPr>
          <p:spPr>
            <a:xfrm>
              <a:off x="1513585"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Cube 1129"/>
            <p:cNvSpPr/>
            <p:nvPr/>
          </p:nvSpPr>
          <p:spPr>
            <a:xfrm>
              <a:off x="1831764"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3" name="Cube 1132"/>
            <p:cNvSpPr/>
            <p:nvPr/>
          </p:nvSpPr>
          <p:spPr>
            <a:xfrm>
              <a:off x="1195407"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4" name="Cube 1133"/>
            <p:cNvSpPr/>
            <p:nvPr/>
          </p:nvSpPr>
          <p:spPr>
            <a:xfrm>
              <a:off x="1513585"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5" name="Cube 1134"/>
            <p:cNvSpPr/>
            <p:nvPr/>
          </p:nvSpPr>
          <p:spPr>
            <a:xfrm>
              <a:off x="1831764"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6" name="Cube 1135"/>
            <p:cNvSpPr/>
            <p:nvPr/>
          </p:nvSpPr>
          <p:spPr>
            <a:xfrm>
              <a:off x="2149942"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7" name="Cube 1136"/>
            <p:cNvSpPr/>
            <p:nvPr/>
          </p:nvSpPr>
          <p:spPr>
            <a:xfrm>
              <a:off x="2468120"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8" name="Cube 1137"/>
            <p:cNvSpPr/>
            <p:nvPr/>
          </p:nvSpPr>
          <p:spPr>
            <a:xfrm>
              <a:off x="1195407"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9" name="Cube 1138"/>
            <p:cNvSpPr/>
            <p:nvPr/>
          </p:nvSpPr>
          <p:spPr>
            <a:xfrm>
              <a:off x="1513585"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0" name="Cube 1139"/>
            <p:cNvSpPr/>
            <p:nvPr/>
          </p:nvSpPr>
          <p:spPr>
            <a:xfrm>
              <a:off x="1831764"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1" name="Cube 1140"/>
            <p:cNvSpPr/>
            <p:nvPr/>
          </p:nvSpPr>
          <p:spPr>
            <a:xfrm>
              <a:off x="2149942"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2" name="Cube 1141"/>
            <p:cNvSpPr/>
            <p:nvPr/>
          </p:nvSpPr>
          <p:spPr>
            <a:xfrm>
              <a:off x="2468120"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3" name="Cube 1142"/>
            <p:cNvSpPr/>
            <p:nvPr/>
          </p:nvSpPr>
          <p:spPr>
            <a:xfrm>
              <a:off x="1195407"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4" name="Cube 1143"/>
            <p:cNvSpPr/>
            <p:nvPr/>
          </p:nvSpPr>
          <p:spPr>
            <a:xfrm>
              <a:off x="1513585"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5" name="Cube 1144"/>
            <p:cNvSpPr/>
            <p:nvPr/>
          </p:nvSpPr>
          <p:spPr>
            <a:xfrm>
              <a:off x="1831764"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6" name="Cube 1145"/>
            <p:cNvSpPr/>
            <p:nvPr/>
          </p:nvSpPr>
          <p:spPr>
            <a:xfrm>
              <a:off x="2149942"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7" name="Cube 1146"/>
            <p:cNvSpPr/>
            <p:nvPr/>
          </p:nvSpPr>
          <p:spPr>
            <a:xfrm>
              <a:off x="2468120"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8" name="Cube 1147"/>
            <p:cNvSpPr/>
            <p:nvPr/>
          </p:nvSpPr>
          <p:spPr>
            <a:xfrm>
              <a:off x="1195407"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9" name="Cube 1148"/>
            <p:cNvSpPr/>
            <p:nvPr/>
          </p:nvSpPr>
          <p:spPr>
            <a:xfrm>
              <a:off x="1513585"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0" name="Cube 1149"/>
            <p:cNvSpPr/>
            <p:nvPr/>
          </p:nvSpPr>
          <p:spPr>
            <a:xfrm>
              <a:off x="1831764"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1" name="Cube 1150"/>
            <p:cNvSpPr/>
            <p:nvPr/>
          </p:nvSpPr>
          <p:spPr>
            <a:xfrm>
              <a:off x="2149942"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2" name="Cube 1151"/>
            <p:cNvSpPr/>
            <p:nvPr/>
          </p:nvSpPr>
          <p:spPr>
            <a:xfrm>
              <a:off x="2468120"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3" name="Cube 1152"/>
            <p:cNvSpPr/>
            <p:nvPr/>
          </p:nvSpPr>
          <p:spPr>
            <a:xfrm>
              <a:off x="1195407"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4" name="Cube 1153"/>
            <p:cNvSpPr/>
            <p:nvPr/>
          </p:nvSpPr>
          <p:spPr>
            <a:xfrm>
              <a:off x="1513585"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5" name="Cube 1154"/>
            <p:cNvSpPr/>
            <p:nvPr/>
          </p:nvSpPr>
          <p:spPr>
            <a:xfrm>
              <a:off x="1831764"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6" name="Cube 1155"/>
            <p:cNvSpPr/>
            <p:nvPr/>
          </p:nvSpPr>
          <p:spPr>
            <a:xfrm>
              <a:off x="2149942" y="2166537"/>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7" name="Cube 1156"/>
            <p:cNvSpPr/>
            <p:nvPr/>
          </p:nvSpPr>
          <p:spPr>
            <a:xfrm>
              <a:off x="2468120"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4" name="Cube 1163"/>
            <p:cNvSpPr/>
            <p:nvPr/>
          </p:nvSpPr>
          <p:spPr>
            <a:xfrm>
              <a:off x="1061141"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5" name="Cube 1164"/>
            <p:cNvSpPr/>
            <p:nvPr/>
          </p:nvSpPr>
          <p:spPr>
            <a:xfrm>
              <a:off x="1379319"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6" name="Cube 1165"/>
            <p:cNvSpPr/>
            <p:nvPr/>
          </p:nvSpPr>
          <p:spPr>
            <a:xfrm>
              <a:off x="1697498"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7" name="Cube 1166"/>
            <p:cNvSpPr/>
            <p:nvPr/>
          </p:nvSpPr>
          <p:spPr>
            <a:xfrm>
              <a:off x="2015676"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8" name="Cube 1167"/>
            <p:cNvSpPr/>
            <p:nvPr/>
          </p:nvSpPr>
          <p:spPr>
            <a:xfrm>
              <a:off x="2333854"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0" name="Cube 1169"/>
            <p:cNvSpPr/>
            <p:nvPr/>
          </p:nvSpPr>
          <p:spPr>
            <a:xfrm>
              <a:off x="1061141"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1" name="Cube 1170"/>
            <p:cNvSpPr/>
            <p:nvPr/>
          </p:nvSpPr>
          <p:spPr>
            <a:xfrm>
              <a:off x="1379319"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2" name="Cube 1171"/>
            <p:cNvSpPr/>
            <p:nvPr/>
          </p:nvSpPr>
          <p:spPr>
            <a:xfrm>
              <a:off x="1697498"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3" name="Cube 1172"/>
            <p:cNvSpPr/>
            <p:nvPr/>
          </p:nvSpPr>
          <p:spPr>
            <a:xfrm>
              <a:off x="2015676"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4" name="Cube 1173"/>
            <p:cNvSpPr/>
            <p:nvPr/>
          </p:nvSpPr>
          <p:spPr>
            <a:xfrm>
              <a:off x="2333854"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6" name="Cube 1175"/>
            <p:cNvSpPr/>
            <p:nvPr/>
          </p:nvSpPr>
          <p:spPr>
            <a:xfrm>
              <a:off x="1061141"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7" name="Cube 1176"/>
            <p:cNvSpPr/>
            <p:nvPr/>
          </p:nvSpPr>
          <p:spPr>
            <a:xfrm>
              <a:off x="1379319"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8" name="Cube 1177"/>
            <p:cNvSpPr/>
            <p:nvPr/>
          </p:nvSpPr>
          <p:spPr>
            <a:xfrm>
              <a:off x="1697498"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9" name="Cube 1178"/>
            <p:cNvSpPr/>
            <p:nvPr/>
          </p:nvSpPr>
          <p:spPr>
            <a:xfrm>
              <a:off x="2015676"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0" name="Cube 1179"/>
            <p:cNvSpPr/>
            <p:nvPr/>
          </p:nvSpPr>
          <p:spPr>
            <a:xfrm>
              <a:off x="2333854"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2" name="Cube 1181"/>
            <p:cNvSpPr/>
            <p:nvPr/>
          </p:nvSpPr>
          <p:spPr>
            <a:xfrm>
              <a:off x="1061141"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3" name="Cube 1182"/>
            <p:cNvSpPr/>
            <p:nvPr/>
          </p:nvSpPr>
          <p:spPr>
            <a:xfrm>
              <a:off x="1379319"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4" name="Cube 1183"/>
            <p:cNvSpPr/>
            <p:nvPr/>
          </p:nvSpPr>
          <p:spPr>
            <a:xfrm>
              <a:off x="1697498"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5" name="Cube 1184"/>
            <p:cNvSpPr/>
            <p:nvPr/>
          </p:nvSpPr>
          <p:spPr>
            <a:xfrm>
              <a:off x="2015676"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6" name="Cube 1185"/>
            <p:cNvSpPr/>
            <p:nvPr/>
          </p:nvSpPr>
          <p:spPr>
            <a:xfrm>
              <a:off x="2333854"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8" name="Cube 1187"/>
            <p:cNvSpPr/>
            <p:nvPr/>
          </p:nvSpPr>
          <p:spPr>
            <a:xfrm>
              <a:off x="1061141"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9" name="Cube 1188"/>
            <p:cNvSpPr/>
            <p:nvPr/>
          </p:nvSpPr>
          <p:spPr>
            <a:xfrm>
              <a:off x="1379319"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0" name="Cube 1189"/>
            <p:cNvSpPr/>
            <p:nvPr/>
          </p:nvSpPr>
          <p:spPr>
            <a:xfrm>
              <a:off x="1697498"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1" name="Cube 1190"/>
            <p:cNvSpPr/>
            <p:nvPr/>
          </p:nvSpPr>
          <p:spPr>
            <a:xfrm>
              <a:off x="2015676"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2" name="Cube 1191"/>
            <p:cNvSpPr/>
            <p:nvPr/>
          </p:nvSpPr>
          <p:spPr>
            <a:xfrm>
              <a:off x="2333854"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4" name="Cube 1193"/>
            <p:cNvSpPr/>
            <p:nvPr/>
          </p:nvSpPr>
          <p:spPr>
            <a:xfrm>
              <a:off x="926875"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5" name="Cube 1194"/>
            <p:cNvSpPr/>
            <p:nvPr/>
          </p:nvSpPr>
          <p:spPr>
            <a:xfrm>
              <a:off x="1245053"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6" name="Cube 1195"/>
            <p:cNvSpPr/>
            <p:nvPr/>
          </p:nvSpPr>
          <p:spPr>
            <a:xfrm>
              <a:off x="1563232"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7" name="Cube 1196"/>
            <p:cNvSpPr/>
            <p:nvPr/>
          </p:nvSpPr>
          <p:spPr>
            <a:xfrm>
              <a:off x="1881410"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8" name="Cube 1197"/>
            <p:cNvSpPr/>
            <p:nvPr/>
          </p:nvSpPr>
          <p:spPr>
            <a:xfrm>
              <a:off x="2199588"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0" name="Cube 1199"/>
            <p:cNvSpPr/>
            <p:nvPr/>
          </p:nvSpPr>
          <p:spPr>
            <a:xfrm>
              <a:off x="926875"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1" name="Cube 1200"/>
            <p:cNvSpPr/>
            <p:nvPr/>
          </p:nvSpPr>
          <p:spPr>
            <a:xfrm>
              <a:off x="1245053"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2" name="Cube 1201"/>
            <p:cNvSpPr/>
            <p:nvPr/>
          </p:nvSpPr>
          <p:spPr>
            <a:xfrm>
              <a:off x="1563232"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3" name="Cube 1202"/>
            <p:cNvSpPr/>
            <p:nvPr/>
          </p:nvSpPr>
          <p:spPr>
            <a:xfrm>
              <a:off x="1881410"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4" name="Cube 1203"/>
            <p:cNvSpPr/>
            <p:nvPr/>
          </p:nvSpPr>
          <p:spPr>
            <a:xfrm>
              <a:off x="2199588"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6" name="Cube 1205"/>
            <p:cNvSpPr/>
            <p:nvPr/>
          </p:nvSpPr>
          <p:spPr>
            <a:xfrm>
              <a:off x="926875"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7" name="Cube 1206"/>
            <p:cNvSpPr/>
            <p:nvPr/>
          </p:nvSpPr>
          <p:spPr>
            <a:xfrm>
              <a:off x="1245053"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8" name="Cube 1207"/>
            <p:cNvSpPr/>
            <p:nvPr/>
          </p:nvSpPr>
          <p:spPr>
            <a:xfrm>
              <a:off x="1563232"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9" name="Cube 1208"/>
            <p:cNvSpPr/>
            <p:nvPr/>
          </p:nvSpPr>
          <p:spPr>
            <a:xfrm>
              <a:off x="1881410"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0" name="Cube 1209"/>
            <p:cNvSpPr/>
            <p:nvPr/>
          </p:nvSpPr>
          <p:spPr>
            <a:xfrm>
              <a:off x="2199588"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2" name="Cube 1211"/>
            <p:cNvSpPr/>
            <p:nvPr/>
          </p:nvSpPr>
          <p:spPr>
            <a:xfrm>
              <a:off x="926875"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3" name="Cube 1212"/>
            <p:cNvSpPr/>
            <p:nvPr/>
          </p:nvSpPr>
          <p:spPr>
            <a:xfrm>
              <a:off x="1245053"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4" name="Cube 1213"/>
            <p:cNvSpPr/>
            <p:nvPr/>
          </p:nvSpPr>
          <p:spPr>
            <a:xfrm>
              <a:off x="1563232"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5" name="Cube 1214"/>
            <p:cNvSpPr/>
            <p:nvPr/>
          </p:nvSpPr>
          <p:spPr>
            <a:xfrm>
              <a:off x="1881410"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6" name="Cube 1215"/>
            <p:cNvSpPr/>
            <p:nvPr/>
          </p:nvSpPr>
          <p:spPr>
            <a:xfrm>
              <a:off x="2199588"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8" name="Cube 1217"/>
            <p:cNvSpPr/>
            <p:nvPr/>
          </p:nvSpPr>
          <p:spPr>
            <a:xfrm>
              <a:off x="926875" y="240446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9" name="Cube 1218"/>
            <p:cNvSpPr/>
            <p:nvPr/>
          </p:nvSpPr>
          <p:spPr>
            <a:xfrm>
              <a:off x="1245053" y="240446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0" name="Cube 1219"/>
            <p:cNvSpPr/>
            <p:nvPr/>
          </p:nvSpPr>
          <p:spPr>
            <a:xfrm>
              <a:off x="1563232" y="240446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1" name="Cube 1220"/>
            <p:cNvSpPr/>
            <p:nvPr/>
          </p:nvSpPr>
          <p:spPr>
            <a:xfrm>
              <a:off x="1881410" y="240446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2" name="Cube 1221"/>
            <p:cNvSpPr/>
            <p:nvPr/>
          </p:nvSpPr>
          <p:spPr>
            <a:xfrm>
              <a:off x="2199588" y="240446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4" name="Cube 1223"/>
            <p:cNvSpPr/>
            <p:nvPr/>
          </p:nvSpPr>
          <p:spPr>
            <a:xfrm>
              <a:off x="792609"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5" name="Cube 1224"/>
            <p:cNvSpPr/>
            <p:nvPr/>
          </p:nvSpPr>
          <p:spPr>
            <a:xfrm>
              <a:off x="1110787"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6" name="Cube 1225"/>
            <p:cNvSpPr/>
            <p:nvPr/>
          </p:nvSpPr>
          <p:spPr>
            <a:xfrm>
              <a:off x="1428966"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7" name="Cube 1226"/>
            <p:cNvSpPr/>
            <p:nvPr/>
          </p:nvSpPr>
          <p:spPr>
            <a:xfrm>
              <a:off x="1747144"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8" name="Cube 1227"/>
            <p:cNvSpPr/>
            <p:nvPr/>
          </p:nvSpPr>
          <p:spPr>
            <a:xfrm>
              <a:off x="2065322"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0" name="Cube 1229"/>
            <p:cNvSpPr/>
            <p:nvPr/>
          </p:nvSpPr>
          <p:spPr>
            <a:xfrm>
              <a:off x="792609"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1" name="Cube 1230"/>
            <p:cNvSpPr/>
            <p:nvPr/>
          </p:nvSpPr>
          <p:spPr>
            <a:xfrm>
              <a:off x="1110787"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2" name="Cube 1231"/>
            <p:cNvSpPr/>
            <p:nvPr/>
          </p:nvSpPr>
          <p:spPr>
            <a:xfrm>
              <a:off x="1428966"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3" name="Cube 1232"/>
            <p:cNvSpPr/>
            <p:nvPr/>
          </p:nvSpPr>
          <p:spPr>
            <a:xfrm>
              <a:off x="1747144"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4" name="Cube 1233"/>
            <p:cNvSpPr/>
            <p:nvPr/>
          </p:nvSpPr>
          <p:spPr>
            <a:xfrm>
              <a:off x="2065322"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6" name="Cube 1235"/>
            <p:cNvSpPr/>
            <p:nvPr/>
          </p:nvSpPr>
          <p:spPr>
            <a:xfrm>
              <a:off x="792609"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7" name="Cube 1236"/>
            <p:cNvSpPr/>
            <p:nvPr/>
          </p:nvSpPr>
          <p:spPr>
            <a:xfrm>
              <a:off x="1110787"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8" name="Cube 1237"/>
            <p:cNvSpPr/>
            <p:nvPr/>
          </p:nvSpPr>
          <p:spPr>
            <a:xfrm>
              <a:off x="1428966"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9" name="Cube 1238"/>
            <p:cNvSpPr/>
            <p:nvPr/>
          </p:nvSpPr>
          <p:spPr>
            <a:xfrm>
              <a:off x="1747144"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0" name="Cube 1239"/>
            <p:cNvSpPr/>
            <p:nvPr/>
          </p:nvSpPr>
          <p:spPr>
            <a:xfrm>
              <a:off x="2065322"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2" name="Cube 1241"/>
            <p:cNvSpPr/>
            <p:nvPr/>
          </p:nvSpPr>
          <p:spPr>
            <a:xfrm>
              <a:off x="792609"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3" name="Cube 1242"/>
            <p:cNvSpPr/>
            <p:nvPr/>
          </p:nvSpPr>
          <p:spPr>
            <a:xfrm>
              <a:off x="1110787"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4" name="Cube 1243"/>
            <p:cNvSpPr/>
            <p:nvPr/>
          </p:nvSpPr>
          <p:spPr>
            <a:xfrm>
              <a:off x="1428966"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5" name="Cube 1244"/>
            <p:cNvSpPr/>
            <p:nvPr/>
          </p:nvSpPr>
          <p:spPr>
            <a:xfrm>
              <a:off x="1747144"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6" name="Cube 1245"/>
            <p:cNvSpPr/>
            <p:nvPr/>
          </p:nvSpPr>
          <p:spPr>
            <a:xfrm>
              <a:off x="2065322"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8" name="Cube 1247"/>
            <p:cNvSpPr/>
            <p:nvPr/>
          </p:nvSpPr>
          <p:spPr>
            <a:xfrm>
              <a:off x="792609"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9" name="Cube 1248"/>
            <p:cNvSpPr/>
            <p:nvPr/>
          </p:nvSpPr>
          <p:spPr>
            <a:xfrm>
              <a:off x="1110787"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0" name="Cube 1249"/>
            <p:cNvSpPr/>
            <p:nvPr/>
          </p:nvSpPr>
          <p:spPr>
            <a:xfrm>
              <a:off x="1428966"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1" name="Cube 1250"/>
            <p:cNvSpPr/>
            <p:nvPr/>
          </p:nvSpPr>
          <p:spPr>
            <a:xfrm>
              <a:off x="1747144"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2" name="Cube 1251"/>
            <p:cNvSpPr/>
            <p:nvPr/>
          </p:nvSpPr>
          <p:spPr>
            <a:xfrm>
              <a:off x="2065322"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700" name="TextBox 699"/>
          <p:cNvSpPr txBox="1"/>
          <p:nvPr/>
        </p:nvSpPr>
        <p:spPr>
          <a:xfrm>
            <a:off x="5501368" y="4974491"/>
            <a:ext cx="1066800" cy="369332"/>
          </a:xfrm>
          <a:prstGeom prst="rect">
            <a:avLst/>
          </a:prstGeom>
          <a:noFill/>
        </p:spPr>
        <p:txBody>
          <a:bodyPr wrap="square" rtlCol="0">
            <a:spAutoFit/>
          </a:bodyPr>
          <a:lstStyle/>
          <a:p>
            <a:pPr algn="ctr"/>
            <a:r>
              <a:rPr lang="en-US" dirty="0"/>
              <a:t>output</a:t>
            </a:r>
          </a:p>
        </p:txBody>
      </p:sp>
      <p:sp>
        <p:nvSpPr>
          <p:cNvPr id="701" name="TextBox 700"/>
          <p:cNvSpPr txBox="1"/>
          <p:nvPr/>
        </p:nvSpPr>
        <p:spPr>
          <a:xfrm>
            <a:off x="902335" y="3947480"/>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grpSp>
        <p:nvGrpSpPr>
          <p:cNvPr id="5" name="Group 4"/>
          <p:cNvGrpSpPr/>
          <p:nvPr/>
        </p:nvGrpSpPr>
        <p:grpSpPr>
          <a:xfrm>
            <a:off x="4797050" y="1383329"/>
            <a:ext cx="3533056" cy="3562249"/>
            <a:chOff x="4797050" y="1690689"/>
            <a:chExt cx="3533056" cy="3562249"/>
          </a:xfrm>
        </p:grpSpPr>
        <p:sp>
          <p:nvSpPr>
            <p:cNvPr id="3209" name="Cube 3208"/>
            <p:cNvSpPr/>
            <p:nvPr/>
          </p:nvSpPr>
          <p:spPr>
            <a:xfrm>
              <a:off x="573691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0" name="Cube 3209"/>
            <p:cNvSpPr/>
            <p:nvPr/>
          </p:nvSpPr>
          <p:spPr>
            <a:xfrm>
              <a:off x="605509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1" name="Cube 3210"/>
            <p:cNvSpPr/>
            <p:nvPr/>
          </p:nvSpPr>
          <p:spPr>
            <a:xfrm>
              <a:off x="6373272"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2" name="Cube 3211"/>
            <p:cNvSpPr/>
            <p:nvPr/>
          </p:nvSpPr>
          <p:spPr>
            <a:xfrm>
              <a:off x="6691450"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3" name="Cube 3212"/>
            <p:cNvSpPr/>
            <p:nvPr/>
          </p:nvSpPr>
          <p:spPr>
            <a:xfrm>
              <a:off x="7009628"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4" name="Cube 3213"/>
            <p:cNvSpPr/>
            <p:nvPr/>
          </p:nvSpPr>
          <p:spPr>
            <a:xfrm>
              <a:off x="7327807"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5" name="Cube 3214"/>
            <p:cNvSpPr/>
            <p:nvPr/>
          </p:nvSpPr>
          <p:spPr>
            <a:xfrm>
              <a:off x="764598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6" name="Cube 3215"/>
            <p:cNvSpPr/>
            <p:nvPr/>
          </p:nvSpPr>
          <p:spPr>
            <a:xfrm>
              <a:off x="796416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7" name="Cube 3216"/>
            <p:cNvSpPr/>
            <p:nvPr/>
          </p:nvSpPr>
          <p:spPr>
            <a:xfrm>
              <a:off x="573691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8" name="Cube 3217"/>
            <p:cNvSpPr/>
            <p:nvPr/>
          </p:nvSpPr>
          <p:spPr>
            <a:xfrm>
              <a:off x="605509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9" name="Cube 3218"/>
            <p:cNvSpPr/>
            <p:nvPr/>
          </p:nvSpPr>
          <p:spPr>
            <a:xfrm>
              <a:off x="6373272"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0" name="Cube 3219"/>
            <p:cNvSpPr/>
            <p:nvPr/>
          </p:nvSpPr>
          <p:spPr>
            <a:xfrm>
              <a:off x="6691450"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1" name="Cube 3220"/>
            <p:cNvSpPr/>
            <p:nvPr/>
          </p:nvSpPr>
          <p:spPr>
            <a:xfrm>
              <a:off x="7009628"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2" name="Cube 3221"/>
            <p:cNvSpPr/>
            <p:nvPr/>
          </p:nvSpPr>
          <p:spPr>
            <a:xfrm>
              <a:off x="7327807"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3" name="Cube 3222"/>
            <p:cNvSpPr/>
            <p:nvPr/>
          </p:nvSpPr>
          <p:spPr>
            <a:xfrm>
              <a:off x="764598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4" name="Cube 3223"/>
            <p:cNvSpPr/>
            <p:nvPr/>
          </p:nvSpPr>
          <p:spPr>
            <a:xfrm>
              <a:off x="796416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5" name="Cube 3224"/>
            <p:cNvSpPr/>
            <p:nvPr/>
          </p:nvSpPr>
          <p:spPr>
            <a:xfrm>
              <a:off x="5736915" y="337895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6" name="Cube 3225"/>
            <p:cNvSpPr/>
            <p:nvPr/>
          </p:nvSpPr>
          <p:spPr>
            <a:xfrm>
              <a:off x="605509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7" name="Cube 3226"/>
            <p:cNvSpPr/>
            <p:nvPr/>
          </p:nvSpPr>
          <p:spPr>
            <a:xfrm>
              <a:off x="6373272"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8" name="Cube 3227"/>
            <p:cNvSpPr/>
            <p:nvPr/>
          </p:nvSpPr>
          <p:spPr>
            <a:xfrm>
              <a:off x="6691450"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9" name="Cube 3228"/>
            <p:cNvSpPr/>
            <p:nvPr/>
          </p:nvSpPr>
          <p:spPr>
            <a:xfrm>
              <a:off x="7009628"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0" name="Cube 3229"/>
            <p:cNvSpPr/>
            <p:nvPr/>
          </p:nvSpPr>
          <p:spPr>
            <a:xfrm>
              <a:off x="7327807"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1" name="Cube 3230"/>
            <p:cNvSpPr/>
            <p:nvPr/>
          </p:nvSpPr>
          <p:spPr>
            <a:xfrm>
              <a:off x="7645985"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2" name="Cube 3231"/>
            <p:cNvSpPr/>
            <p:nvPr/>
          </p:nvSpPr>
          <p:spPr>
            <a:xfrm>
              <a:off x="796416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3" name="Cube 3232"/>
            <p:cNvSpPr/>
            <p:nvPr/>
          </p:nvSpPr>
          <p:spPr>
            <a:xfrm>
              <a:off x="5736915" y="304130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4" name="Cube 3233"/>
            <p:cNvSpPr/>
            <p:nvPr/>
          </p:nvSpPr>
          <p:spPr>
            <a:xfrm>
              <a:off x="605509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5" name="Cube 3234"/>
            <p:cNvSpPr/>
            <p:nvPr/>
          </p:nvSpPr>
          <p:spPr>
            <a:xfrm>
              <a:off x="6373272"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6" name="Cube 3235"/>
            <p:cNvSpPr/>
            <p:nvPr/>
          </p:nvSpPr>
          <p:spPr>
            <a:xfrm>
              <a:off x="6691450"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7" name="Cube 3236"/>
            <p:cNvSpPr/>
            <p:nvPr/>
          </p:nvSpPr>
          <p:spPr>
            <a:xfrm>
              <a:off x="7009628"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8" name="Cube 3237"/>
            <p:cNvSpPr/>
            <p:nvPr/>
          </p:nvSpPr>
          <p:spPr>
            <a:xfrm>
              <a:off x="7327807"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9" name="Cube 3238"/>
            <p:cNvSpPr/>
            <p:nvPr/>
          </p:nvSpPr>
          <p:spPr>
            <a:xfrm>
              <a:off x="7645985"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0" name="Cube 3239"/>
            <p:cNvSpPr/>
            <p:nvPr/>
          </p:nvSpPr>
          <p:spPr>
            <a:xfrm>
              <a:off x="796416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1" name="Cube 3240"/>
            <p:cNvSpPr/>
            <p:nvPr/>
          </p:nvSpPr>
          <p:spPr>
            <a:xfrm>
              <a:off x="5736915" y="270364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2" name="Cube 3241"/>
            <p:cNvSpPr/>
            <p:nvPr/>
          </p:nvSpPr>
          <p:spPr>
            <a:xfrm>
              <a:off x="605509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3" name="Cube 3242"/>
            <p:cNvSpPr/>
            <p:nvPr/>
          </p:nvSpPr>
          <p:spPr>
            <a:xfrm>
              <a:off x="6373272"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4" name="Cube 3243"/>
            <p:cNvSpPr/>
            <p:nvPr/>
          </p:nvSpPr>
          <p:spPr>
            <a:xfrm>
              <a:off x="6691450"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5" name="Cube 3244"/>
            <p:cNvSpPr/>
            <p:nvPr/>
          </p:nvSpPr>
          <p:spPr>
            <a:xfrm>
              <a:off x="7009628"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6" name="Cube 3245"/>
            <p:cNvSpPr/>
            <p:nvPr/>
          </p:nvSpPr>
          <p:spPr>
            <a:xfrm>
              <a:off x="7327807"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7" name="Cube 3246"/>
            <p:cNvSpPr/>
            <p:nvPr/>
          </p:nvSpPr>
          <p:spPr>
            <a:xfrm>
              <a:off x="7645985"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8" name="Cube 3247"/>
            <p:cNvSpPr/>
            <p:nvPr/>
          </p:nvSpPr>
          <p:spPr>
            <a:xfrm>
              <a:off x="796416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9" name="Cube 3248"/>
            <p:cNvSpPr/>
            <p:nvPr/>
          </p:nvSpPr>
          <p:spPr>
            <a:xfrm>
              <a:off x="5736915" y="236599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0" name="Cube 3249"/>
            <p:cNvSpPr/>
            <p:nvPr/>
          </p:nvSpPr>
          <p:spPr>
            <a:xfrm>
              <a:off x="605509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1" name="Cube 3250"/>
            <p:cNvSpPr/>
            <p:nvPr/>
          </p:nvSpPr>
          <p:spPr>
            <a:xfrm>
              <a:off x="6373272"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2" name="Cube 3251"/>
            <p:cNvSpPr/>
            <p:nvPr/>
          </p:nvSpPr>
          <p:spPr>
            <a:xfrm>
              <a:off x="6691450"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3" name="Cube 3252"/>
            <p:cNvSpPr/>
            <p:nvPr/>
          </p:nvSpPr>
          <p:spPr>
            <a:xfrm>
              <a:off x="7009628"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4" name="Cube 3253"/>
            <p:cNvSpPr/>
            <p:nvPr/>
          </p:nvSpPr>
          <p:spPr>
            <a:xfrm>
              <a:off x="7327807"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5" name="Cube 3254"/>
            <p:cNvSpPr/>
            <p:nvPr/>
          </p:nvSpPr>
          <p:spPr>
            <a:xfrm>
              <a:off x="7645985"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6" name="Cube 3255"/>
            <p:cNvSpPr/>
            <p:nvPr/>
          </p:nvSpPr>
          <p:spPr>
            <a:xfrm>
              <a:off x="796416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7" name="Cube 3256"/>
            <p:cNvSpPr/>
            <p:nvPr/>
          </p:nvSpPr>
          <p:spPr>
            <a:xfrm>
              <a:off x="573691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8" name="Cube 3257"/>
            <p:cNvSpPr/>
            <p:nvPr/>
          </p:nvSpPr>
          <p:spPr>
            <a:xfrm>
              <a:off x="605509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9" name="Cube 3258"/>
            <p:cNvSpPr/>
            <p:nvPr/>
          </p:nvSpPr>
          <p:spPr>
            <a:xfrm>
              <a:off x="6373272"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0" name="Cube 3259"/>
            <p:cNvSpPr/>
            <p:nvPr/>
          </p:nvSpPr>
          <p:spPr>
            <a:xfrm>
              <a:off x="6691450"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1" name="Cube 3260"/>
            <p:cNvSpPr/>
            <p:nvPr/>
          </p:nvSpPr>
          <p:spPr>
            <a:xfrm>
              <a:off x="7009628"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2" name="Cube 3261"/>
            <p:cNvSpPr/>
            <p:nvPr/>
          </p:nvSpPr>
          <p:spPr>
            <a:xfrm>
              <a:off x="7327807"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3" name="Cube 3262"/>
            <p:cNvSpPr/>
            <p:nvPr/>
          </p:nvSpPr>
          <p:spPr>
            <a:xfrm>
              <a:off x="764598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4" name="Cube 3263"/>
            <p:cNvSpPr/>
            <p:nvPr/>
          </p:nvSpPr>
          <p:spPr>
            <a:xfrm>
              <a:off x="796416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5" name="Cube 3264"/>
            <p:cNvSpPr/>
            <p:nvPr/>
          </p:nvSpPr>
          <p:spPr>
            <a:xfrm>
              <a:off x="573691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6" name="Cube 3265"/>
            <p:cNvSpPr/>
            <p:nvPr/>
          </p:nvSpPr>
          <p:spPr>
            <a:xfrm>
              <a:off x="605509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7" name="Cube 3266"/>
            <p:cNvSpPr/>
            <p:nvPr/>
          </p:nvSpPr>
          <p:spPr>
            <a:xfrm>
              <a:off x="6373272"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8" name="Cube 3267"/>
            <p:cNvSpPr/>
            <p:nvPr/>
          </p:nvSpPr>
          <p:spPr>
            <a:xfrm>
              <a:off x="6691450"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9" name="Cube 3268"/>
            <p:cNvSpPr/>
            <p:nvPr/>
          </p:nvSpPr>
          <p:spPr>
            <a:xfrm>
              <a:off x="7009628"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0" name="Cube 3269"/>
            <p:cNvSpPr/>
            <p:nvPr/>
          </p:nvSpPr>
          <p:spPr>
            <a:xfrm>
              <a:off x="7327807"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1" name="Cube 3270"/>
            <p:cNvSpPr/>
            <p:nvPr/>
          </p:nvSpPr>
          <p:spPr>
            <a:xfrm>
              <a:off x="764598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2" name="Cube 3271"/>
            <p:cNvSpPr/>
            <p:nvPr/>
          </p:nvSpPr>
          <p:spPr>
            <a:xfrm>
              <a:off x="796416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3" name="Cube 3272"/>
            <p:cNvSpPr/>
            <p:nvPr/>
          </p:nvSpPr>
          <p:spPr>
            <a:xfrm>
              <a:off x="560264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4" name="Cube 3273"/>
            <p:cNvSpPr/>
            <p:nvPr/>
          </p:nvSpPr>
          <p:spPr>
            <a:xfrm>
              <a:off x="592082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5" name="Cube 3274"/>
            <p:cNvSpPr/>
            <p:nvPr/>
          </p:nvSpPr>
          <p:spPr>
            <a:xfrm>
              <a:off x="6239003"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6" name="Cube 3275"/>
            <p:cNvSpPr/>
            <p:nvPr/>
          </p:nvSpPr>
          <p:spPr>
            <a:xfrm>
              <a:off x="6557181"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7" name="Cube 3276"/>
            <p:cNvSpPr/>
            <p:nvPr/>
          </p:nvSpPr>
          <p:spPr>
            <a:xfrm>
              <a:off x="6875359"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8" name="Cube 3277"/>
            <p:cNvSpPr/>
            <p:nvPr/>
          </p:nvSpPr>
          <p:spPr>
            <a:xfrm>
              <a:off x="7193538"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9" name="Cube 3278"/>
            <p:cNvSpPr/>
            <p:nvPr/>
          </p:nvSpPr>
          <p:spPr>
            <a:xfrm>
              <a:off x="751171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0" name="Cube 3279"/>
            <p:cNvSpPr/>
            <p:nvPr/>
          </p:nvSpPr>
          <p:spPr>
            <a:xfrm>
              <a:off x="782989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1" name="Cube 3280"/>
            <p:cNvSpPr/>
            <p:nvPr/>
          </p:nvSpPr>
          <p:spPr>
            <a:xfrm>
              <a:off x="560264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2" name="Cube 3281"/>
            <p:cNvSpPr/>
            <p:nvPr/>
          </p:nvSpPr>
          <p:spPr>
            <a:xfrm>
              <a:off x="592082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3" name="Cube 3282"/>
            <p:cNvSpPr/>
            <p:nvPr/>
          </p:nvSpPr>
          <p:spPr>
            <a:xfrm>
              <a:off x="6239003"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4" name="Cube 3283"/>
            <p:cNvSpPr/>
            <p:nvPr/>
          </p:nvSpPr>
          <p:spPr>
            <a:xfrm>
              <a:off x="6557181"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5" name="Cube 3284"/>
            <p:cNvSpPr/>
            <p:nvPr/>
          </p:nvSpPr>
          <p:spPr>
            <a:xfrm>
              <a:off x="6875359"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6" name="Cube 3285"/>
            <p:cNvSpPr/>
            <p:nvPr/>
          </p:nvSpPr>
          <p:spPr>
            <a:xfrm>
              <a:off x="7193538"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7" name="Cube 3286"/>
            <p:cNvSpPr/>
            <p:nvPr/>
          </p:nvSpPr>
          <p:spPr>
            <a:xfrm>
              <a:off x="751171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8" name="Cube 3287"/>
            <p:cNvSpPr/>
            <p:nvPr/>
          </p:nvSpPr>
          <p:spPr>
            <a:xfrm>
              <a:off x="782989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9" name="Cube 3288"/>
            <p:cNvSpPr/>
            <p:nvPr/>
          </p:nvSpPr>
          <p:spPr>
            <a:xfrm>
              <a:off x="5602646" y="349791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0" name="Cube 3289"/>
            <p:cNvSpPr/>
            <p:nvPr/>
          </p:nvSpPr>
          <p:spPr>
            <a:xfrm>
              <a:off x="5920824" y="349791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1" name="Cube 3290"/>
            <p:cNvSpPr/>
            <p:nvPr/>
          </p:nvSpPr>
          <p:spPr>
            <a:xfrm>
              <a:off x="6239003"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2" name="Cube 3291"/>
            <p:cNvSpPr/>
            <p:nvPr/>
          </p:nvSpPr>
          <p:spPr>
            <a:xfrm>
              <a:off x="6557181"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3" name="Cube 3292"/>
            <p:cNvSpPr/>
            <p:nvPr/>
          </p:nvSpPr>
          <p:spPr>
            <a:xfrm>
              <a:off x="6875359"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4" name="Cube 3293"/>
            <p:cNvSpPr/>
            <p:nvPr/>
          </p:nvSpPr>
          <p:spPr>
            <a:xfrm>
              <a:off x="7193538"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5" name="Cube 3294"/>
            <p:cNvSpPr/>
            <p:nvPr/>
          </p:nvSpPr>
          <p:spPr>
            <a:xfrm>
              <a:off x="7511716"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6" name="Cube 3295"/>
            <p:cNvSpPr/>
            <p:nvPr/>
          </p:nvSpPr>
          <p:spPr>
            <a:xfrm>
              <a:off x="7829894"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7" name="Cube 3296"/>
            <p:cNvSpPr/>
            <p:nvPr/>
          </p:nvSpPr>
          <p:spPr>
            <a:xfrm>
              <a:off x="5602646" y="316026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8" name="Cube 3297"/>
            <p:cNvSpPr/>
            <p:nvPr/>
          </p:nvSpPr>
          <p:spPr>
            <a:xfrm>
              <a:off x="5920824" y="316026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9" name="Cube 3298"/>
            <p:cNvSpPr/>
            <p:nvPr/>
          </p:nvSpPr>
          <p:spPr>
            <a:xfrm>
              <a:off x="6239003"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0" name="Cube 3299"/>
            <p:cNvSpPr/>
            <p:nvPr/>
          </p:nvSpPr>
          <p:spPr>
            <a:xfrm>
              <a:off x="6557181"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1" name="Cube 3300"/>
            <p:cNvSpPr/>
            <p:nvPr/>
          </p:nvSpPr>
          <p:spPr>
            <a:xfrm>
              <a:off x="6875359"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2" name="Cube 3301"/>
            <p:cNvSpPr/>
            <p:nvPr/>
          </p:nvSpPr>
          <p:spPr>
            <a:xfrm>
              <a:off x="7193538"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3" name="Cube 3302"/>
            <p:cNvSpPr/>
            <p:nvPr/>
          </p:nvSpPr>
          <p:spPr>
            <a:xfrm>
              <a:off x="7511716"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4" name="Cube 3303"/>
            <p:cNvSpPr/>
            <p:nvPr/>
          </p:nvSpPr>
          <p:spPr>
            <a:xfrm>
              <a:off x="7829894"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5" name="Cube 3304"/>
            <p:cNvSpPr/>
            <p:nvPr/>
          </p:nvSpPr>
          <p:spPr>
            <a:xfrm>
              <a:off x="5602646" y="282261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6" name="Cube 3305"/>
            <p:cNvSpPr/>
            <p:nvPr/>
          </p:nvSpPr>
          <p:spPr>
            <a:xfrm>
              <a:off x="5920824" y="282261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7" name="Cube 3306"/>
            <p:cNvSpPr/>
            <p:nvPr/>
          </p:nvSpPr>
          <p:spPr>
            <a:xfrm>
              <a:off x="6239003"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8" name="Cube 3307"/>
            <p:cNvSpPr/>
            <p:nvPr/>
          </p:nvSpPr>
          <p:spPr>
            <a:xfrm>
              <a:off x="6557181"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9" name="Cube 3308"/>
            <p:cNvSpPr/>
            <p:nvPr/>
          </p:nvSpPr>
          <p:spPr>
            <a:xfrm>
              <a:off x="6875359"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0" name="Cube 3309"/>
            <p:cNvSpPr/>
            <p:nvPr/>
          </p:nvSpPr>
          <p:spPr>
            <a:xfrm>
              <a:off x="7193538"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1" name="Cube 3310"/>
            <p:cNvSpPr/>
            <p:nvPr/>
          </p:nvSpPr>
          <p:spPr>
            <a:xfrm>
              <a:off x="7511716"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2" name="Cube 3311"/>
            <p:cNvSpPr/>
            <p:nvPr/>
          </p:nvSpPr>
          <p:spPr>
            <a:xfrm>
              <a:off x="7829894"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3" name="Cube 3312"/>
            <p:cNvSpPr/>
            <p:nvPr/>
          </p:nvSpPr>
          <p:spPr>
            <a:xfrm>
              <a:off x="5602646" y="248495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4" name="Cube 3313"/>
            <p:cNvSpPr/>
            <p:nvPr/>
          </p:nvSpPr>
          <p:spPr>
            <a:xfrm>
              <a:off x="5920824" y="248495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5" name="Cube 3314"/>
            <p:cNvSpPr/>
            <p:nvPr/>
          </p:nvSpPr>
          <p:spPr>
            <a:xfrm>
              <a:off x="6239003"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6" name="Cube 3315"/>
            <p:cNvSpPr/>
            <p:nvPr/>
          </p:nvSpPr>
          <p:spPr>
            <a:xfrm>
              <a:off x="6557181"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7" name="Cube 3316"/>
            <p:cNvSpPr/>
            <p:nvPr/>
          </p:nvSpPr>
          <p:spPr>
            <a:xfrm>
              <a:off x="6875359"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8" name="Cube 3317"/>
            <p:cNvSpPr/>
            <p:nvPr/>
          </p:nvSpPr>
          <p:spPr>
            <a:xfrm>
              <a:off x="7193538"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9" name="Cube 3318"/>
            <p:cNvSpPr/>
            <p:nvPr/>
          </p:nvSpPr>
          <p:spPr>
            <a:xfrm>
              <a:off x="7511716"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0" name="Cube 3319"/>
            <p:cNvSpPr/>
            <p:nvPr/>
          </p:nvSpPr>
          <p:spPr>
            <a:xfrm>
              <a:off x="7829894"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1" name="Cube 3320"/>
            <p:cNvSpPr/>
            <p:nvPr/>
          </p:nvSpPr>
          <p:spPr>
            <a:xfrm>
              <a:off x="560264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2" name="Cube 3321"/>
            <p:cNvSpPr/>
            <p:nvPr/>
          </p:nvSpPr>
          <p:spPr>
            <a:xfrm>
              <a:off x="592082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3" name="Cube 3322"/>
            <p:cNvSpPr/>
            <p:nvPr/>
          </p:nvSpPr>
          <p:spPr>
            <a:xfrm>
              <a:off x="6239003"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4" name="Cube 3323"/>
            <p:cNvSpPr/>
            <p:nvPr/>
          </p:nvSpPr>
          <p:spPr>
            <a:xfrm>
              <a:off x="6557181"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5" name="Cube 3324"/>
            <p:cNvSpPr/>
            <p:nvPr/>
          </p:nvSpPr>
          <p:spPr>
            <a:xfrm>
              <a:off x="6875359"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6" name="Cube 3325"/>
            <p:cNvSpPr/>
            <p:nvPr/>
          </p:nvSpPr>
          <p:spPr>
            <a:xfrm>
              <a:off x="7193538"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7" name="Cube 3326"/>
            <p:cNvSpPr/>
            <p:nvPr/>
          </p:nvSpPr>
          <p:spPr>
            <a:xfrm>
              <a:off x="751171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8" name="Cube 3327"/>
            <p:cNvSpPr/>
            <p:nvPr/>
          </p:nvSpPr>
          <p:spPr>
            <a:xfrm>
              <a:off x="782989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9" name="Cube 3328"/>
            <p:cNvSpPr/>
            <p:nvPr/>
          </p:nvSpPr>
          <p:spPr>
            <a:xfrm>
              <a:off x="560264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0" name="Cube 3329"/>
            <p:cNvSpPr/>
            <p:nvPr/>
          </p:nvSpPr>
          <p:spPr>
            <a:xfrm>
              <a:off x="592082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1" name="Cube 3330"/>
            <p:cNvSpPr/>
            <p:nvPr/>
          </p:nvSpPr>
          <p:spPr>
            <a:xfrm>
              <a:off x="6239003"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2" name="Cube 3331"/>
            <p:cNvSpPr/>
            <p:nvPr/>
          </p:nvSpPr>
          <p:spPr>
            <a:xfrm>
              <a:off x="6557181"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3" name="Cube 3332"/>
            <p:cNvSpPr/>
            <p:nvPr/>
          </p:nvSpPr>
          <p:spPr>
            <a:xfrm>
              <a:off x="6875359"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4" name="Cube 3333"/>
            <p:cNvSpPr/>
            <p:nvPr/>
          </p:nvSpPr>
          <p:spPr>
            <a:xfrm>
              <a:off x="7193538"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5" name="Cube 3334"/>
            <p:cNvSpPr/>
            <p:nvPr/>
          </p:nvSpPr>
          <p:spPr>
            <a:xfrm>
              <a:off x="751171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6" name="Cube 3335"/>
            <p:cNvSpPr/>
            <p:nvPr/>
          </p:nvSpPr>
          <p:spPr>
            <a:xfrm>
              <a:off x="782989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7" name="Cube 3336"/>
            <p:cNvSpPr/>
            <p:nvPr/>
          </p:nvSpPr>
          <p:spPr>
            <a:xfrm>
              <a:off x="546838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8" name="Cube 3337"/>
            <p:cNvSpPr/>
            <p:nvPr/>
          </p:nvSpPr>
          <p:spPr>
            <a:xfrm>
              <a:off x="578655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9" name="Cube 3338"/>
            <p:cNvSpPr/>
            <p:nvPr/>
          </p:nvSpPr>
          <p:spPr>
            <a:xfrm>
              <a:off x="6104737"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0" name="Cube 3339"/>
            <p:cNvSpPr/>
            <p:nvPr/>
          </p:nvSpPr>
          <p:spPr>
            <a:xfrm>
              <a:off x="6422915"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1" name="Cube 3340"/>
            <p:cNvSpPr/>
            <p:nvPr/>
          </p:nvSpPr>
          <p:spPr>
            <a:xfrm>
              <a:off x="6741093"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2" name="Cube 3341"/>
            <p:cNvSpPr/>
            <p:nvPr/>
          </p:nvSpPr>
          <p:spPr>
            <a:xfrm>
              <a:off x="7059272"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3" name="Cube 3342"/>
            <p:cNvSpPr/>
            <p:nvPr/>
          </p:nvSpPr>
          <p:spPr>
            <a:xfrm>
              <a:off x="737745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4" name="Cube 3343"/>
            <p:cNvSpPr/>
            <p:nvPr/>
          </p:nvSpPr>
          <p:spPr>
            <a:xfrm>
              <a:off x="769562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5" name="Cube 3344"/>
            <p:cNvSpPr/>
            <p:nvPr/>
          </p:nvSpPr>
          <p:spPr>
            <a:xfrm>
              <a:off x="546838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6" name="Cube 3345"/>
            <p:cNvSpPr/>
            <p:nvPr/>
          </p:nvSpPr>
          <p:spPr>
            <a:xfrm>
              <a:off x="578655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7" name="Cube 3346"/>
            <p:cNvSpPr/>
            <p:nvPr/>
          </p:nvSpPr>
          <p:spPr>
            <a:xfrm>
              <a:off x="6104737"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8" name="Cube 3347"/>
            <p:cNvSpPr/>
            <p:nvPr/>
          </p:nvSpPr>
          <p:spPr>
            <a:xfrm>
              <a:off x="6422915"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9" name="Cube 3348"/>
            <p:cNvSpPr/>
            <p:nvPr/>
          </p:nvSpPr>
          <p:spPr>
            <a:xfrm>
              <a:off x="6741093"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0" name="Cube 3349"/>
            <p:cNvSpPr/>
            <p:nvPr/>
          </p:nvSpPr>
          <p:spPr>
            <a:xfrm>
              <a:off x="7059272"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1" name="Cube 3350"/>
            <p:cNvSpPr/>
            <p:nvPr/>
          </p:nvSpPr>
          <p:spPr>
            <a:xfrm>
              <a:off x="737745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2" name="Cube 3351"/>
            <p:cNvSpPr/>
            <p:nvPr/>
          </p:nvSpPr>
          <p:spPr>
            <a:xfrm>
              <a:off x="769562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3" name="Cube 3352"/>
            <p:cNvSpPr/>
            <p:nvPr/>
          </p:nvSpPr>
          <p:spPr>
            <a:xfrm>
              <a:off x="5468380" y="361687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4" name="Cube 3353"/>
            <p:cNvSpPr/>
            <p:nvPr/>
          </p:nvSpPr>
          <p:spPr>
            <a:xfrm>
              <a:off x="5786558" y="361687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5" name="Cube 3354"/>
            <p:cNvSpPr/>
            <p:nvPr/>
          </p:nvSpPr>
          <p:spPr>
            <a:xfrm>
              <a:off x="6104737"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6" name="Cube 3355"/>
            <p:cNvSpPr/>
            <p:nvPr/>
          </p:nvSpPr>
          <p:spPr>
            <a:xfrm>
              <a:off x="6422915"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7" name="Cube 3356"/>
            <p:cNvSpPr/>
            <p:nvPr/>
          </p:nvSpPr>
          <p:spPr>
            <a:xfrm>
              <a:off x="6741093"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8" name="Cube 3357"/>
            <p:cNvSpPr/>
            <p:nvPr/>
          </p:nvSpPr>
          <p:spPr>
            <a:xfrm>
              <a:off x="7059272"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9" name="Cube 3358"/>
            <p:cNvSpPr/>
            <p:nvPr/>
          </p:nvSpPr>
          <p:spPr>
            <a:xfrm>
              <a:off x="7377450"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0" name="Cube 3359"/>
            <p:cNvSpPr/>
            <p:nvPr/>
          </p:nvSpPr>
          <p:spPr>
            <a:xfrm>
              <a:off x="7695628"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1" name="Cube 3360"/>
            <p:cNvSpPr/>
            <p:nvPr/>
          </p:nvSpPr>
          <p:spPr>
            <a:xfrm>
              <a:off x="5468380" y="327922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2" name="Cube 3361"/>
            <p:cNvSpPr/>
            <p:nvPr/>
          </p:nvSpPr>
          <p:spPr>
            <a:xfrm>
              <a:off x="5786558" y="327922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3" name="Cube 3362"/>
            <p:cNvSpPr/>
            <p:nvPr/>
          </p:nvSpPr>
          <p:spPr>
            <a:xfrm>
              <a:off x="6104737"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4" name="Cube 3363"/>
            <p:cNvSpPr/>
            <p:nvPr/>
          </p:nvSpPr>
          <p:spPr>
            <a:xfrm>
              <a:off x="6422915"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5" name="Cube 3364"/>
            <p:cNvSpPr/>
            <p:nvPr/>
          </p:nvSpPr>
          <p:spPr>
            <a:xfrm>
              <a:off x="6741093"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6" name="Cube 3365"/>
            <p:cNvSpPr/>
            <p:nvPr/>
          </p:nvSpPr>
          <p:spPr>
            <a:xfrm>
              <a:off x="7059272"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7" name="Cube 3366"/>
            <p:cNvSpPr/>
            <p:nvPr/>
          </p:nvSpPr>
          <p:spPr>
            <a:xfrm>
              <a:off x="7377450"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8" name="Cube 3367"/>
            <p:cNvSpPr/>
            <p:nvPr/>
          </p:nvSpPr>
          <p:spPr>
            <a:xfrm>
              <a:off x="7695628"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9" name="Cube 3368"/>
            <p:cNvSpPr/>
            <p:nvPr/>
          </p:nvSpPr>
          <p:spPr>
            <a:xfrm>
              <a:off x="5468380" y="294157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0" name="Cube 3369"/>
            <p:cNvSpPr/>
            <p:nvPr/>
          </p:nvSpPr>
          <p:spPr>
            <a:xfrm>
              <a:off x="5786558" y="294157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1" name="Cube 3370"/>
            <p:cNvSpPr/>
            <p:nvPr/>
          </p:nvSpPr>
          <p:spPr>
            <a:xfrm>
              <a:off x="6104737"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2" name="Cube 3371"/>
            <p:cNvSpPr/>
            <p:nvPr/>
          </p:nvSpPr>
          <p:spPr>
            <a:xfrm>
              <a:off x="6422915"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3" name="Cube 3372"/>
            <p:cNvSpPr/>
            <p:nvPr/>
          </p:nvSpPr>
          <p:spPr>
            <a:xfrm>
              <a:off x="6741093"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4" name="Cube 3373"/>
            <p:cNvSpPr/>
            <p:nvPr/>
          </p:nvSpPr>
          <p:spPr>
            <a:xfrm>
              <a:off x="7059272"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5" name="Cube 3374"/>
            <p:cNvSpPr/>
            <p:nvPr/>
          </p:nvSpPr>
          <p:spPr>
            <a:xfrm>
              <a:off x="7377450"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6" name="Cube 3375"/>
            <p:cNvSpPr/>
            <p:nvPr/>
          </p:nvSpPr>
          <p:spPr>
            <a:xfrm>
              <a:off x="7695628"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7" name="Cube 3376"/>
            <p:cNvSpPr/>
            <p:nvPr/>
          </p:nvSpPr>
          <p:spPr>
            <a:xfrm>
              <a:off x="5468380" y="260391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8" name="Cube 3377"/>
            <p:cNvSpPr/>
            <p:nvPr/>
          </p:nvSpPr>
          <p:spPr>
            <a:xfrm>
              <a:off x="5786558" y="260391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9" name="Cube 3378"/>
            <p:cNvSpPr/>
            <p:nvPr/>
          </p:nvSpPr>
          <p:spPr>
            <a:xfrm>
              <a:off x="6104737"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0" name="Cube 3379"/>
            <p:cNvSpPr/>
            <p:nvPr/>
          </p:nvSpPr>
          <p:spPr>
            <a:xfrm>
              <a:off x="6422915"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1" name="Cube 3380"/>
            <p:cNvSpPr/>
            <p:nvPr/>
          </p:nvSpPr>
          <p:spPr>
            <a:xfrm>
              <a:off x="6741093"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2" name="Cube 3381"/>
            <p:cNvSpPr/>
            <p:nvPr/>
          </p:nvSpPr>
          <p:spPr>
            <a:xfrm>
              <a:off x="7059272"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3" name="Cube 3382"/>
            <p:cNvSpPr/>
            <p:nvPr/>
          </p:nvSpPr>
          <p:spPr>
            <a:xfrm>
              <a:off x="7377450"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4" name="Cube 3383"/>
            <p:cNvSpPr/>
            <p:nvPr/>
          </p:nvSpPr>
          <p:spPr>
            <a:xfrm>
              <a:off x="7695628"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5" name="Cube 3384"/>
            <p:cNvSpPr/>
            <p:nvPr/>
          </p:nvSpPr>
          <p:spPr>
            <a:xfrm>
              <a:off x="546838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6" name="Cube 3385"/>
            <p:cNvSpPr/>
            <p:nvPr/>
          </p:nvSpPr>
          <p:spPr>
            <a:xfrm>
              <a:off x="578655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7" name="Cube 3386"/>
            <p:cNvSpPr/>
            <p:nvPr/>
          </p:nvSpPr>
          <p:spPr>
            <a:xfrm>
              <a:off x="6104737"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8" name="Cube 3387"/>
            <p:cNvSpPr/>
            <p:nvPr/>
          </p:nvSpPr>
          <p:spPr>
            <a:xfrm>
              <a:off x="6422915"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9" name="Cube 3388"/>
            <p:cNvSpPr/>
            <p:nvPr/>
          </p:nvSpPr>
          <p:spPr>
            <a:xfrm>
              <a:off x="6741093"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0" name="Cube 3389"/>
            <p:cNvSpPr/>
            <p:nvPr/>
          </p:nvSpPr>
          <p:spPr>
            <a:xfrm>
              <a:off x="7059272"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1" name="Cube 3390"/>
            <p:cNvSpPr/>
            <p:nvPr/>
          </p:nvSpPr>
          <p:spPr>
            <a:xfrm>
              <a:off x="737745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2" name="Cube 3391"/>
            <p:cNvSpPr/>
            <p:nvPr/>
          </p:nvSpPr>
          <p:spPr>
            <a:xfrm>
              <a:off x="769562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3" name="Cube 3392"/>
            <p:cNvSpPr/>
            <p:nvPr/>
          </p:nvSpPr>
          <p:spPr>
            <a:xfrm>
              <a:off x="546838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4" name="Cube 3393"/>
            <p:cNvSpPr/>
            <p:nvPr/>
          </p:nvSpPr>
          <p:spPr>
            <a:xfrm>
              <a:off x="578655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5" name="Cube 3394"/>
            <p:cNvSpPr/>
            <p:nvPr/>
          </p:nvSpPr>
          <p:spPr>
            <a:xfrm>
              <a:off x="6104737"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6" name="Cube 3395"/>
            <p:cNvSpPr/>
            <p:nvPr/>
          </p:nvSpPr>
          <p:spPr>
            <a:xfrm>
              <a:off x="6422915"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7" name="Cube 3396"/>
            <p:cNvSpPr/>
            <p:nvPr/>
          </p:nvSpPr>
          <p:spPr>
            <a:xfrm>
              <a:off x="6741093"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8" name="Cube 3397"/>
            <p:cNvSpPr/>
            <p:nvPr/>
          </p:nvSpPr>
          <p:spPr>
            <a:xfrm>
              <a:off x="7059272"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9" name="Cube 3398"/>
            <p:cNvSpPr/>
            <p:nvPr/>
          </p:nvSpPr>
          <p:spPr>
            <a:xfrm>
              <a:off x="737745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0" name="Cube 3399"/>
            <p:cNvSpPr/>
            <p:nvPr/>
          </p:nvSpPr>
          <p:spPr>
            <a:xfrm>
              <a:off x="769562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1" name="Cube 3400"/>
            <p:cNvSpPr/>
            <p:nvPr/>
          </p:nvSpPr>
          <p:spPr>
            <a:xfrm>
              <a:off x="533411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2" name="Cube 3401"/>
            <p:cNvSpPr/>
            <p:nvPr/>
          </p:nvSpPr>
          <p:spPr>
            <a:xfrm>
              <a:off x="565229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3" name="Cube 3402"/>
            <p:cNvSpPr/>
            <p:nvPr/>
          </p:nvSpPr>
          <p:spPr>
            <a:xfrm>
              <a:off x="5970471"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4" name="Cube 3403"/>
            <p:cNvSpPr/>
            <p:nvPr/>
          </p:nvSpPr>
          <p:spPr>
            <a:xfrm>
              <a:off x="6288649"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5" name="Cube 3404"/>
            <p:cNvSpPr/>
            <p:nvPr/>
          </p:nvSpPr>
          <p:spPr>
            <a:xfrm>
              <a:off x="6606827"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6" name="Cube 3405"/>
            <p:cNvSpPr/>
            <p:nvPr/>
          </p:nvSpPr>
          <p:spPr>
            <a:xfrm>
              <a:off x="6925006"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7" name="Cube 3406"/>
            <p:cNvSpPr/>
            <p:nvPr/>
          </p:nvSpPr>
          <p:spPr>
            <a:xfrm>
              <a:off x="724318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8" name="Cube 3407"/>
            <p:cNvSpPr/>
            <p:nvPr/>
          </p:nvSpPr>
          <p:spPr>
            <a:xfrm>
              <a:off x="756136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9" name="Cube 3408"/>
            <p:cNvSpPr/>
            <p:nvPr/>
          </p:nvSpPr>
          <p:spPr>
            <a:xfrm>
              <a:off x="533411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0" name="Cube 3409"/>
            <p:cNvSpPr/>
            <p:nvPr/>
          </p:nvSpPr>
          <p:spPr>
            <a:xfrm>
              <a:off x="565229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1" name="Cube 3410"/>
            <p:cNvSpPr/>
            <p:nvPr/>
          </p:nvSpPr>
          <p:spPr>
            <a:xfrm>
              <a:off x="5970471"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2" name="Cube 3411"/>
            <p:cNvSpPr/>
            <p:nvPr/>
          </p:nvSpPr>
          <p:spPr>
            <a:xfrm>
              <a:off x="6288649"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3" name="Cube 3412"/>
            <p:cNvSpPr/>
            <p:nvPr/>
          </p:nvSpPr>
          <p:spPr>
            <a:xfrm>
              <a:off x="6606827"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4" name="Cube 3413"/>
            <p:cNvSpPr/>
            <p:nvPr/>
          </p:nvSpPr>
          <p:spPr>
            <a:xfrm>
              <a:off x="6925006"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5" name="Cube 3414"/>
            <p:cNvSpPr/>
            <p:nvPr/>
          </p:nvSpPr>
          <p:spPr>
            <a:xfrm>
              <a:off x="724318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6" name="Cube 3415"/>
            <p:cNvSpPr/>
            <p:nvPr/>
          </p:nvSpPr>
          <p:spPr>
            <a:xfrm>
              <a:off x="756136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7" name="Cube 3416"/>
            <p:cNvSpPr/>
            <p:nvPr/>
          </p:nvSpPr>
          <p:spPr>
            <a:xfrm>
              <a:off x="533411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8" name="Cube 3417"/>
            <p:cNvSpPr/>
            <p:nvPr/>
          </p:nvSpPr>
          <p:spPr>
            <a:xfrm>
              <a:off x="565229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9" name="Cube 3418"/>
            <p:cNvSpPr/>
            <p:nvPr/>
          </p:nvSpPr>
          <p:spPr>
            <a:xfrm>
              <a:off x="5970471"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0" name="Cube 3419"/>
            <p:cNvSpPr/>
            <p:nvPr/>
          </p:nvSpPr>
          <p:spPr>
            <a:xfrm>
              <a:off x="6288649"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1" name="Cube 3420"/>
            <p:cNvSpPr/>
            <p:nvPr/>
          </p:nvSpPr>
          <p:spPr>
            <a:xfrm>
              <a:off x="6606827"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2" name="Cube 3421"/>
            <p:cNvSpPr/>
            <p:nvPr/>
          </p:nvSpPr>
          <p:spPr>
            <a:xfrm>
              <a:off x="6925006"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3" name="Cube 3422"/>
            <p:cNvSpPr/>
            <p:nvPr/>
          </p:nvSpPr>
          <p:spPr>
            <a:xfrm>
              <a:off x="724318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4" name="Cube 3423"/>
            <p:cNvSpPr/>
            <p:nvPr/>
          </p:nvSpPr>
          <p:spPr>
            <a:xfrm>
              <a:off x="756136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5" name="Cube 3424"/>
            <p:cNvSpPr/>
            <p:nvPr/>
          </p:nvSpPr>
          <p:spPr>
            <a:xfrm>
              <a:off x="5334114" y="339818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6" name="Cube 3425"/>
            <p:cNvSpPr/>
            <p:nvPr/>
          </p:nvSpPr>
          <p:spPr>
            <a:xfrm>
              <a:off x="5652292" y="339818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7" name="Cube 3426"/>
            <p:cNvSpPr/>
            <p:nvPr/>
          </p:nvSpPr>
          <p:spPr>
            <a:xfrm>
              <a:off x="5970471"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8" name="Cube 3427"/>
            <p:cNvSpPr/>
            <p:nvPr/>
          </p:nvSpPr>
          <p:spPr>
            <a:xfrm>
              <a:off x="6288649"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9" name="Cube 3428"/>
            <p:cNvSpPr/>
            <p:nvPr/>
          </p:nvSpPr>
          <p:spPr>
            <a:xfrm>
              <a:off x="6606827"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0" name="Cube 3429"/>
            <p:cNvSpPr/>
            <p:nvPr/>
          </p:nvSpPr>
          <p:spPr>
            <a:xfrm>
              <a:off x="6925006"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1" name="Cube 3430"/>
            <p:cNvSpPr/>
            <p:nvPr/>
          </p:nvSpPr>
          <p:spPr>
            <a:xfrm>
              <a:off x="7243184"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2" name="Cube 3431"/>
            <p:cNvSpPr/>
            <p:nvPr/>
          </p:nvSpPr>
          <p:spPr>
            <a:xfrm>
              <a:off x="7561362"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3" name="Cube 3432"/>
            <p:cNvSpPr/>
            <p:nvPr/>
          </p:nvSpPr>
          <p:spPr>
            <a:xfrm>
              <a:off x="5334114" y="306053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4" name="Cube 3433"/>
            <p:cNvSpPr/>
            <p:nvPr/>
          </p:nvSpPr>
          <p:spPr>
            <a:xfrm>
              <a:off x="5652292" y="306053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5" name="Cube 3434"/>
            <p:cNvSpPr/>
            <p:nvPr/>
          </p:nvSpPr>
          <p:spPr>
            <a:xfrm>
              <a:off x="5970471"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6" name="Cube 3435"/>
            <p:cNvSpPr/>
            <p:nvPr/>
          </p:nvSpPr>
          <p:spPr>
            <a:xfrm>
              <a:off x="6288649"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7" name="Cube 3436"/>
            <p:cNvSpPr/>
            <p:nvPr/>
          </p:nvSpPr>
          <p:spPr>
            <a:xfrm>
              <a:off x="6606827"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8" name="Cube 3437"/>
            <p:cNvSpPr/>
            <p:nvPr/>
          </p:nvSpPr>
          <p:spPr>
            <a:xfrm>
              <a:off x="6925006"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9" name="Cube 3438"/>
            <p:cNvSpPr/>
            <p:nvPr/>
          </p:nvSpPr>
          <p:spPr>
            <a:xfrm>
              <a:off x="7243184"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0" name="Cube 3439"/>
            <p:cNvSpPr/>
            <p:nvPr/>
          </p:nvSpPr>
          <p:spPr>
            <a:xfrm>
              <a:off x="7561362"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1" name="Cube 3440"/>
            <p:cNvSpPr/>
            <p:nvPr/>
          </p:nvSpPr>
          <p:spPr>
            <a:xfrm>
              <a:off x="5334114" y="272288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2" name="Cube 3441"/>
            <p:cNvSpPr/>
            <p:nvPr/>
          </p:nvSpPr>
          <p:spPr>
            <a:xfrm>
              <a:off x="5652292" y="272288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3" name="Cube 3442"/>
            <p:cNvSpPr/>
            <p:nvPr/>
          </p:nvSpPr>
          <p:spPr>
            <a:xfrm>
              <a:off x="5970471"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4" name="Cube 3443"/>
            <p:cNvSpPr/>
            <p:nvPr/>
          </p:nvSpPr>
          <p:spPr>
            <a:xfrm>
              <a:off x="6288649"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5" name="Cube 3444"/>
            <p:cNvSpPr/>
            <p:nvPr/>
          </p:nvSpPr>
          <p:spPr>
            <a:xfrm>
              <a:off x="6606827"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6" name="Cube 3445"/>
            <p:cNvSpPr/>
            <p:nvPr/>
          </p:nvSpPr>
          <p:spPr>
            <a:xfrm>
              <a:off x="6925006"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7" name="Cube 3446"/>
            <p:cNvSpPr/>
            <p:nvPr/>
          </p:nvSpPr>
          <p:spPr>
            <a:xfrm>
              <a:off x="7243184"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8" name="Cube 3447"/>
            <p:cNvSpPr/>
            <p:nvPr/>
          </p:nvSpPr>
          <p:spPr>
            <a:xfrm>
              <a:off x="7561362"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9" name="Cube 3448"/>
            <p:cNvSpPr/>
            <p:nvPr/>
          </p:nvSpPr>
          <p:spPr>
            <a:xfrm>
              <a:off x="5334114" y="238522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0" name="Cube 3449"/>
            <p:cNvSpPr/>
            <p:nvPr/>
          </p:nvSpPr>
          <p:spPr>
            <a:xfrm>
              <a:off x="5652292" y="238522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1" name="Cube 3450"/>
            <p:cNvSpPr/>
            <p:nvPr/>
          </p:nvSpPr>
          <p:spPr>
            <a:xfrm>
              <a:off x="5970471"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2" name="Cube 3451"/>
            <p:cNvSpPr/>
            <p:nvPr/>
          </p:nvSpPr>
          <p:spPr>
            <a:xfrm>
              <a:off x="6288649"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3" name="Cube 3452"/>
            <p:cNvSpPr/>
            <p:nvPr/>
          </p:nvSpPr>
          <p:spPr>
            <a:xfrm>
              <a:off x="6606827"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4" name="Cube 3453"/>
            <p:cNvSpPr/>
            <p:nvPr/>
          </p:nvSpPr>
          <p:spPr>
            <a:xfrm>
              <a:off x="6925006"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5" name="Cube 3454"/>
            <p:cNvSpPr/>
            <p:nvPr/>
          </p:nvSpPr>
          <p:spPr>
            <a:xfrm>
              <a:off x="7243184"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6" name="Cube 3455"/>
            <p:cNvSpPr/>
            <p:nvPr/>
          </p:nvSpPr>
          <p:spPr>
            <a:xfrm>
              <a:off x="7561362"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7" name="Cube 3456"/>
            <p:cNvSpPr/>
            <p:nvPr/>
          </p:nvSpPr>
          <p:spPr>
            <a:xfrm>
              <a:off x="533411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8" name="Cube 3457"/>
            <p:cNvSpPr/>
            <p:nvPr/>
          </p:nvSpPr>
          <p:spPr>
            <a:xfrm>
              <a:off x="565229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9" name="Cube 3458"/>
            <p:cNvSpPr/>
            <p:nvPr/>
          </p:nvSpPr>
          <p:spPr>
            <a:xfrm>
              <a:off x="5970471"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0" name="Cube 3459"/>
            <p:cNvSpPr/>
            <p:nvPr/>
          </p:nvSpPr>
          <p:spPr>
            <a:xfrm>
              <a:off x="6288649"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1" name="Cube 3460"/>
            <p:cNvSpPr/>
            <p:nvPr/>
          </p:nvSpPr>
          <p:spPr>
            <a:xfrm>
              <a:off x="6606827"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2" name="Cube 3461"/>
            <p:cNvSpPr/>
            <p:nvPr/>
          </p:nvSpPr>
          <p:spPr>
            <a:xfrm>
              <a:off x="6925006"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3" name="Cube 3462"/>
            <p:cNvSpPr/>
            <p:nvPr/>
          </p:nvSpPr>
          <p:spPr>
            <a:xfrm>
              <a:off x="724318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4" name="Cube 3463"/>
            <p:cNvSpPr/>
            <p:nvPr/>
          </p:nvSpPr>
          <p:spPr>
            <a:xfrm>
              <a:off x="756136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5" name="Cube 3464"/>
            <p:cNvSpPr/>
            <p:nvPr/>
          </p:nvSpPr>
          <p:spPr>
            <a:xfrm>
              <a:off x="519984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6" name="Cube 3465"/>
            <p:cNvSpPr/>
            <p:nvPr/>
          </p:nvSpPr>
          <p:spPr>
            <a:xfrm>
              <a:off x="551802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7" name="Cube 3466"/>
            <p:cNvSpPr/>
            <p:nvPr/>
          </p:nvSpPr>
          <p:spPr>
            <a:xfrm>
              <a:off x="5836205"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8" name="Cube 3467"/>
            <p:cNvSpPr/>
            <p:nvPr/>
          </p:nvSpPr>
          <p:spPr>
            <a:xfrm>
              <a:off x="6154383"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9" name="Cube 3468"/>
            <p:cNvSpPr/>
            <p:nvPr/>
          </p:nvSpPr>
          <p:spPr>
            <a:xfrm>
              <a:off x="6472561"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0" name="Cube 3469"/>
            <p:cNvSpPr/>
            <p:nvPr/>
          </p:nvSpPr>
          <p:spPr>
            <a:xfrm>
              <a:off x="6790740"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1" name="Cube 3470"/>
            <p:cNvSpPr/>
            <p:nvPr/>
          </p:nvSpPr>
          <p:spPr>
            <a:xfrm>
              <a:off x="710891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2" name="Cube 3471"/>
            <p:cNvSpPr/>
            <p:nvPr/>
          </p:nvSpPr>
          <p:spPr>
            <a:xfrm>
              <a:off x="742709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3" name="Cube 3472"/>
            <p:cNvSpPr/>
            <p:nvPr/>
          </p:nvSpPr>
          <p:spPr>
            <a:xfrm>
              <a:off x="519984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4" name="Cube 3473"/>
            <p:cNvSpPr/>
            <p:nvPr/>
          </p:nvSpPr>
          <p:spPr>
            <a:xfrm>
              <a:off x="551802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5" name="Cube 3474"/>
            <p:cNvSpPr/>
            <p:nvPr/>
          </p:nvSpPr>
          <p:spPr>
            <a:xfrm>
              <a:off x="5836205"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6" name="Cube 3475"/>
            <p:cNvSpPr/>
            <p:nvPr/>
          </p:nvSpPr>
          <p:spPr>
            <a:xfrm>
              <a:off x="6154383"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7" name="Cube 3476"/>
            <p:cNvSpPr/>
            <p:nvPr/>
          </p:nvSpPr>
          <p:spPr>
            <a:xfrm>
              <a:off x="6472561"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8" name="Cube 3477"/>
            <p:cNvSpPr/>
            <p:nvPr/>
          </p:nvSpPr>
          <p:spPr>
            <a:xfrm>
              <a:off x="6790740"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9" name="Cube 3478"/>
            <p:cNvSpPr/>
            <p:nvPr/>
          </p:nvSpPr>
          <p:spPr>
            <a:xfrm>
              <a:off x="710891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0" name="Cube 3479"/>
            <p:cNvSpPr/>
            <p:nvPr/>
          </p:nvSpPr>
          <p:spPr>
            <a:xfrm>
              <a:off x="742709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1" name="Cube 3480"/>
            <p:cNvSpPr/>
            <p:nvPr/>
          </p:nvSpPr>
          <p:spPr>
            <a:xfrm>
              <a:off x="519984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2" name="Cube 3481"/>
            <p:cNvSpPr/>
            <p:nvPr/>
          </p:nvSpPr>
          <p:spPr>
            <a:xfrm>
              <a:off x="551802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3" name="Cube 3482"/>
            <p:cNvSpPr/>
            <p:nvPr/>
          </p:nvSpPr>
          <p:spPr>
            <a:xfrm>
              <a:off x="5836205"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4" name="Cube 3483"/>
            <p:cNvSpPr/>
            <p:nvPr/>
          </p:nvSpPr>
          <p:spPr>
            <a:xfrm>
              <a:off x="6154383"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5" name="Cube 3484"/>
            <p:cNvSpPr/>
            <p:nvPr/>
          </p:nvSpPr>
          <p:spPr>
            <a:xfrm>
              <a:off x="6472561"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6" name="Cube 3485"/>
            <p:cNvSpPr/>
            <p:nvPr/>
          </p:nvSpPr>
          <p:spPr>
            <a:xfrm>
              <a:off x="6790740"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7" name="Cube 3486"/>
            <p:cNvSpPr/>
            <p:nvPr/>
          </p:nvSpPr>
          <p:spPr>
            <a:xfrm>
              <a:off x="710891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8" name="Cube 3487"/>
            <p:cNvSpPr/>
            <p:nvPr/>
          </p:nvSpPr>
          <p:spPr>
            <a:xfrm>
              <a:off x="742709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9" name="Cube 3488"/>
            <p:cNvSpPr/>
            <p:nvPr/>
          </p:nvSpPr>
          <p:spPr>
            <a:xfrm>
              <a:off x="5199848"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0" name="Cube 3489"/>
            <p:cNvSpPr/>
            <p:nvPr/>
          </p:nvSpPr>
          <p:spPr>
            <a:xfrm>
              <a:off x="5518026"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1" name="Cube 3490"/>
            <p:cNvSpPr/>
            <p:nvPr/>
          </p:nvSpPr>
          <p:spPr>
            <a:xfrm>
              <a:off x="5836205"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2" name="Cube 3491"/>
            <p:cNvSpPr/>
            <p:nvPr/>
          </p:nvSpPr>
          <p:spPr>
            <a:xfrm>
              <a:off x="6154383"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3" name="Cube 3492"/>
            <p:cNvSpPr/>
            <p:nvPr/>
          </p:nvSpPr>
          <p:spPr>
            <a:xfrm>
              <a:off x="6472561"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4" name="Cube 3493"/>
            <p:cNvSpPr/>
            <p:nvPr/>
          </p:nvSpPr>
          <p:spPr>
            <a:xfrm>
              <a:off x="6790740"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5" name="Cube 3494"/>
            <p:cNvSpPr/>
            <p:nvPr/>
          </p:nvSpPr>
          <p:spPr>
            <a:xfrm>
              <a:off x="7108918"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6" name="Cube 3495"/>
            <p:cNvSpPr/>
            <p:nvPr/>
          </p:nvSpPr>
          <p:spPr>
            <a:xfrm>
              <a:off x="7427096"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7" name="Cube 3496"/>
            <p:cNvSpPr/>
            <p:nvPr/>
          </p:nvSpPr>
          <p:spPr>
            <a:xfrm>
              <a:off x="5199848"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8" name="Cube 3497"/>
            <p:cNvSpPr/>
            <p:nvPr/>
          </p:nvSpPr>
          <p:spPr>
            <a:xfrm>
              <a:off x="5518026"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9" name="Cube 3498"/>
            <p:cNvSpPr/>
            <p:nvPr/>
          </p:nvSpPr>
          <p:spPr>
            <a:xfrm>
              <a:off x="5836205"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0" name="Cube 3499"/>
            <p:cNvSpPr/>
            <p:nvPr/>
          </p:nvSpPr>
          <p:spPr>
            <a:xfrm>
              <a:off x="6154383"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1" name="Cube 3500"/>
            <p:cNvSpPr/>
            <p:nvPr/>
          </p:nvSpPr>
          <p:spPr>
            <a:xfrm>
              <a:off x="6472561"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2" name="Cube 3501"/>
            <p:cNvSpPr/>
            <p:nvPr/>
          </p:nvSpPr>
          <p:spPr>
            <a:xfrm>
              <a:off x="6790740"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3" name="Cube 3502"/>
            <p:cNvSpPr/>
            <p:nvPr/>
          </p:nvSpPr>
          <p:spPr>
            <a:xfrm>
              <a:off x="7108918"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4" name="Cube 3503"/>
            <p:cNvSpPr/>
            <p:nvPr/>
          </p:nvSpPr>
          <p:spPr>
            <a:xfrm>
              <a:off x="7427096"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5" name="Cube 3504"/>
            <p:cNvSpPr/>
            <p:nvPr/>
          </p:nvSpPr>
          <p:spPr>
            <a:xfrm>
              <a:off x="5199848"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6" name="Cube 3505"/>
            <p:cNvSpPr/>
            <p:nvPr/>
          </p:nvSpPr>
          <p:spPr>
            <a:xfrm>
              <a:off x="5518026"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7" name="Cube 3506"/>
            <p:cNvSpPr/>
            <p:nvPr/>
          </p:nvSpPr>
          <p:spPr>
            <a:xfrm>
              <a:off x="5836205"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8" name="Cube 3507"/>
            <p:cNvSpPr/>
            <p:nvPr/>
          </p:nvSpPr>
          <p:spPr>
            <a:xfrm>
              <a:off x="6154383"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9" name="Cube 3508"/>
            <p:cNvSpPr/>
            <p:nvPr/>
          </p:nvSpPr>
          <p:spPr>
            <a:xfrm>
              <a:off x="6472561"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0" name="Cube 3509"/>
            <p:cNvSpPr/>
            <p:nvPr/>
          </p:nvSpPr>
          <p:spPr>
            <a:xfrm>
              <a:off x="6790740"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1" name="Cube 3510"/>
            <p:cNvSpPr/>
            <p:nvPr/>
          </p:nvSpPr>
          <p:spPr>
            <a:xfrm>
              <a:off x="7108918"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2" name="Cube 3511"/>
            <p:cNvSpPr/>
            <p:nvPr/>
          </p:nvSpPr>
          <p:spPr>
            <a:xfrm>
              <a:off x="7427096"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3" name="Cube 3512"/>
            <p:cNvSpPr/>
            <p:nvPr/>
          </p:nvSpPr>
          <p:spPr>
            <a:xfrm>
              <a:off x="5199848"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4" name="Cube 3513"/>
            <p:cNvSpPr/>
            <p:nvPr/>
          </p:nvSpPr>
          <p:spPr>
            <a:xfrm>
              <a:off x="5518026"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5" name="Cube 3514"/>
            <p:cNvSpPr/>
            <p:nvPr/>
          </p:nvSpPr>
          <p:spPr>
            <a:xfrm>
              <a:off x="5836205"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6" name="Cube 3515"/>
            <p:cNvSpPr/>
            <p:nvPr/>
          </p:nvSpPr>
          <p:spPr>
            <a:xfrm>
              <a:off x="6154383"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7" name="Cube 3516"/>
            <p:cNvSpPr/>
            <p:nvPr/>
          </p:nvSpPr>
          <p:spPr>
            <a:xfrm>
              <a:off x="6472561"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8" name="Cube 3517"/>
            <p:cNvSpPr/>
            <p:nvPr/>
          </p:nvSpPr>
          <p:spPr>
            <a:xfrm>
              <a:off x="6790740"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9" name="Cube 3518"/>
            <p:cNvSpPr/>
            <p:nvPr/>
          </p:nvSpPr>
          <p:spPr>
            <a:xfrm>
              <a:off x="7108918"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0" name="Cube 3519"/>
            <p:cNvSpPr/>
            <p:nvPr/>
          </p:nvSpPr>
          <p:spPr>
            <a:xfrm>
              <a:off x="7427096"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1" name="Cube 3520"/>
            <p:cNvSpPr/>
            <p:nvPr/>
          </p:nvSpPr>
          <p:spPr>
            <a:xfrm>
              <a:off x="5199848" y="216653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2" name="Cube 3521"/>
            <p:cNvSpPr/>
            <p:nvPr/>
          </p:nvSpPr>
          <p:spPr>
            <a:xfrm>
              <a:off x="5518026" y="216653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3" name="Cube 3522"/>
            <p:cNvSpPr/>
            <p:nvPr/>
          </p:nvSpPr>
          <p:spPr>
            <a:xfrm>
              <a:off x="5836205" y="216653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4" name="Cube 3523"/>
            <p:cNvSpPr/>
            <p:nvPr/>
          </p:nvSpPr>
          <p:spPr>
            <a:xfrm>
              <a:off x="6154383" y="2166537"/>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5" name="Cube 3524"/>
            <p:cNvSpPr/>
            <p:nvPr/>
          </p:nvSpPr>
          <p:spPr>
            <a:xfrm>
              <a:off x="6472561"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6" name="Cube 3525"/>
            <p:cNvSpPr/>
            <p:nvPr/>
          </p:nvSpPr>
          <p:spPr>
            <a:xfrm>
              <a:off x="6790740"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7" name="Cube 3526"/>
            <p:cNvSpPr/>
            <p:nvPr/>
          </p:nvSpPr>
          <p:spPr>
            <a:xfrm>
              <a:off x="7108918"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8" name="Cube 3527"/>
            <p:cNvSpPr/>
            <p:nvPr/>
          </p:nvSpPr>
          <p:spPr>
            <a:xfrm>
              <a:off x="7427096"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9" name="Cube 3528"/>
            <p:cNvSpPr/>
            <p:nvPr/>
          </p:nvSpPr>
          <p:spPr>
            <a:xfrm>
              <a:off x="506558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0" name="Cube 3529"/>
            <p:cNvSpPr/>
            <p:nvPr/>
          </p:nvSpPr>
          <p:spPr>
            <a:xfrm>
              <a:off x="538376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1" name="Cube 3530"/>
            <p:cNvSpPr/>
            <p:nvPr/>
          </p:nvSpPr>
          <p:spPr>
            <a:xfrm>
              <a:off x="5701939"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2" name="Cube 3531"/>
            <p:cNvSpPr/>
            <p:nvPr/>
          </p:nvSpPr>
          <p:spPr>
            <a:xfrm>
              <a:off x="6020117"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3" name="Cube 3532"/>
            <p:cNvSpPr/>
            <p:nvPr/>
          </p:nvSpPr>
          <p:spPr>
            <a:xfrm>
              <a:off x="6338295"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4" name="Cube 3533"/>
            <p:cNvSpPr/>
            <p:nvPr/>
          </p:nvSpPr>
          <p:spPr>
            <a:xfrm>
              <a:off x="6656474"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5" name="Cube 3534"/>
            <p:cNvSpPr/>
            <p:nvPr/>
          </p:nvSpPr>
          <p:spPr>
            <a:xfrm>
              <a:off x="697465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6" name="Cube 3535"/>
            <p:cNvSpPr/>
            <p:nvPr/>
          </p:nvSpPr>
          <p:spPr>
            <a:xfrm>
              <a:off x="729283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7" name="Cube 3536"/>
            <p:cNvSpPr/>
            <p:nvPr/>
          </p:nvSpPr>
          <p:spPr>
            <a:xfrm>
              <a:off x="506558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8" name="Cube 3537"/>
            <p:cNvSpPr/>
            <p:nvPr/>
          </p:nvSpPr>
          <p:spPr>
            <a:xfrm>
              <a:off x="538376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9" name="Cube 3538"/>
            <p:cNvSpPr/>
            <p:nvPr/>
          </p:nvSpPr>
          <p:spPr>
            <a:xfrm>
              <a:off x="5701939"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0" name="Cube 3539"/>
            <p:cNvSpPr/>
            <p:nvPr/>
          </p:nvSpPr>
          <p:spPr>
            <a:xfrm>
              <a:off x="6020117"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1" name="Cube 3540"/>
            <p:cNvSpPr/>
            <p:nvPr/>
          </p:nvSpPr>
          <p:spPr>
            <a:xfrm>
              <a:off x="6338295"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2" name="Cube 3541"/>
            <p:cNvSpPr/>
            <p:nvPr/>
          </p:nvSpPr>
          <p:spPr>
            <a:xfrm>
              <a:off x="6656474"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3" name="Cube 3542"/>
            <p:cNvSpPr/>
            <p:nvPr/>
          </p:nvSpPr>
          <p:spPr>
            <a:xfrm>
              <a:off x="697465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4" name="Cube 3543"/>
            <p:cNvSpPr/>
            <p:nvPr/>
          </p:nvSpPr>
          <p:spPr>
            <a:xfrm>
              <a:off x="729283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5" name="Cube 3544"/>
            <p:cNvSpPr/>
            <p:nvPr/>
          </p:nvSpPr>
          <p:spPr>
            <a:xfrm>
              <a:off x="506558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6" name="Cube 3545"/>
            <p:cNvSpPr/>
            <p:nvPr/>
          </p:nvSpPr>
          <p:spPr>
            <a:xfrm>
              <a:off x="538376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7" name="Cube 3546"/>
            <p:cNvSpPr/>
            <p:nvPr/>
          </p:nvSpPr>
          <p:spPr>
            <a:xfrm>
              <a:off x="5701939"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8" name="Cube 3547"/>
            <p:cNvSpPr/>
            <p:nvPr/>
          </p:nvSpPr>
          <p:spPr>
            <a:xfrm>
              <a:off x="6020117"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9" name="Cube 3548"/>
            <p:cNvSpPr/>
            <p:nvPr/>
          </p:nvSpPr>
          <p:spPr>
            <a:xfrm>
              <a:off x="6338295"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0" name="Cube 3549"/>
            <p:cNvSpPr/>
            <p:nvPr/>
          </p:nvSpPr>
          <p:spPr>
            <a:xfrm>
              <a:off x="6656474"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1" name="Cube 3550"/>
            <p:cNvSpPr/>
            <p:nvPr/>
          </p:nvSpPr>
          <p:spPr>
            <a:xfrm>
              <a:off x="697465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2" name="Cube 3551"/>
            <p:cNvSpPr/>
            <p:nvPr/>
          </p:nvSpPr>
          <p:spPr>
            <a:xfrm>
              <a:off x="729283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3" name="Cube 3552"/>
            <p:cNvSpPr/>
            <p:nvPr/>
          </p:nvSpPr>
          <p:spPr>
            <a:xfrm>
              <a:off x="5065582"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4" name="Cube 3553"/>
            <p:cNvSpPr/>
            <p:nvPr/>
          </p:nvSpPr>
          <p:spPr>
            <a:xfrm>
              <a:off x="5383760"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5" name="Cube 3554"/>
            <p:cNvSpPr/>
            <p:nvPr/>
          </p:nvSpPr>
          <p:spPr>
            <a:xfrm>
              <a:off x="5701939"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6" name="Cube 3555"/>
            <p:cNvSpPr/>
            <p:nvPr/>
          </p:nvSpPr>
          <p:spPr>
            <a:xfrm>
              <a:off x="6020117"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7" name="Cube 3556"/>
            <p:cNvSpPr/>
            <p:nvPr/>
          </p:nvSpPr>
          <p:spPr>
            <a:xfrm>
              <a:off x="6338295"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8" name="Cube 3557"/>
            <p:cNvSpPr/>
            <p:nvPr/>
          </p:nvSpPr>
          <p:spPr>
            <a:xfrm>
              <a:off x="6656474"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9" name="Cube 3558"/>
            <p:cNvSpPr/>
            <p:nvPr/>
          </p:nvSpPr>
          <p:spPr>
            <a:xfrm>
              <a:off x="6974652"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0" name="Cube 3559"/>
            <p:cNvSpPr/>
            <p:nvPr/>
          </p:nvSpPr>
          <p:spPr>
            <a:xfrm>
              <a:off x="7292830"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1" name="Cube 3560"/>
            <p:cNvSpPr/>
            <p:nvPr/>
          </p:nvSpPr>
          <p:spPr>
            <a:xfrm>
              <a:off x="5065582"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2" name="Cube 3561"/>
            <p:cNvSpPr/>
            <p:nvPr/>
          </p:nvSpPr>
          <p:spPr>
            <a:xfrm>
              <a:off x="5383760"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3" name="Cube 3562"/>
            <p:cNvSpPr/>
            <p:nvPr/>
          </p:nvSpPr>
          <p:spPr>
            <a:xfrm>
              <a:off x="5701939"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4" name="Cube 3563"/>
            <p:cNvSpPr/>
            <p:nvPr/>
          </p:nvSpPr>
          <p:spPr>
            <a:xfrm>
              <a:off x="6020117"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5" name="Cube 3564"/>
            <p:cNvSpPr/>
            <p:nvPr/>
          </p:nvSpPr>
          <p:spPr>
            <a:xfrm>
              <a:off x="6338295"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6" name="Cube 3565"/>
            <p:cNvSpPr/>
            <p:nvPr/>
          </p:nvSpPr>
          <p:spPr>
            <a:xfrm>
              <a:off x="6656474"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7" name="Cube 3566"/>
            <p:cNvSpPr/>
            <p:nvPr/>
          </p:nvSpPr>
          <p:spPr>
            <a:xfrm>
              <a:off x="6974652"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8" name="Cube 3567"/>
            <p:cNvSpPr/>
            <p:nvPr/>
          </p:nvSpPr>
          <p:spPr>
            <a:xfrm>
              <a:off x="7292830"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9" name="Cube 3568"/>
            <p:cNvSpPr/>
            <p:nvPr/>
          </p:nvSpPr>
          <p:spPr>
            <a:xfrm>
              <a:off x="5065582"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0" name="Cube 3569"/>
            <p:cNvSpPr/>
            <p:nvPr/>
          </p:nvSpPr>
          <p:spPr>
            <a:xfrm>
              <a:off x="5383760"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1" name="Cube 3570"/>
            <p:cNvSpPr/>
            <p:nvPr/>
          </p:nvSpPr>
          <p:spPr>
            <a:xfrm>
              <a:off x="5701939"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2" name="Cube 3571"/>
            <p:cNvSpPr/>
            <p:nvPr/>
          </p:nvSpPr>
          <p:spPr>
            <a:xfrm>
              <a:off x="6020117"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3" name="Cube 3572"/>
            <p:cNvSpPr/>
            <p:nvPr/>
          </p:nvSpPr>
          <p:spPr>
            <a:xfrm>
              <a:off x="6338295"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4" name="Cube 3573"/>
            <p:cNvSpPr/>
            <p:nvPr/>
          </p:nvSpPr>
          <p:spPr>
            <a:xfrm>
              <a:off x="6656474"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5" name="Cube 3574"/>
            <p:cNvSpPr/>
            <p:nvPr/>
          </p:nvSpPr>
          <p:spPr>
            <a:xfrm>
              <a:off x="6974652"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6" name="Cube 3575"/>
            <p:cNvSpPr/>
            <p:nvPr/>
          </p:nvSpPr>
          <p:spPr>
            <a:xfrm>
              <a:off x="7292830"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7" name="Cube 3576"/>
            <p:cNvSpPr/>
            <p:nvPr/>
          </p:nvSpPr>
          <p:spPr>
            <a:xfrm>
              <a:off x="5065582"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8" name="Cube 3577"/>
            <p:cNvSpPr/>
            <p:nvPr/>
          </p:nvSpPr>
          <p:spPr>
            <a:xfrm>
              <a:off x="5383760"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9" name="Cube 3578"/>
            <p:cNvSpPr/>
            <p:nvPr/>
          </p:nvSpPr>
          <p:spPr>
            <a:xfrm>
              <a:off x="5701939"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0" name="Cube 3579"/>
            <p:cNvSpPr/>
            <p:nvPr/>
          </p:nvSpPr>
          <p:spPr>
            <a:xfrm>
              <a:off x="6020117"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1" name="Cube 3580"/>
            <p:cNvSpPr/>
            <p:nvPr/>
          </p:nvSpPr>
          <p:spPr>
            <a:xfrm>
              <a:off x="6338295"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2" name="Cube 3581"/>
            <p:cNvSpPr/>
            <p:nvPr/>
          </p:nvSpPr>
          <p:spPr>
            <a:xfrm>
              <a:off x="6656474"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3" name="Cube 3582"/>
            <p:cNvSpPr/>
            <p:nvPr/>
          </p:nvSpPr>
          <p:spPr>
            <a:xfrm>
              <a:off x="6974652"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4" name="Cube 3583"/>
            <p:cNvSpPr/>
            <p:nvPr/>
          </p:nvSpPr>
          <p:spPr>
            <a:xfrm>
              <a:off x="7292830"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3" name="Cube 3592"/>
            <p:cNvSpPr/>
            <p:nvPr/>
          </p:nvSpPr>
          <p:spPr>
            <a:xfrm>
              <a:off x="493131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4" name="Cube 3593"/>
            <p:cNvSpPr/>
            <p:nvPr/>
          </p:nvSpPr>
          <p:spPr>
            <a:xfrm>
              <a:off x="524949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5" name="Cube 3594"/>
            <p:cNvSpPr/>
            <p:nvPr/>
          </p:nvSpPr>
          <p:spPr>
            <a:xfrm>
              <a:off x="5567673"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6" name="Cube 3595"/>
            <p:cNvSpPr/>
            <p:nvPr/>
          </p:nvSpPr>
          <p:spPr>
            <a:xfrm>
              <a:off x="5885851"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7" name="Cube 3596"/>
            <p:cNvSpPr/>
            <p:nvPr/>
          </p:nvSpPr>
          <p:spPr>
            <a:xfrm>
              <a:off x="6204029"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8" name="Cube 3597"/>
            <p:cNvSpPr/>
            <p:nvPr/>
          </p:nvSpPr>
          <p:spPr>
            <a:xfrm>
              <a:off x="6522208"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9" name="Cube 3598"/>
            <p:cNvSpPr/>
            <p:nvPr/>
          </p:nvSpPr>
          <p:spPr>
            <a:xfrm>
              <a:off x="684038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0" name="Cube 3599"/>
            <p:cNvSpPr/>
            <p:nvPr/>
          </p:nvSpPr>
          <p:spPr>
            <a:xfrm>
              <a:off x="715856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1" name="Cube 3600"/>
            <p:cNvSpPr/>
            <p:nvPr/>
          </p:nvSpPr>
          <p:spPr>
            <a:xfrm>
              <a:off x="493131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2" name="Cube 3601"/>
            <p:cNvSpPr/>
            <p:nvPr/>
          </p:nvSpPr>
          <p:spPr>
            <a:xfrm>
              <a:off x="524949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3" name="Cube 3602"/>
            <p:cNvSpPr/>
            <p:nvPr/>
          </p:nvSpPr>
          <p:spPr>
            <a:xfrm>
              <a:off x="5567673"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4" name="Cube 3603"/>
            <p:cNvSpPr/>
            <p:nvPr/>
          </p:nvSpPr>
          <p:spPr>
            <a:xfrm>
              <a:off x="5885851"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5" name="Cube 3604"/>
            <p:cNvSpPr/>
            <p:nvPr/>
          </p:nvSpPr>
          <p:spPr>
            <a:xfrm>
              <a:off x="6204029"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6" name="Cube 3605"/>
            <p:cNvSpPr/>
            <p:nvPr/>
          </p:nvSpPr>
          <p:spPr>
            <a:xfrm>
              <a:off x="6522208"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7" name="Cube 3606"/>
            <p:cNvSpPr/>
            <p:nvPr/>
          </p:nvSpPr>
          <p:spPr>
            <a:xfrm>
              <a:off x="684038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8" name="Cube 3607"/>
            <p:cNvSpPr/>
            <p:nvPr/>
          </p:nvSpPr>
          <p:spPr>
            <a:xfrm>
              <a:off x="715856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9" name="Cube 3608"/>
            <p:cNvSpPr/>
            <p:nvPr/>
          </p:nvSpPr>
          <p:spPr>
            <a:xfrm>
              <a:off x="493131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0" name="Cube 3609"/>
            <p:cNvSpPr/>
            <p:nvPr/>
          </p:nvSpPr>
          <p:spPr>
            <a:xfrm>
              <a:off x="524949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1" name="Cube 3610"/>
            <p:cNvSpPr/>
            <p:nvPr/>
          </p:nvSpPr>
          <p:spPr>
            <a:xfrm>
              <a:off x="5567673"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2" name="Cube 3611"/>
            <p:cNvSpPr/>
            <p:nvPr/>
          </p:nvSpPr>
          <p:spPr>
            <a:xfrm>
              <a:off x="5885851"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3" name="Cube 3612"/>
            <p:cNvSpPr/>
            <p:nvPr/>
          </p:nvSpPr>
          <p:spPr>
            <a:xfrm>
              <a:off x="6204029"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4" name="Cube 3613"/>
            <p:cNvSpPr/>
            <p:nvPr/>
          </p:nvSpPr>
          <p:spPr>
            <a:xfrm>
              <a:off x="6522208"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5" name="Cube 3614"/>
            <p:cNvSpPr/>
            <p:nvPr/>
          </p:nvSpPr>
          <p:spPr>
            <a:xfrm>
              <a:off x="684038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6" name="Cube 3615"/>
            <p:cNvSpPr/>
            <p:nvPr/>
          </p:nvSpPr>
          <p:spPr>
            <a:xfrm>
              <a:off x="715856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7" name="Cube 3616"/>
            <p:cNvSpPr/>
            <p:nvPr/>
          </p:nvSpPr>
          <p:spPr>
            <a:xfrm>
              <a:off x="493131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8" name="Cube 3617"/>
            <p:cNvSpPr/>
            <p:nvPr/>
          </p:nvSpPr>
          <p:spPr>
            <a:xfrm>
              <a:off x="524949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9" name="Cube 3618"/>
            <p:cNvSpPr/>
            <p:nvPr/>
          </p:nvSpPr>
          <p:spPr>
            <a:xfrm>
              <a:off x="5567673"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0" name="Cube 3619"/>
            <p:cNvSpPr/>
            <p:nvPr/>
          </p:nvSpPr>
          <p:spPr>
            <a:xfrm>
              <a:off x="5885851"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1" name="Cube 3620"/>
            <p:cNvSpPr/>
            <p:nvPr/>
          </p:nvSpPr>
          <p:spPr>
            <a:xfrm>
              <a:off x="6204029"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2" name="Cube 3621"/>
            <p:cNvSpPr/>
            <p:nvPr/>
          </p:nvSpPr>
          <p:spPr>
            <a:xfrm>
              <a:off x="6522208"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3" name="Cube 3622"/>
            <p:cNvSpPr/>
            <p:nvPr/>
          </p:nvSpPr>
          <p:spPr>
            <a:xfrm>
              <a:off x="684038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4" name="Cube 3623"/>
            <p:cNvSpPr/>
            <p:nvPr/>
          </p:nvSpPr>
          <p:spPr>
            <a:xfrm>
              <a:off x="715856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5" name="Cube 3624"/>
            <p:cNvSpPr/>
            <p:nvPr/>
          </p:nvSpPr>
          <p:spPr>
            <a:xfrm>
              <a:off x="4931316"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6" name="Cube 3625"/>
            <p:cNvSpPr/>
            <p:nvPr/>
          </p:nvSpPr>
          <p:spPr>
            <a:xfrm>
              <a:off x="5249494"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7" name="Cube 3626"/>
            <p:cNvSpPr/>
            <p:nvPr/>
          </p:nvSpPr>
          <p:spPr>
            <a:xfrm>
              <a:off x="5567673"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8" name="Cube 3627"/>
            <p:cNvSpPr/>
            <p:nvPr/>
          </p:nvSpPr>
          <p:spPr>
            <a:xfrm>
              <a:off x="5885851"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9" name="Cube 3628"/>
            <p:cNvSpPr/>
            <p:nvPr/>
          </p:nvSpPr>
          <p:spPr>
            <a:xfrm>
              <a:off x="6204029"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0" name="Cube 3629"/>
            <p:cNvSpPr/>
            <p:nvPr/>
          </p:nvSpPr>
          <p:spPr>
            <a:xfrm>
              <a:off x="6522208"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1" name="Cube 3630"/>
            <p:cNvSpPr/>
            <p:nvPr/>
          </p:nvSpPr>
          <p:spPr>
            <a:xfrm>
              <a:off x="6840386"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2" name="Cube 3631"/>
            <p:cNvSpPr/>
            <p:nvPr/>
          </p:nvSpPr>
          <p:spPr>
            <a:xfrm>
              <a:off x="7158564"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3" name="Cube 3632"/>
            <p:cNvSpPr/>
            <p:nvPr/>
          </p:nvSpPr>
          <p:spPr>
            <a:xfrm>
              <a:off x="4931316"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4" name="Cube 3633"/>
            <p:cNvSpPr/>
            <p:nvPr/>
          </p:nvSpPr>
          <p:spPr>
            <a:xfrm>
              <a:off x="5249494"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5" name="Cube 3634"/>
            <p:cNvSpPr/>
            <p:nvPr/>
          </p:nvSpPr>
          <p:spPr>
            <a:xfrm>
              <a:off x="5567673"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6" name="Cube 3635"/>
            <p:cNvSpPr/>
            <p:nvPr/>
          </p:nvSpPr>
          <p:spPr>
            <a:xfrm>
              <a:off x="5885851"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7" name="Cube 3636"/>
            <p:cNvSpPr/>
            <p:nvPr/>
          </p:nvSpPr>
          <p:spPr>
            <a:xfrm>
              <a:off x="6204029"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8" name="Cube 3637"/>
            <p:cNvSpPr/>
            <p:nvPr/>
          </p:nvSpPr>
          <p:spPr>
            <a:xfrm>
              <a:off x="6522208"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9" name="Cube 3638"/>
            <p:cNvSpPr/>
            <p:nvPr/>
          </p:nvSpPr>
          <p:spPr>
            <a:xfrm>
              <a:off x="6840386"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0" name="Cube 3639"/>
            <p:cNvSpPr/>
            <p:nvPr/>
          </p:nvSpPr>
          <p:spPr>
            <a:xfrm>
              <a:off x="7158564"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1" name="Cube 3640"/>
            <p:cNvSpPr/>
            <p:nvPr/>
          </p:nvSpPr>
          <p:spPr>
            <a:xfrm>
              <a:off x="4931316"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2" name="Cube 3641"/>
            <p:cNvSpPr/>
            <p:nvPr/>
          </p:nvSpPr>
          <p:spPr>
            <a:xfrm>
              <a:off x="5249494"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3" name="Cube 3642"/>
            <p:cNvSpPr/>
            <p:nvPr/>
          </p:nvSpPr>
          <p:spPr>
            <a:xfrm>
              <a:off x="5567673"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4" name="Cube 3643"/>
            <p:cNvSpPr/>
            <p:nvPr/>
          </p:nvSpPr>
          <p:spPr>
            <a:xfrm>
              <a:off x="5885851"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5" name="Cube 3644"/>
            <p:cNvSpPr/>
            <p:nvPr/>
          </p:nvSpPr>
          <p:spPr>
            <a:xfrm>
              <a:off x="6204029"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6" name="Cube 3645"/>
            <p:cNvSpPr/>
            <p:nvPr/>
          </p:nvSpPr>
          <p:spPr>
            <a:xfrm>
              <a:off x="6522208"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7" name="Cube 3646"/>
            <p:cNvSpPr/>
            <p:nvPr/>
          </p:nvSpPr>
          <p:spPr>
            <a:xfrm>
              <a:off x="6840386"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8" name="Cube 3647"/>
            <p:cNvSpPr/>
            <p:nvPr/>
          </p:nvSpPr>
          <p:spPr>
            <a:xfrm>
              <a:off x="7158564"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7" name="Cube 3656"/>
            <p:cNvSpPr/>
            <p:nvPr/>
          </p:nvSpPr>
          <p:spPr>
            <a:xfrm>
              <a:off x="479705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8" name="Cube 3657"/>
            <p:cNvSpPr/>
            <p:nvPr/>
          </p:nvSpPr>
          <p:spPr>
            <a:xfrm>
              <a:off x="511522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9" name="Cube 3658"/>
            <p:cNvSpPr/>
            <p:nvPr/>
          </p:nvSpPr>
          <p:spPr>
            <a:xfrm>
              <a:off x="5433407"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0" name="Cube 3659"/>
            <p:cNvSpPr/>
            <p:nvPr/>
          </p:nvSpPr>
          <p:spPr>
            <a:xfrm>
              <a:off x="5751585"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1" name="Cube 3660"/>
            <p:cNvSpPr/>
            <p:nvPr/>
          </p:nvSpPr>
          <p:spPr>
            <a:xfrm>
              <a:off x="6069763"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2" name="Cube 3661"/>
            <p:cNvSpPr/>
            <p:nvPr/>
          </p:nvSpPr>
          <p:spPr>
            <a:xfrm>
              <a:off x="6387942"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3" name="Cube 3662"/>
            <p:cNvSpPr/>
            <p:nvPr/>
          </p:nvSpPr>
          <p:spPr>
            <a:xfrm>
              <a:off x="670612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4" name="Cube 3663"/>
            <p:cNvSpPr/>
            <p:nvPr/>
          </p:nvSpPr>
          <p:spPr>
            <a:xfrm>
              <a:off x="702429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5" name="Cube 3664"/>
            <p:cNvSpPr/>
            <p:nvPr/>
          </p:nvSpPr>
          <p:spPr>
            <a:xfrm>
              <a:off x="479705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6" name="Cube 3665"/>
            <p:cNvSpPr/>
            <p:nvPr/>
          </p:nvSpPr>
          <p:spPr>
            <a:xfrm>
              <a:off x="511522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7" name="Cube 3666"/>
            <p:cNvSpPr/>
            <p:nvPr/>
          </p:nvSpPr>
          <p:spPr>
            <a:xfrm>
              <a:off x="5433407"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8" name="Cube 3667"/>
            <p:cNvSpPr/>
            <p:nvPr/>
          </p:nvSpPr>
          <p:spPr>
            <a:xfrm>
              <a:off x="5751585"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9" name="Cube 3668"/>
            <p:cNvSpPr/>
            <p:nvPr/>
          </p:nvSpPr>
          <p:spPr>
            <a:xfrm>
              <a:off x="6069763"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0" name="Cube 3669"/>
            <p:cNvSpPr/>
            <p:nvPr/>
          </p:nvSpPr>
          <p:spPr>
            <a:xfrm>
              <a:off x="6387942"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1" name="Cube 3670"/>
            <p:cNvSpPr/>
            <p:nvPr/>
          </p:nvSpPr>
          <p:spPr>
            <a:xfrm>
              <a:off x="670612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2" name="Cube 3671"/>
            <p:cNvSpPr/>
            <p:nvPr/>
          </p:nvSpPr>
          <p:spPr>
            <a:xfrm>
              <a:off x="702429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3" name="Cube 3672"/>
            <p:cNvSpPr/>
            <p:nvPr/>
          </p:nvSpPr>
          <p:spPr>
            <a:xfrm>
              <a:off x="479705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4" name="Cube 3673"/>
            <p:cNvSpPr/>
            <p:nvPr/>
          </p:nvSpPr>
          <p:spPr>
            <a:xfrm>
              <a:off x="511522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5" name="Cube 3674"/>
            <p:cNvSpPr/>
            <p:nvPr/>
          </p:nvSpPr>
          <p:spPr>
            <a:xfrm>
              <a:off x="5433407"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6" name="Cube 3675"/>
            <p:cNvSpPr/>
            <p:nvPr/>
          </p:nvSpPr>
          <p:spPr>
            <a:xfrm>
              <a:off x="5751585"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7" name="Cube 3676"/>
            <p:cNvSpPr/>
            <p:nvPr/>
          </p:nvSpPr>
          <p:spPr>
            <a:xfrm>
              <a:off x="6069763"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8" name="Cube 3677"/>
            <p:cNvSpPr/>
            <p:nvPr/>
          </p:nvSpPr>
          <p:spPr>
            <a:xfrm>
              <a:off x="6387942"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9" name="Cube 3678"/>
            <p:cNvSpPr/>
            <p:nvPr/>
          </p:nvSpPr>
          <p:spPr>
            <a:xfrm>
              <a:off x="670612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0" name="Cube 3679"/>
            <p:cNvSpPr/>
            <p:nvPr/>
          </p:nvSpPr>
          <p:spPr>
            <a:xfrm>
              <a:off x="702429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1" name="Cube 3680"/>
            <p:cNvSpPr/>
            <p:nvPr/>
          </p:nvSpPr>
          <p:spPr>
            <a:xfrm>
              <a:off x="479705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2" name="Cube 3681"/>
            <p:cNvSpPr/>
            <p:nvPr/>
          </p:nvSpPr>
          <p:spPr>
            <a:xfrm>
              <a:off x="511522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3" name="Cube 3682"/>
            <p:cNvSpPr/>
            <p:nvPr/>
          </p:nvSpPr>
          <p:spPr>
            <a:xfrm>
              <a:off x="5433407"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4" name="Cube 3683"/>
            <p:cNvSpPr/>
            <p:nvPr/>
          </p:nvSpPr>
          <p:spPr>
            <a:xfrm>
              <a:off x="5751585"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5" name="Cube 3684"/>
            <p:cNvSpPr/>
            <p:nvPr/>
          </p:nvSpPr>
          <p:spPr>
            <a:xfrm>
              <a:off x="6069763"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6" name="Cube 3685"/>
            <p:cNvSpPr/>
            <p:nvPr/>
          </p:nvSpPr>
          <p:spPr>
            <a:xfrm>
              <a:off x="6387942"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7" name="Cube 3686"/>
            <p:cNvSpPr/>
            <p:nvPr/>
          </p:nvSpPr>
          <p:spPr>
            <a:xfrm>
              <a:off x="670612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8" name="Cube 3687"/>
            <p:cNvSpPr/>
            <p:nvPr/>
          </p:nvSpPr>
          <p:spPr>
            <a:xfrm>
              <a:off x="702429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9" name="Cube 3688"/>
            <p:cNvSpPr/>
            <p:nvPr/>
          </p:nvSpPr>
          <p:spPr>
            <a:xfrm>
              <a:off x="4797050"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0" name="Cube 3689"/>
            <p:cNvSpPr/>
            <p:nvPr/>
          </p:nvSpPr>
          <p:spPr>
            <a:xfrm>
              <a:off x="5115228"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1" name="Cube 3690"/>
            <p:cNvSpPr/>
            <p:nvPr/>
          </p:nvSpPr>
          <p:spPr>
            <a:xfrm>
              <a:off x="5433407"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2" name="Cube 3691"/>
            <p:cNvSpPr/>
            <p:nvPr/>
          </p:nvSpPr>
          <p:spPr>
            <a:xfrm>
              <a:off x="5751585"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3" name="Cube 3692"/>
            <p:cNvSpPr/>
            <p:nvPr/>
          </p:nvSpPr>
          <p:spPr>
            <a:xfrm>
              <a:off x="6069763"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4" name="Cube 3693"/>
            <p:cNvSpPr/>
            <p:nvPr/>
          </p:nvSpPr>
          <p:spPr>
            <a:xfrm>
              <a:off x="6387942"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5" name="Cube 3694"/>
            <p:cNvSpPr/>
            <p:nvPr/>
          </p:nvSpPr>
          <p:spPr>
            <a:xfrm>
              <a:off x="6706120"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6" name="Cube 3695"/>
            <p:cNvSpPr/>
            <p:nvPr/>
          </p:nvSpPr>
          <p:spPr>
            <a:xfrm>
              <a:off x="7024298"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7" name="Cube 3696"/>
            <p:cNvSpPr/>
            <p:nvPr/>
          </p:nvSpPr>
          <p:spPr>
            <a:xfrm>
              <a:off x="4797050"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8" name="Cube 3697"/>
            <p:cNvSpPr/>
            <p:nvPr/>
          </p:nvSpPr>
          <p:spPr>
            <a:xfrm>
              <a:off x="5115228"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9" name="Cube 3698"/>
            <p:cNvSpPr/>
            <p:nvPr/>
          </p:nvSpPr>
          <p:spPr>
            <a:xfrm>
              <a:off x="5433407"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0" name="Cube 3699"/>
            <p:cNvSpPr/>
            <p:nvPr/>
          </p:nvSpPr>
          <p:spPr>
            <a:xfrm>
              <a:off x="5751585"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1" name="Cube 3700"/>
            <p:cNvSpPr/>
            <p:nvPr/>
          </p:nvSpPr>
          <p:spPr>
            <a:xfrm>
              <a:off x="6069763"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2" name="Cube 3701"/>
            <p:cNvSpPr/>
            <p:nvPr/>
          </p:nvSpPr>
          <p:spPr>
            <a:xfrm>
              <a:off x="6387942"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3" name="Cube 3702"/>
            <p:cNvSpPr/>
            <p:nvPr/>
          </p:nvSpPr>
          <p:spPr>
            <a:xfrm>
              <a:off x="6706120"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4" name="Cube 3703"/>
            <p:cNvSpPr/>
            <p:nvPr/>
          </p:nvSpPr>
          <p:spPr>
            <a:xfrm>
              <a:off x="7024298"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5" name="Cube 3704"/>
            <p:cNvSpPr/>
            <p:nvPr/>
          </p:nvSpPr>
          <p:spPr>
            <a:xfrm>
              <a:off x="4797050"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6" name="Cube 3705"/>
            <p:cNvSpPr/>
            <p:nvPr/>
          </p:nvSpPr>
          <p:spPr>
            <a:xfrm>
              <a:off x="5115228"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7" name="Cube 3706"/>
            <p:cNvSpPr/>
            <p:nvPr/>
          </p:nvSpPr>
          <p:spPr>
            <a:xfrm>
              <a:off x="5433407"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8" name="Cube 3707"/>
            <p:cNvSpPr/>
            <p:nvPr/>
          </p:nvSpPr>
          <p:spPr>
            <a:xfrm>
              <a:off x="5751585"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9" name="Cube 3708"/>
            <p:cNvSpPr/>
            <p:nvPr/>
          </p:nvSpPr>
          <p:spPr>
            <a:xfrm>
              <a:off x="6069763"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0" name="Cube 3709"/>
            <p:cNvSpPr/>
            <p:nvPr/>
          </p:nvSpPr>
          <p:spPr>
            <a:xfrm>
              <a:off x="6387942"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1" name="Cube 3710"/>
            <p:cNvSpPr/>
            <p:nvPr/>
          </p:nvSpPr>
          <p:spPr>
            <a:xfrm>
              <a:off x="6706120"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2" name="Cube 3711"/>
            <p:cNvSpPr/>
            <p:nvPr/>
          </p:nvSpPr>
          <p:spPr>
            <a:xfrm>
              <a:off x="7024298"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706" name="Group 705"/>
            <p:cNvGrpSpPr/>
            <p:nvPr/>
          </p:nvGrpSpPr>
          <p:grpSpPr>
            <a:xfrm>
              <a:off x="5253317" y="2082579"/>
              <a:ext cx="1005840" cy="274320"/>
              <a:chOff x="5022050" y="2321694"/>
              <a:chExt cx="1005840" cy="274320"/>
            </a:xfrm>
          </p:grpSpPr>
          <p:sp>
            <p:nvSpPr>
              <p:cNvPr id="707" name="Freeform 706"/>
              <p:cNvSpPr>
                <a:spLocks noChangeAspect="1"/>
              </p:cNvSpPr>
              <p:nvPr/>
            </p:nvSpPr>
            <p:spPr>
              <a:xfrm>
                <a:off x="5022050" y="2321694"/>
                <a:ext cx="46105"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8" name="Freeform 707"/>
              <p:cNvSpPr>
                <a:spLocks noChangeAspect="1"/>
              </p:cNvSpPr>
              <p:nvPr/>
            </p:nvSpPr>
            <p:spPr>
              <a:xfrm>
                <a:off x="5341962" y="2321694"/>
                <a:ext cx="46105"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09" name="Freeform 708"/>
              <p:cNvSpPr>
                <a:spLocks noChangeAspect="1"/>
              </p:cNvSpPr>
              <p:nvPr/>
            </p:nvSpPr>
            <p:spPr>
              <a:xfrm>
                <a:off x="5661874" y="2321694"/>
                <a:ext cx="46105"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sp>
            <p:nvSpPr>
              <p:cNvPr id="710" name="Freeform 709"/>
              <p:cNvSpPr>
                <a:spLocks noChangeAspect="1"/>
              </p:cNvSpPr>
              <p:nvPr/>
            </p:nvSpPr>
            <p:spPr>
              <a:xfrm>
                <a:off x="5981785" y="2321694"/>
                <a:ext cx="46105" cy="274320"/>
              </a:xfrm>
              <a:custGeom>
                <a:avLst/>
                <a:gdLst>
                  <a:gd name="connsiteX0" fmla="*/ 127000 w 196850"/>
                  <a:gd name="connsiteY0" fmla="*/ 0 h 1625600"/>
                  <a:gd name="connsiteX1" fmla="*/ 82550 w 196850"/>
                  <a:gd name="connsiteY1" fmla="*/ 38100 h 1625600"/>
                  <a:gd name="connsiteX2" fmla="*/ 50800 w 196850"/>
                  <a:gd name="connsiteY2" fmla="*/ 76200 h 1625600"/>
                  <a:gd name="connsiteX3" fmla="*/ 19050 w 196850"/>
                  <a:gd name="connsiteY3" fmla="*/ 133350 h 1625600"/>
                  <a:gd name="connsiteX4" fmla="*/ 0 w 196850"/>
                  <a:gd name="connsiteY4" fmla="*/ 196850 h 1625600"/>
                  <a:gd name="connsiteX5" fmla="*/ 25400 w 196850"/>
                  <a:gd name="connsiteY5" fmla="*/ 323850 h 1625600"/>
                  <a:gd name="connsiteX6" fmla="*/ 50800 w 196850"/>
                  <a:gd name="connsiteY6" fmla="*/ 361950 h 1625600"/>
                  <a:gd name="connsiteX7" fmla="*/ 82550 w 196850"/>
                  <a:gd name="connsiteY7" fmla="*/ 393700 h 1625600"/>
                  <a:gd name="connsiteX8" fmla="*/ 101600 w 196850"/>
                  <a:gd name="connsiteY8" fmla="*/ 400050 h 1625600"/>
                  <a:gd name="connsiteX9" fmla="*/ 165100 w 196850"/>
                  <a:gd name="connsiteY9" fmla="*/ 476250 h 1625600"/>
                  <a:gd name="connsiteX10" fmla="*/ 177800 w 196850"/>
                  <a:gd name="connsiteY10" fmla="*/ 495300 h 1625600"/>
                  <a:gd name="connsiteX11" fmla="*/ 184150 w 196850"/>
                  <a:gd name="connsiteY11" fmla="*/ 514350 h 1625600"/>
                  <a:gd name="connsiteX12" fmla="*/ 190500 w 196850"/>
                  <a:gd name="connsiteY12" fmla="*/ 552450 h 1625600"/>
                  <a:gd name="connsiteX13" fmla="*/ 196850 w 196850"/>
                  <a:gd name="connsiteY13" fmla="*/ 577850 h 1625600"/>
                  <a:gd name="connsiteX14" fmla="*/ 190500 w 196850"/>
                  <a:gd name="connsiteY14" fmla="*/ 660400 h 1625600"/>
                  <a:gd name="connsiteX15" fmla="*/ 158750 w 196850"/>
                  <a:gd name="connsiteY15" fmla="*/ 717550 h 1625600"/>
                  <a:gd name="connsiteX16" fmla="*/ 139700 w 196850"/>
                  <a:gd name="connsiteY16" fmla="*/ 736600 h 1625600"/>
                  <a:gd name="connsiteX17" fmla="*/ 107950 w 196850"/>
                  <a:gd name="connsiteY17" fmla="*/ 768350 h 1625600"/>
                  <a:gd name="connsiteX18" fmla="*/ 95250 w 196850"/>
                  <a:gd name="connsiteY18" fmla="*/ 787400 h 1625600"/>
                  <a:gd name="connsiteX19" fmla="*/ 88900 w 196850"/>
                  <a:gd name="connsiteY19" fmla="*/ 806450 h 1625600"/>
                  <a:gd name="connsiteX20" fmla="*/ 69850 w 196850"/>
                  <a:gd name="connsiteY20" fmla="*/ 819150 h 1625600"/>
                  <a:gd name="connsiteX21" fmla="*/ 44450 w 196850"/>
                  <a:gd name="connsiteY21" fmla="*/ 863600 h 1625600"/>
                  <a:gd name="connsiteX22" fmla="*/ 31750 w 196850"/>
                  <a:gd name="connsiteY22" fmla="*/ 882650 h 1625600"/>
                  <a:gd name="connsiteX23" fmla="*/ 19050 w 196850"/>
                  <a:gd name="connsiteY23" fmla="*/ 927100 h 1625600"/>
                  <a:gd name="connsiteX24" fmla="*/ 31750 w 196850"/>
                  <a:gd name="connsiteY24" fmla="*/ 1060450 h 1625600"/>
                  <a:gd name="connsiteX25" fmla="*/ 63500 w 196850"/>
                  <a:gd name="connsiteY25" fmla="*/ 1092200 h 1625600"/>
                  <a:gd name="connsiteX26" fmla="*/ 76200 w 196850"/>
                  <a:gd name="connsiteY26" fmla="*/ 1111250 h 1625600"/>
                  <a:gd name="connsiteX27" fmla="*/ 114300 w 196850"/>
                  <a:gd name="connsiteY27" fmla="*/ 1136650 h 1625600"/>
                  <a:gd name="connsiteX28" fmla="*/ 120650 w 196850"/>
                  <a:gd name="connsiteY28" fmla="*/ 1155700 h 1625600"/>
                  <a:gd name="connsiteX29" fmla="*/ 139700 w 196850"/>
                  <a:gd name="connsiteY29" fmla="*/ 1168400 h 1625600"/>
                  <a:gd name="connsiteX30" fmla="*/ 165100 w 196850"/>
                  <a:gd name="connsiteY30" fmla="*/ 1187450 h 1625600"/>
                  <a:gd name="connsiteX31" fmla="*/ 190500 w 196850"/>
                  <a:gd name="connsiteY31" fmla="*/ 1225550 h 1625600"/>
                  <a:gd name="connsiteX32" fmla="*/ 196850 w 196850"/>
                  <a:gd name="connsiteY32" fmla="*/ 1250950 h 1625600"/>
                  <a:gd name="connsiteX33" fmla="*/ 190500 w 196850"/>
                  <a:gd name="connsiteY33" fmla="*/ 1339850 h 1625600"/>
                  <a:gd name="connsiteX34" fmla="*/ 171450 w 196850"/>
                  <a:gd name="connsiteY34" fmla="*/ 1403350 h 1625600"/>
                  <a:gd name="connsiteX35" fmla="*/ 158750 w 196850"/>
                  <a:gd name="connsiteY35" fmla="*/ 1422400 h 1625600"/>
                  <a:gd name="connsiteX36" fmla="*/ 152400 w 196850"/>
                  <a:gd name="connsiteY36" fmla="*/ 1441450 h 1625600"/>
                  <a:gd name="connsiteX37" fmla="*/ 127000 w 196850"/>
                  <a:gd name="connsiteY37" fmla="*/ 1498600 h 1625600"/>
                  <a:gd name="connsiteX38" fmla="*/ 95250 w 196850"/>
                  <a:gd name="connsiteY38" fmla="*/ 1555750 h 1625600"/>
                  <a:gd name="connsiteX39" fmla="*/ 95250 w 196850"/>
                  <a:gd name="connsiteY39" fmla="*/ 16256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96850" h="1625600">
                    <a:moveTo>
                      <a:pt x="127000" y="0"/>
                    </a:moveTo>
                    <a:cubicBezTo>
                      <a:pt x="72901" y="32460"/>
                      <a:pt x="111869" y="2917"/>
                      <a:pt x="82550" y="38100"/>
                    </a:cubicBezTo>
                    <a:cubicBezTo>
                      <a:pt x="68308" y="55190"/>
                      <a:pt x="59809" y="55930"/>
                      <a:pt x="50800" y="76200"/>
                    </a:cubicBezTo>
                    <a:cubicBezTo>
                      <a:pt x="25936" y="132143"/>
                      <a:pt x="53821" y="98579"/>
                      <a:pt x="19050" y="133350"/>
                    </a:cubicBezTo>
                    <a:cubicBezTo>
                      <a:pt x="3590" y="179729"/>
                      <a:pt x="9597" y="158463"/>
                      <a:pt x="0" y="196850"/>
                    </a:cubicBezTo>
                    <a:cubicBezTo>
                      <a:pt x="14593" y="299002"/>
                      <a:pt x="3234" y="257352"/>
                      <a:pt x="25400" y="323850"/>
                    </a:cubicBezTo>
                    <a:cubicBezTo>
                      <a:pt x="30227" y="338330"/>
                      <a:pt x="42333" y="349250"/>
                      <a:pt x="50800" y="361950"/>
                    </a:cubicBezTo>
                    <a:cubicBezTo>
                      <a:pt x="63500" y="381000"/>
                      <a:pt x="61383" y="383117"/>
                      <a:pt x="82550" y="393700"/>
                    </a:cubicBezTo>
                    <a:cubicBezTo>
                      <a:pt x="88537" y="396693"/>
                      <a:pt x="95250" y="397933"/>
                      <a:pt x="101600" y="400050"/>
                    </a:cubicBezTo>
                    <a:cubicBezTo>
                      <a:pt x="150493" y="448943"/>
                      <a:pt x="129737" y="423206"/>
                      <a:pt x="165100" y="476250"/>
                    </a:cubicBezTo>
                    <a:cubicBezTo>
                      <a:pt x="169333" y="482600"/>
                      <a:pt x="175387" y="488060"/>
                      <a:pt x="177800" y="495300"/>
                    </a:cubicBezTo>
                    <a:cubicBezTo>
                      <a:pt x="179917" y="501650"/>
                      <a:pt x="182698" y="507816"/>
                      <a:pt x="184150" y="514350"/>
                    </a:cubicBezTo>
                    <a:cubicBezTo>
                      <a:pt x="186943" y="526919"/>
                      <a:pt x="187975" y="539825"/>
                      <a:pt x="190500" y="552450"/>
                    </a:cubicBezTo>
                    <a:cubicBezTo>
                      <a:pt x="192212" y="561008"/>
                      <a:pt x="194733" y="569383"/>
                      <a:pt x="196850" y="577850"/>
                    </a:cubicBezTo>
                    <a:cubicBezTo>
                      <a:pt x="194733" y="605367"/>
                      <a:pt x="193923" y="633015"/>
                      <a:pt x="190500" y="660400"/>
                    </a:cubicBezTo>
                    <a:cubicBezTo>
                      <a:pt x="188219" y="678652"/>
                      <a:pt x="167578" y="708722"/>
                      <a:pt x="158750" y="717550"/>
                    </a:cubicBezTo>
                    <a:cubicBezTo>
                      <a:pt x="152400" y="723900"/>
                      <a:pt x="145449" y="729701"/>
                      <a:pt x="139700" y="736600"/>
                    </a:cubicBezTo>
                    <a:cubicBezTo>
                      <a:pt x="113242" y="768350"/>
                      <a:pt x="142875" y="745067"/>
                      <a:pt x="107950" y="768350"/>
                    </a:cubicBezTo>
                    <a:cubicBezTo>
                      <a:pt x="103717" y="774700"/>
                      <a:pt x="98663" y="780574"/>
                      <a:pt x="95250" y="787400"/>
                    </a:cubicBezTo>
                    <a:cubicBezTo>
                      <a:pt x="92257" y="793387"/>
                      <a:pt x="93081" y="801223"/>
                      <a:pt x="88900" y="806450"/>
                    </a:cubicBezTo>
                    <a:cubicBezTo>
                      <a:pt x="84132" y="812409"/>
                      <a:pt x="76200" y="814917"/>
                      <a:pt x="69850" y="819150"/>
                    </a:cubicBezTo>
                    <a:cubicBezTo>
                      <a:pt x="38908" y="865562"/>
                      <a:pt x="76676" y="807204"/>
                      <a:pt x="44450" y="863600"/>
                    </a:cubicBezTo>
                    <a:cubicBezTo>
                      <a:pt x="40664" y="870226"/>
                      <a:pt x="35163" y="875824"/>
                      <a:pt x="31750" y="882650"/>
                    </a:cubicBezTo>
                    <a:cubicBezTo>
                      <a:pt x="27195" y="891760"/>
                      <a:pt x="21085" y="918962"/>
                      <a:pt x="19050" y="927100"/>
                    </a:cubicBezTo>
                    <a:cubicBezTo>
                      <a:pt x="19267" y="930136"/>
                      <a:pt x="24826" y="1037369"/>
                      <a:pt x="31750" y="1060450"/>
                    </a:cubicBezTo>
                    <a:cubicBezTo>
                      <a:pt x="37042" y="1078089"/>
                      <a:pt x="49742" y="1083028"/>
                      <a:pt x="63500" y="1092200"/>
                    </a:cubicBezTo>
                    <a:cubicBezTo>
                      <a:pt x="67733" y="1098550"/>
                      <a:pt x="70457" y="1106224"/>
                      <a:pt x="76200" y="1111250"/>
                    </a:cubicBezTo>
                    <a:cubicBezTo>
                      <a:pt x="87687" y="1121301"/>
                      <a:pt x="114300" y="1136650"/>
                      <a:pt x="114300" y="1136650"/>
                    </a:cubicBezTo>
                    <a:cubicBezTo>
                      <a:pt x="116417" y="1143000"/>
                      <a:pt x="116469" y="1150473"/>
                      <a:pt x="120650" y="1155700"/>
                    </a:cubicBezTo>
                    <a:cubicBezTo>
                      <a:pt x="125418" y="1161659"/>
                      <a:pt x="133490" y="1163964"/>
                      <a:pt x="139700" y="1168400"/>
                    </a:cubicBezTo>
                    <a:cubicBezTo>
                      <a:pt x="148312" y="1174551"/>
                      <a:pt x="158069" y="1179540"/>
                      <a:pt x="165100" y="1187450"/>
                    </a:cubicBezTo>
                    <a:cubicBezTo>
                      <a:pt x="175241" y="1198858"/>
                      <a:pt x="190500" y="1225550"/>
                      <a:pt x="190500" y="1225550"/>
                    </a:cubicBezTo>
                    <a:cubicBezTo>
                      <a:pt x="192617" y="1234017"/>
                      <a:pt x="196850" y="1242223"/>
                      <a:pt x="196850" y="1250950"/>
                    </a:cubicBezTo>
                    <a:cubicBezTo>
                      <a:pt x="196850" y="1280659"/>
                      <a:pt x="193781" y="1310323"/>
                      <a:pt x="190500" y="1339850"/>
                    </a:cubicBezTo>
                    <a:cubicBezTo>
                      <a:pt x="188901" y="1354245"/>
                      <a:pt x="174642" y="1393773"/>
                      <a:pt x="171450" y="1403350"/>
                    </a:cubicBezTo>
                    <a:cubicBezTo>
                      <a:pt x="169037" y="1410590"/>
                      <a:pt x="162163" y="1415574"/>
                      <a:pt x="158750" y="1422400"/>
                    </a:cubicBezTo>
                    <a:cubicBezTo>
                      <a:pt x="155757" y="1428387"/>
                      <a:pt x="155393" y="1435463"/>
                      <a:pt x="152400" y="1441450"/>
                    </a:cubicBezTo>
                    <a:cubicBezTo>
                      <a:pt x="122211" y="1501827"/>
                      <a:pt x="159765" y="1400306"/>
                      <a:pt x="127000" y="1498600"/>
                    </a:cubicBezTo>
                    <a:cubicBezTo>
                      <a:pt x="119404" y="1521388"/>
                      <a:pt x="96991" y="1531377"/>
                      <a:pt x="95250" y="1555750"/>
                    </a:cubicBezTo>
                    <a:cubicBezTo>
                      <a:pt x="93591" y="1578974"/>
                      <a:pt x="95250" y="1602317"/>
                      <a:pt x="95250" y="1625600"/>
                    </a:cubicBezTo>
                  </a:path>
                </a:pathLst>
              </a:custGeom>
              <a:ln w="28575">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ln w="12700">
                    <a:solidFill>
                      <a:schemeClr val="tx1"/>
                    </a:solidFill>
                  </a:ln>
                </a:endParaRPr>
              </a:p>
            </p:txBody>
          </p:sp>
        </p:grpSp>
        <p:sp>
          <p:nvSpPr>
            <p:cNvPr id="3585" name="Cube 3584"/>
            <p:cNvSpPr/>
            <p:nvPr/>
          </p:nvSpPr>
          <p:spPr>
            <a:xfrm>
              <a:off x="5065582"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6" name="Cube 3585"/>
            <p:cNvSpPr/>
            <p:nvPr/>
          </p:nvSpPr>
          <p:spPr>
            <a:xfrm>
              <a:off x="5383760"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7" name="Cube 3586"/>
            <p:cNvSpPr/>
            <p:nvPr/>
          </p:nvSpPr>
          <p:spPr>
            <a:xfrm>
              <a:off x="5701939"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8" name="Cube 3587"/>
            <p:cNvSpPr/>
            <p:nvPr/>
          </p:nvSpPr>
          <p:spPr>
            <a:xfrm>
              <a:off x="6020117" y="228549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9" name="Cube 3588"/>
            <p:cNvSpPr/>
            <p:nvPr/>
          </p:nvSpPr>
          <p:spPr>
            <a:xfrm>
              <a:off x="6338295"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0" name="Cube 3589"/>
            <p:cNvSpPr/>
            <p:nvPr/>
          </p:nvSpPr>
          <p:spPr>
            <a:xfrm>
              <a:off x="6656474"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1" name="Cube 3590"/>
            <p:cNvSpPr/>
            <p:nvPr/>
          </p:nvSpPr>
          <p:spPr>
            <a:xfrm>
              <a:off x="6974652"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2" name="Cube 3591"/>
            <p:cNvSpPr/>
            <p:nvPr/>
          </p:nvSpPr>
          <p:spPr>
            <a:xfrm>
              <a:off x="7292830"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9" name="Cube 3648"/>
            <p:cNvSpPr/>
            <p:nvPr/>
          </p:nvSpPr>
          <p:spPr>
            <a:xfrm>
              <a:off x="4931316"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0" name="Cube 3649"/>
            <p:cNvSpPr/>
            <p:nvPr/>
          </p:nvSpPr>
          <p:spPr>
            <a:xfrm>
              <a:off x="5249494"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1" name="Cube 3650"/>
            <p:cNvSpPr/>
            <p:nvPr/>
          </p:nvSpPr>
          <p:spPr>
            <a:xfrm>
              <a:off x="5567673"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2" name="Cube 3651"/>
            <p:cNvSpPr/>
            <p:nvPr/>
          </p:nvSpPr>
          <p:spPr>
            <a:xfrm>
              <a:off x="5885851"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3" name="Cube 3652"/>
            <p:cNvSpPr/>
            <p:nvPr/>
          </p:nvSpPr>
          <p:spPr>
            <a:xfrm>
              <a:off x="6204029"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4" name="Cube 3653"/>
            <p:cNvSpPr/>
            <p:nvPr/>
          </p:nvSpPr>
          <p:spPr>
            <a:xfrm>
              <a:off x="6522208"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5" name="Cube 3654"/>
            <p:cNvSpPr/>
            <p:nvPr/>
          </p:nvSpPr>
          <p:spPr>
            <a:xfrm>
              <a:off x="6840386"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6" name="Cube 3655"/>
            <p:cNvSpPr/>
            <p:nvPr/>
          </p:nvSpPr>
          <p:spPr>
            <a:xfrm>
              <a:off x="7158564"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3" name="Cube 3712"/>
            <p:cNvSpPr/>
            <p:nvPr/>
          </p:nvSpPr>
          <p:spPr>
            <a:xfrm>
              <a:off x="4797050"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4" name="Cube 3713"/>
            <p:cNvSpPr/>
            <p:nvPr/>
          </p:nvSpPr>
          <p:spPr>
            <a:xfrm>
              <a:off x="5115228"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5" name="Cube 3714"/>
            <p:cNvSpPr/>
            <p:nvPr/>
          </p:nvSpPr>
          <p:spPr>
            <a:xfrm>
              <a:off x="5433407"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6" name="Cube 3715"/>
            <p:cNvSpPr/>
            <p:nvPr/>
          </p:nvSpPr>
          <p:spPr>
            <a:xfrm>
              <a:off x="5751585"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7" name="Cube 3716"/>
            <p:cNvSpPr/>
            <p:nvPr/>
          </p:nvSpPr>
          <p:spPr>
            <a:xfrm>
              <a:off x="6069763"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8" name="Cube 3717"/>
            <p:cNvSpPr/>
            <p:nvPr/>
          </p:nvSpPr>
          <p:spPr>
            <a:xfrm>
              <a:off x="6387942"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9" name="Cube 3718"/>
            <p:cNvSpPr/>
            <p:nvPr/>
          </p:nvSpPr>
          <p:spPr>
            <a:xfrm>
              <a:off x="6706120"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0" name="Cube 3719"/>
            <p:cNvSpPr/>
            <p:nvPr/>
          </p:nvSpPr>
          <p:spPr>
            <a:xfrm>
              <a:off x="7024298"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711" name="TextBox 710">
            <a:extLst>
              <a:ext uri="{FF2B5EF4-FFF2-40B4-BE49-F238E27FC236}">
                <a16:creationId xmlns:a16="http://schemas.microsoft.com/office/drawing/2014/main" id="{E087F59F-CA9A-413E-95AC-477ACC779DA1}"/>
              </a:ext>
            </a:extLst>
          </p:cNvPr>
          <p:cNvSpPr txBox="1"/>
          <p:nvPr/>
        </p:nvSpPr>
        <p:spPr>
          <a:xfrm>
            <a:off x="594023" y="4826615"/>
            <a:ext cx="2105774" cy="954107"/>
          </a:xfrm>
          <a:prstGeom prst="rect">
            <a:avLst/>
          </a:prstGeom>
          <a:noFill/>
        </p:spPr>
        <p:txBody>
          <a:bodyPr wrap="square" rtlCol="0">
            <a:spAutoFit/>
          </a:bodyPr>
          <a:lstStyle/>
          <a:p>
            <a:pPr algn="ctr"/>
            <a:r>
              <a:rPr lang="en-US" sz="1400" u="sng" dirty="0"/>
              <a:t>Solution:</a:t>
            </a:r>
          </a:p>
          <a:p>
            <a:pPr algn="ctr"/>
            <a:r>
              <a:rPr lang="en-US" sz="1400" dirty="0"/>
              <a:t>Only store the three input planes needed by the output plane at a time</a:t>
            </a:r>
          </a:p>
        </p:txBody>
      </p:sp>
      <p:sp>
        <p:nvSpPr>
          <p:cNvPr id="712" name="TextBox 711">
            <a:extLst>
              <a:ext uri="{FF2B5EF4-FFF2-40B4-BE49-F238E27FC236}">
                <a16:creationId xmlns:a16="http://schemas.microsoft.com/office/drawing/2014/main" id="{B5A62E21-B621-4018-B379-24415200314A}"/>
              </a:ext>
            </a:extLst>
          </p:cNvPr>
          <p:cNvSpPr txBox="1"/>
          <p:nvPr/>
        </p:nvSpPr>
        <p:spPr>
          <a:xfrm>
            <a:off x="3076219" y="2424578"/>
            <a:ext cx="1597378" cy="1384995"/>
          </a:xfrm>
          <a:prstGeom prst="rect">
            <a:avLst/>
          </a:prstGeom>
          <a:noFill/>
        </p:spPr>
        <p:txBody>
          <a:bodyPr wrap="square" rtlCol="0">
            <a:spAutoFit/>
          </a:bodyPr>
          <a:lstStyle/>
          <a:p>
            <a:pPr algn="ctr"/>
            <a:r>
              <a:rPr lang="en-US" sz="1400" u="sng" dirty="0"/>
              <a:t>Solution:</a:t>
            </a:r>
          </a:p>
          <a:p>
            <a:pPr algn="ctr"/>
            <a:r>
              <a:rPr lang="en-US" sz="1400" dirty="0"/>
              <a:t>Assign enough threads for loading one input plane and processing one output plane</a:t>
            </a:r>
          </a:p>
        </p:txBody>
      </p:sp>
    </p:spTree>
    <p:extLst>
      <p:ext uri="{BB962C8B-B14F-4D97-AF65-F5344CB8AC3E}">
        <p14:creationId xmlns:p14="http://schemas.microsoft.com/office/powerpoint/2010/main" val="3216139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0"/>
          </p:nvPr>
        </p:nvSpPr>
        <p:spPr/>
        <p:txBody>
          <a:bodyPr/>
          <a:lstStyle/>
          <a:p>
            <a:r>
              <a:rPr lang="en-US" dirty="0"/>
              <a:t>Stencil with Thread Coarsening Code </a:t>
            </a:r>
          </a:p>
        </p:txBody>
      </p:sp>
      <p:sp>
        <p:nvSpPr>
          <p:cNvPr id="3" name="Rectangle 2"/>
          <p:cNvSpPr/>
          <p:nvPr/>
        </p:nvSpPr>
        <p:spPr>
          <a:xfrm>
            <a:off x="1325565" y="499460"/>
            <a:ext cx="7818434" cy="6394058"/>
          </a:xfrm>
          <a:prstGeom prst="rect">
            <a:avLst/>
          </a:prstGeom>
        </p:spPr>
        <p:txBody>
          <a:bodyPr wrap="square">
            <a:spAutoFit/>
          </a:bodyPr>
          <a:lstStyle/>
          <a:p>
            <a:r>
              <a:rPr lang="en-US" sz="1050" dirty="0">
                <a:solidFill>
                  <a:srgbClr val="00BF00"/>
                </a:solidFill>
                <a:latin typeface="Lucida Console" panose="020B0609040504020204" pitchFamily="49" charset="0"/>
              </a:rPr>
              <a:t>__global__</a:t>
            </a:r>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void</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stencil_kernel</a:t>
            </a:r>
            <a:r>
              <a:rPr lang="en-US" sz="1050" dirty="0">
                <a:solidFill>
                  <a:prstClr val="black"/>
                </a:solidFill>
                <a:latin typeface="Lucida Console" panose="020B0609040504020204" pitchFamily="49" charset="0"/>
              </a:rPr>
              <a:t>(</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in,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out, </a:t>
            </a:r>
            <a:r>
              <a:rPr lang="en-US" sz="1050" dirty="0">
                <a:solidFill>
                  <a:srgbClr val="00BF00"/>
                </a:solidFill>
                <a:latin typeface="Lucida Console" panose="020B0609040504020204" pitchFamily="49" charset="0"/>
              </a:rPr>
              <a:t>unsigned</a:t>
            </a:r>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N) {</a:t>
            </a:r>
          </a:p>
          <a:p>
            <a:endParaRPr lang="en-US" sz="1050" dirty="0">
              <a:solidFill>
                <a:prstClr val="black"/>
              </a:solidFill>
              <a:latin typeface="Lucida Console" panose="020B0609040504020204" pitchFamily="49" charset="0"/>
            </a:endParaRPr>
          </a:p>
          <a:p>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iStart</a:t>
            </a:r>
            <a:r>
              <a:rPr lang="en-US" sz="1050" dirty="0">
                <a:solidFill>
                  <a:prstClr val="black"/>
                </a:solidFill>
                <a:latin typeface="Lucida Console" panose="020B0609040504020204" pitchFamily="49" charset="0"/>
              </a:rPr>
              <a:t> = </a:t>
            </a:r>
            <a:r>
              <a:rPr lang="en-US" sz="1050" dirty="0" err="1">
                <a:solidFill>
                  <a:srgbClr val="00BFBF"/>
                </a:solidFill>
                <a:latin typeface="Lucida Console" panose="020B0609040504020204" pitchFamily="49" charset="0"/>
              </a:rPr>
              <a:t>blockIdx</a:t>
            </a:r>
            <a:r>
              <a:rPr lang="en-US" sz="1050" dirty="0" err="1">
                <a:solidFill>
                  <a:prstClr val="black"/>
                </a:solidFill>
                <a:latin typeface="Lucida Console" panose="020B0609040504020204" pitchFamily="49" charset="0"/>
              </a:rPr>
              <a:t>.z</a:t>
            </a:r>
            <a:r>
              <a:rPr lang="en-US" sz="1050" dirty="0">
                <a:solidFill>
                  <a:prstClr val="black"/>
                </a:solidFill>
                <a:latin typeface="Lucida Console" panose="020B0609040504020204" pitchFamily="49" charset="0"/>
              </a:rPr>
              <a:t>*OUT_TILE_DIM;</a:t>
            </a:r>
          </a:p>
          <a:p>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j = </a:t>
            </a:r>
            <a:r>
              <a:rPr lang="en-US" sz="1050" dirty="0" err="1">
                <a:solidFill>
                  <a:srgbClr val="00BFBF"/>
                </a:solidFill>
                <a:latin typeface="Lucida Console" panose="020B0609040504020204" pitchFamily="49" charset="0"/>
              </a:rPr>
              <a:t>blockIdx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*OUT_TILE_DIM +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k = </a:t>
            </a:r>
            <a:r>
              <a:rPr lang="en-US" sz="1050" dirty="0" err="1">
                <a:solidFill>
                  <a:srgbClr val="00BFBF"/>
                </a:solidFill>
                <a:latin typeface="Lucida Console" panose="020B0609040504020204" pitchFamily="49" charset="0"/>
              </a:rPr>
              <a:t>blockIdx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*OUT_TILE_DIM +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endParaRPr lang="en-US" sz="1050" dirty="0">
              <a:solidFill>
                <a:prstClr val="black"/>
              </a:solidFill>
              <a:latin typeface="Lucida Console" panose="020B0609040504020204" pitchFamily="49" charset="0"/>
            </a:endParaRPr>
          </a:p>
          <a:p>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__shared__</a:t>
            </a:r>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inPrev_s</a:t>
            </a:r>
            <a:r>
              <a:rPr lang="en-US" sz="1050" dirty="0">
                <a:solidFill>
                  <a:prstClr val="black"/>
                </a:solidFill>
                <a:latin typeface="Lucida Console" panose="020B0609040504020204" pitchFamily="49" charset="0"/>
              </a:rPr>
              <a:t>[IN_TILE_DIM][IN_TILE_DIM];</a:t>
            </a:r>
          </a:p>
          <a:p>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__shared__</a:t>
            </a:r>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[IN_TILE_DIM][IN_TILE_DIM];</a:t>
            </a:r>
          </a:p>
          <a:p>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__shared__</a:t>
            </a:r>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inNext_s</a:t>
            </a:r>
            <a:r>
              <a:rPr lang="en-US" sz="1050" dirty="0">
                <a:solidFill>
                  <a:prstClr val="black"/>
                </a:solidFill>
                <a:latin typeface="Lucida Console" panose="020B0609040504020204" pitchFamily="49" charset="0"/>
              </a:rPr>
              <a:t>[IN_TILE_DIM][IN_TILE_DIM];</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(iStart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iStart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&lt; N &amp;&amp; j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j &lt; N &amp;&amp; k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k &lt; N) {</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inPrev_s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in[(</a:t>
            </a:r>
            <a:r>
              <a:rPr lang="en-US" sz="1050" dirty="0" err="1">
                <a:solidFill>
                  <a:prstClr val="black"/>
                </a:solidFill>
                <a:latin typeface="Lucida Console" panose="020B0609040504020204" pitchFamily="49" charset="0"/>
              </a:rPr>
              <a:t>iStart</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)*N*N + j*N + k];</a:t>
            </a:r>
          </a:p>
          <a:p>
            <a:r>
              <a:rPr lang="en-US" sz="1050" dirty="0">
                <a:solidFill>
                  <a:prstClr val="black"/>
                </a:solidFill>
                <a:latin typeface="Lucida Console" panose="020B0609040504020204" pitchFamily="49" charset="0"/>
              </a:rPr>
              <a:t>    }</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(iStart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iStart &lt; N &amp;&amp; j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j &lt; N &amp;&amp; k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k &lt; N) {</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in[</a:t>
            </a:r>
            <a:r>
              <a:rPr lang="en-US" sz="1050" dirty="0" err="1">
                <a:solidFill>
                  <a:prstClr val="black"/>
                </a:solidFill>
                <a:latin typeface="Lucida Console" panose="020B0609040504020204" pitchFamily="49" charset="0"/>
              </a:rPr>
              <a:t>iStart</a:t>
            </a:r>
            <a:r>
              <a:rPr lang="en-US" sz="1050" dirty="0">
                <a:solidFill>
                  <a:prstClr val="black"/>
                </a:solidFill>
                <a:latin typeface="Lucida Console" panose="020B0609040504020204" pitchFamily="49" charset="0"/>
              </a:rPr>
              <a:t>*N*N + j*N + k];</a:t>
            </a:r>
          </a:p>
          <a:p>
            <a:r>
              <a:rPr lang="en-US" sz="1050" dirty="0">
                <a:solidFill>
                  <a:prstClr val="black"/>
                </a:solidFill>
                <a:latin typeface="Lucida Console" panose="020B0609040504020204" pitchFamily="49" charset="0"/>
              </a:rPr>
              <a:t>    }</a:t>
            </a:r>
          </a:p>
          <a:p>
            <a:endParaRPr lang="en-US" sz="1050" dirty="0">
              <a:solidFill>
                <a:prstClr val="black"/>
              </a:solidFill>
              <a:latin typeface="Lucida Console" panose="020B0609040504020204" pitchFamily="49" charset="0"/>
            </a:endParaRPr>
          </a:p>
          <a:p>
            <a:r>
              <a:rPr lang="nn-NO" sz="1050" dirty="0">
                <a:solidFill>
                  <a:prstClr val="black"/>
                </a:solidFill>
                <a:latin typeface="Lucida Console" panose="020B0609040504020204" pitchFamily="49" charset="0"/>
              </a:rPr>
              <a:t>    </a:t>
            </a:r>
            <a:r>
              <a:rPr lang="nn-NO" sz="1050" dirty="0">
                <a:solidFill>
                  <a:srgbClr val="BFBF00"/>
                </a:solidFill>
                <a:latin typeface="Lucida Console" panose="020B0609040504020204" pitchFamily="49" charset="0"/>
              </a:rPr>
              <a:t>for</a:t>
            </a:r>
            <a:r>
              <a:rPr lang="nn-NO" sz="1050" dirty="0">
                <a:solidFill>
                  <a:prstClr val="black"/>
                </a:solidFill>
                <a:latin typeface="Lucida Console" panose="020B0609040504020204" pitchFamily="49" charset="0"/>
              </a:rPr>
              <a:t>(</a:t>
            </a:r>
            <a:r>
              <a:rPr lang="nn-NO" sz="1050" dirty="0">
                <a:solidFill>
                  <a:srgbClr val="00BF00"/>
                </a:solidFill>
                <a:latin typeface="Lucida Console" panose="020B0609040504020204" pitchFamily="49" charset="0"/>
              </a:rPr>
              <a:t>int</a:t>
            </a:r>
            <a:r>
              <a:rPr lang="nn-NO" sz="1050" dirty="0">
                <a:solidFill>
                  <a:prstClr val="black"/>
                </a:solidFill>
                <a:latin typeface="Lucida Console" panose="020B0609040504020204" pitchFamily="49" charset="0"/>
              </a:rPr>
              <a:t> i = iStart; i &lt; iStart + OUT_TILE_DIM; ++i) {</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i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&lt; N &amp;&amp; j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j &lt; N &amp;&amp; k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k &lt; N) {</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inNext_s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in[(</a:t>
            </a:r>
            <a:r>
              <a:rPr lang="en-US" sz="1050" dirty="0" err="1">
                <a:solidFill>
                  <a:prstClr val="black"/>
                </a:solidFill>
                <a:latin typeface="Lucida Console" panose="020B0609040504020204" pitchFamily="49" charset="0"/>
              </a:rPr>
              <a:t>i</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)*N*N + j*N + k];</a:t>
            </a:r>
          </a:p>
          <a:p>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__</a:t>
            </a:r>
            <a:r>
              <a:rPr lang="en-US" sz="1050" dirty="0" err="1">
                <a:solidFill>
                  <a:prstClr val="black"/>
                </a:solidFill>
                <a:latin typeface="Lucida Console" panose="020B0609040504020204" pitchFamily="49" charset="0"/>
              </a:rPr>
              <a:t>syncthreads</a:t>
            </a:r>
            <a:r>
              <a:rPr lang="en-US" sz="1050" dirty="0">
                <a:solidFill>
                  <a:prstClr val="black"/>
                </a:solidFill>
                <a:latin typeface="Lucida Console" panose="020B0609040504020204" pitchFamily="49" charset="0"/>
              </a:rPr>
              <a:t>();</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 &gt;=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i &lt; N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j &gt;=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j &lt; N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k &gt;=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k &lt; N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a:t>
            </a:r>
            <a:r>
              <a:rPr lang="en-US" sz="1050" dirty="0">
                <a:solidFill>
                  <a:srgbClr val="BFBF00"/>
                </a:solidFill>
                <a:latin typeface="Lucida Console" panose="020B0609040504020204" pitchFamily="49" charset="0"/>
              </a:rPr>
              <a:t>if</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&gt;=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&amp;&amp;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&lt; IN_TILE_DIM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&amp;&amp;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&gt;=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&amp;&amp;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&lt; IN_TILE_DIM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out[</a:t>
            </a:r>
            <a:r>
              <a:rPr lang="en-US" sz="1050" dirty="0" err="1">
                <a:solidFill>
                  <a:prstClr val="black"/>
                </a:solidFill>
                <a:latin typeface="Lucida Console" panose="020B0609040504020204" pitchFamily="49" charset="0"/>
              </a:rPr>
              <a:t>i</a:t>
            </a:r>
            <a:r>
              <a:rPr lang="en-US" sz="1050" dirty="0">
                <a:solidFill>
                  <a:prstClr val="black"/>
                </a:solidFill>
                <a:latin typeface="Lucida Console" panose="020B0609040504020204" pitchFamily="49" charset="0"/>
              </a:rPr>
              <a:t>*N*N + j*N + k] = C0*</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C1*</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C2*</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C3*</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C4*</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C5*</a:t>
            </a:r>
            <a:r>
              <a:rPr lang="en-US" sz="1050" dirty="0" err="1">
                <a:solidFill>
                  <a:prstClr val="black"/>
                </a:solidFill>
                <a:latin typeface="Lucida Console" panose="020B0609040504020204" pitchFamily="49" charset="0"/>
              </a:rPr>
              <a:t>inPrev_s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 C6*</a:t>
            </a:r>
            <a:r>
              <a:rPr lang="en-US" sz="1050" dirty="0" err="1">
                <a:solidFill>
                  <a:prstClr val="black"/>
                </a:solidFill>
                <a:latin typeface="Lucida Console" panose="020B0609040504020204" pitchFamily="49" charset="0"/>
              </a:rPr>
              <a:t>inNext_s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__</a:t>
            </a:r>
            <a:r>
              <a:rPr lang="en-US" sz="1050" dirty="0" err="1">
                <a:solidFill>
                  <a:prstClr val="black"/>
                </a:solidFill>
                <a:latin typeface="Lucida Console" panose="020B0609040504020204" pitchFamily="49" charset="0"/>
              </a:rPr>
              <a:t>syncthreads</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inPrev_s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err="1">
                <a:solidFill>
                  <a:prstClr val="black"/>
                </a:solidFill>
                <a:latin typeface="Lucida Console" panose="020B0609040504020204" pitchFamily="49" charset="0"/>
              </a:rPr>
              <a:t>inNext_s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p>
          <a:p>
            <a:endParaRPr lang="en-US" sz="1050" dirty="0">
              <a:solidFill>
                <a:prstClr val="black"/>
              </a:solidFill>
              <a:latin typeface="Lucida Console" panose="020B0609040504020204" pitchFamily="49" charset="0"/>
            </a:endParaRPr>
          </a:p>
          <a:p>
            <a:r>
              <a:rPr lang="en-US" sz="1050" dirty="0">
                <a:solidFill>
                  <a:prstClr val="black"/>
                </a:solidFill>
                <a:latin typeface="Lucida Console" panose="020B0609040504020204" pitchFamily="49" charset="0"/>
              </a:rPr>
              <a:t>}</a:t>
            </a:r>
            <a:endParaRPr lang="en-US" sz="1050" dirty="0"/>
          </a:p>
        </p:txBody>
      </p:sp>
    </p:spTree>
    <p:extLst>
      <p:ext uri="{BB962C8B-B14F-4D97-AF65-F5344CB8AC3E}">
        <p14:creationId xmlns:p14="http://schemas.microsoft.com/office/powerpoint/2010/main" val="4190279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idx="10"/>
          </p:nvPr>
        </p:nvSpPr>
        <p:spPr/>
        <p:txBody>
          <a:bodyPr/>
          <a:lstStyle/>
          <a:p>
            <a:r>
              <a:rPr lang="en-US" dirty="0"/>
              <a:t>Unshared Slices</a:t>
            </a:r>
          </a:p>
        </p:txBody>
      </p:sp>
      <p:grpSp>
        <p:nvGrpSpPr>
          <p:cNvPr id="2" name="Group 1"/>
          <p:cNvGrpSpPr/>
          <p:nvPr/>
        </p:nvGrpSpPr>
        <p:grpSpPr>
          <a:xfrm>
            <a:off x="4797050" y="1383329"/>
            <a:ext cx="3533056" cy="3562249"/>
            <a:chOff x="4797050" y="1690689"/>
            <a:chExt cx="3533056" cy="3562249"/>
          </a:xfrm>
        </p:grpSpPr>
        <p:sp>
          <p:nvSpPr>
            <p:cNvPr id="3209" name="Cube 3208"/>
            <p:cNvSpPr/>
            <p:nvPr/>
          </p:nvSpPr>
          <p:spPr>
            <a:xfrm>
              <a:off x="573691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0" name="Cube 3209"/>
            <p:cNvSpPr/>
            <p:nvPr/>
          </p:nvSpPr>
          <p:spPr>
            <a:xfrm>
              <a:off x="605509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1" name="Cube 3210"/>
            <p:cNvSpPr/>
            <p:nvPr/>
          </p:nvSpPr>
          <p:spPr>
            <a:xfrm>
              <a:off x="6373272"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2" name="Cube 3211"/>
            <p:cNvSpPr/>
            <p:nvPr/>
          </p:nvSpPr>
          <p:spPr>
            <a:xfrm>
              <a:off x="6691450"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3" name="Cube 3212"/>
            <p:cNvSpPr/>
            <p:nvPr/>
          </p:nvSpPr>
          <p:spPr>
            <a:xfrm>
              <a:off x="7009628"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4" name="Cube 3213"/>
            <p:cNvSpPr/>
            <p:nvPr/>
          </p:nvSpPr>
          <p:spPr>
            <a:xfrm>
              <a:off x="7327807"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5" name="Cube 3214"/>
            <p:cNvSpPr/>
            <p:nvPr/>
          </p:nvSpPr>
          <p:spPr>
            <a:xfrm>
              <a:off x="764598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6" name="Cube 3215"/>
            <p:cNvSpPr/>
            <p:nvPr/>
          </p:nvSpPr>
          <p:spPr>
            <a:xfrm>
              <a:off x="796416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7" name="Cube 3216"/>
            <p:cNvSpPr/>
            <p:nvPr/>
          </p:nvSpPr>
          <p:spPr>
            <a:xfrm>
              <a:off x="573691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8" name="Cube 3217"/>
            <p:cNvSpPr/>
            <p:nvPr/>
          </p:nvSpPr>
          <p:spPr>
            <a:xfrm>
              <a:off x="605509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9" name="Cube 3218"/>
            <p:cNvSpPr/>
            <p:nvPr/>
          </p:nvSpPr>
          <p:spPr>
            <a:xfrm>
              <a:off x="6373272"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0" name="Cube 3219"/>
            <p:cNvSpPr/>
            <p:nvPr/>
          </p:nvSpPr>
          <p:spPr>
            <a:xfrm>
              <a:off x="6691450"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1" name="Cube 3220"/>
            <p:cNvSpPr/>
            <p:nvPr/>
          </p:nvSpPr>
          <p:spPr>
            <a:xfrm>
              <a:off x="7009628"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2" name="Cube 3221"/>
            <p:cNvSpPr/>
            <p:nvPr/>
          </p:nvSpPr>
          <p:spPr>
            <a:xfrm>
              <a:off x="7327807"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3" name="Cube 3222"/>
            <p:cNvSpPr/>
            <p:nvPr/>
          </p:nvSpPr>
          <p:spPr>
            <a:xfrm>
              <a:off x="764598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4" name="Cube 3223"/>
            <p:cNvSpPr/>
            <p:nvPr/>
          </p:nvSpPr>
          <p:spPr>
            <a:xfrm>
              <a:off x="796416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5" name="Cube 3224"/>
            <p:cNvSpPr/>
            <p:nvPr/>
          </p:nvSpPr>
          <p:spPr>
            <a:xfrm>
              <a:off x="5736915" y="337895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6" name="Cube 3225"/>
            <p:cNvSpPr/>
            <p:nvPr/>
          </p:nvSpPr>
          <p:spPr>
            <a:xfrm>
              <a:off x="605509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7" name="Cube 3226"/>
            <p:cNvSpPr/>
            <p:nvPr/>
          </p:nvSpPr>
          <p:spPr>
            <a:xfrm>
              <a:off x="6373272"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8" name="Cube 3227"/>
            <p:cNvSpPr/>
            <p:nvPr/>
          </p:nvSpPr>
          <p:spPr>
            <a:xfrm>
              <a:off x="6691450"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9" name="Cube 3228"/>
            <p:cNvSpPr/>
            <p:nvPr/>
          </p:nvSpPr>
          <p:spPr>
            <a:xfrm>
              <a:off x="7009628"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0" name="Cube 3229"/>
            <p:cNvSpPr/>
            <p:nvPr/>
          </p:nvSpPr>
          <p:spPr>
            <a:xfrm>
              <a:off x="7327807"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1" name="Cube 3230"/>
            <p:cNvSpPr/>
            <p:nvPr/>
          </p:nvSpPr>
          <p:spPr>
            <a:xfrm>
              <a:off x="7645985"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2" name="Cube 3231"/>
            <p:cNvSpPr/>
            <p:nvPr/>
          </p:nvSpPr>
          <p:spPr>
            <a:xfrm>
              <a:off x="796416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3" name="Cube 3232"/>
            <p:cNvSpPr/>
            <p:nvPr/>
          </p:nvSpPr>
          <p:spPr>
            <a:xfrm>
              <a:off x="5736915" y="304130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4" name="Cube 3233"/>
            <p:cNvSpPr/>
            <p:nvPr/>
          </p:nvSpPr>
          <p:spPr>
            <a:xfrm>
              <a:off x="605509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5" name="Cube 3234"/>
            <p:cNvSpPr/>
            <p:nvPr/>
          </p:nvSpPr>
          <p:spPr>
            <a:xfrm>
              <a:off x="6373272"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6" name="Cube 3235"/>
            <p:cNvSpPr/>
            <p:nvPr/>
          </p:nvSpPr>
          <p:spPr>
            <a:xfrm>
              <a:off x="6691450"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7" name="Cube 3236"/>
            <p:cNvSpPr/>
            <p:nvPr/>
          </p:nvSpPr>
          <p:spPr>
            <a:xfrm>
              <a:off x="7009628"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8" name="Cube 3237"/>
            <p:cNvSpPr/>
            <p:nvPr/>
          </p:nvSpPr>
          <p:spPr>
            <a:xfrm>
              <a:off x="7327807"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9" name="Cube 3238"/>
            <p:cNvSpPr/>
            <p:nvPr/>
          </p:nvSpPr>
          <p:spPr>
            <a:xfrm>
              <a:off x="7645985"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0" name="Cube 3239"/>
            <p:cNvSpPr/>
            <p:nvPr/>
          </p:nvSpPr>
          <p:spPr>
            <a:xfrm>
              <a:off x="796416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1" name="Cube 3240"/>
            <p:cNvSpPr/>
            <p:nvPr/>
          </p:nvSpPr>
          <p:spPr>
            <a:xfrm>
              <a:off x="5736915" y="270364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2" name="Cube 3241"/>
            <p:cNvSpPr/>
            <p:nvPr/>
          </p:nvSpPr>
          <p:spPr>
            <a:xfrm>
              <a:off x="605509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3" name="Cube 3242"/>
            <p:cNvSpPr/>
            <p:nvPr/>
          </p:nvSpPr>
          <p:spPr>
            <a:xfrm>
              <a:off x="6373272"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4" name="Cube 3243"/>
            <p:cNvSpPr/>
            <p:nvPr/>
          </p:nvSpPr>
          <p:spPr>
            <a:xfrm>
              <a:off x="6691450"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5" name="Cube 3244"/>
            <p:cNvSpPr/>
            <p:nvPr/>
          </p:nvSpPr>
          <p:spPr>
            <a:xfrm>
              <a:off x="7009628"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6" name="Cube 3245"/>
            <p:cNvSpPr/>
            <p:nvPr/>
          </p:nvSpPr>
          <p:spPr>
            <a:xfrm>
              <a:off x="7327807"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7" name="Cube 3246"/>
            <p:cNvSpPr/>
            <p:nvPr/>
          </p:nvSpPr>
          <p:spPr>
            <a:xfrm>
              <a:off x="7645985"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8" name="Cube 3247"/>
            <p:cNvSpPr/>
            <p:nvPr/>
          </p:nvSpPr>
          <p:spPr>
            <a:xfrm>
              <a:off x="796416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9" name="Cube 3248"/>
            <p:cNvSpPr/>
            <p:nvPr/>
          </p:nvSpPr>
          <p:spPr>
            <a:xfrm>
              <a:off x="5736915" y="236599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0" name="Cube 3249"/>
            <p:cNvSpPr/>
            <p:nvPr/>
          </p:nvSpPr>
          <p:spPr>
            <a:xfrm>
              <a:off x="605509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1" name="Cube 3250"/>
            <p:cNvSpPr/>
            <p:nvPr/>
          </p:nvSpPr>
          <p:spPr>
            <a:xfrm>
              <a:off x="6373272"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2" name="Cube 3251"/>
            <p:cNvSpPr/>
            <p:nvPr/>
          </p:nvSpPr>
          <p:spPr>
            <a:xfrm>
              <a:off x="6691450"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3" name="Cube 3252"/>
            <p:cNvSpPr/>
            <p:nvPr/>
          </p:nvSpPr>
          <p:spPr>
            <a:xfrm>
              <a:off x="7009628"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4" name="Cube 3253"/>
            <p:cNvSpPr/>
            <p:nvPr/>
          </p:nvSpPr>
          <p:spPr>
            <a:xfrm>
              <a:off x="7327807"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5" name="Cube 3254"/>
            <p:cNvSpPr/>
            <p:nvPr/>
          </p:nvSpPr>
          <p:spPr>
            <a:xfrm>
              <a:off x="7645985"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6" name="Cube 3255"/>
            <p:cNvSpPr/>
            <p:nvPr/>
          </p:nvSpPr>
          <p:spPr>
            <a:xfrm>
              <a:off x="796416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7" name="Cube 3256"/>
            <p:cNvSpPr/>
            <p:nvPr/>
          </p:nvSpPr>
          <p:spPr>
            <a:xfrm>
              <a:off x="573691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8" name="Cube 3257"/>
            <p:cNvSpPr/>
            <p:nvPr/>
          </p:nvSpPr>
          <p:spPr>
            <a:xfrm>
              <a:off x="605509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9" name="Cube 3258"/>
            <p:cNvSpPr/>
            <p:nvPr/>
          </p:nvSpPr>
          <p:spPr>
            <a:xfrm>
              <a:off x="6373272"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0" name="Cube 3259"/>
            <p:cNvSpPr/>
            <p:nvPr/>
          </p:nvSpPr>
          <p:spPr>
            <a:xfrm>
              <a:off x="6691450"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1" name="Cube 3260"/>
            <p:cNvSpPr/>
            <p:nvPr/>
          </p:nvSpPr>
          <p:spPr>
            <a:xfrm>
              <a:off x="7009628"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2" name="Cube 3261"/>
            <p:cNvSpPr/>
            <p:nvPr/>
          </p:nvSpPr>
          <p:spPr>
            <a:xfrm>
              <a:off x="7327807"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3" name="Cube 3262"/>
            <p:cNvSpPr/>
            <p:nvPr/>
          </p:nvSpPr>
          <p:spPr>
            <a:xfrm>
              <a:off x="764598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4" name="Cube 3263"/>
            <p:cNvSpPr/>
            <p:nvPr/>
          </p:nvSpPr>
          <p:spPr>
            <a:xfrm>
              <a:off x="796416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5" name="Cube 3264"/>
            <p:cNvSpPr/>
            <p:nvPr/>
          </p:nvSpPr>
          <p:spPr>
            <a:xfrm>
              <a:off x="573691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6" name="Cube 3265"/>
            <p:cNvSpPr/>
            <p:nvPr/>
          </p:nvSpPr>
          <p:spPr>
            <a:xfrm>
              <a:off x="605509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7" name="Cube 3266"/>
            <p:cNvSpPr/>
            <p:nvPr/>
          </p:nvSpPr>
          <p:spPr>
            <a:xfrm>
              <a:off x="6373272"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8" name="Cube 3267"/>
            <p:cNvSpPr/>
            <p:nvPr/>
          </p:nvSpPr>
          <p:spPr>
            <a:xfrm>
              <a:off x="6691450"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9" name="Cube 3268"/>
            <p:cNvSpPr/>
            <p:nvPr/>
          </p:nvSpPr>
          <p:spPr>
            <a:xfrm>
              <a:off x="7009628"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0" name="Cube 3269"/>
            <p:cNvSpPr/>
            <p:nvPr/>
          </p:nvSpPr>
          <p:spPr>
            <a:xfrm>
              <a:off x="7327807"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1" name="Cube 3270"/>
            <p:cNvSpPr/>
            <p:nvPr/>
          </p:nvSpPr>
          <p:spPr>
            <a:xfrm>
              <a:off x="764598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2" name="Cube 3271"/>
            <p:cNvSpPr/>
            <p:nvPr/>
          </p:nvSpPr>
          <p:spPr>
            <a:xfrm>
              <a:off x="796416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3" name="Cube 3272"/>
            <p:cNvSpPr/>
            <p:nvPr/>
          </p:nvSpPr>
          <p:spPr>
            <a:xfrm>
              <a:off x="560264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4" name="Cube 3273"/>
            <p:cNvSpPr/>
            <p:nvPr/>
          </p:nvSpPr>
          <p:spPr>
            <a:xfrm>
              <a:off x="592082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5" name="Cube 3274"/>
            <p:cNvSpPr/>
            <p:nvPr/>
          </p:nvSpPr>
          <p:spPr>
            <a:xfrm>
              <a:off x="6239003"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6" name="Cube 3275"/>
            <p:cNvSpPr/>
            <p:nvPr/>
          </p:nvSpPr>
          <p:spPr>
            <a:xfrm>
              <a:off x="6557181"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7" name="Cube 3276"/>
            <p:cNvSpPr/>
            <p:nvPr/>
          </p:nvSpPr>
          <p:spPr>
            <a:xfrm>
              <a:off x="6875359"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8" name="Cube 3277"/>
            <p:cNvSpPr/>
            <p:nvPr/>
          </p:nvSpPr>
          <p:spPr>
            <a:xfrm>
              <a:off x="7193538"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9" name="Cube 3278"/>
            <p:cNvSpPr/>
            <p:nvPr/>
          </p:nvSpPr>
          <p:spPr>
            <a:xfrm>
              <a:off x="751171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0" name="Cube 3279"/>
            <p:cNvSpPr/>
            <p:nvPr/>
          </p:nvSpPr>
          <p:spPr>
            <a:xfrm>
              <a:off x="782989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1" name="Cube 3280"/>
            <p:cNvSpPr/>
            <p:nvPr/>
          </p:nvSpPr>
          <p:spPr>
            <a:xfrm>
              <a:off x="560264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2" name="Cube 3281"/>
            <p:cNvSpPr/>
            <p:nvPr/>
          </p:nvSpPr>
          <p:spPr>
            <a:xfrm>
              <a:off x="592082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3" name="Cube 3282"/>
            <p:cNvSpPr/>
            <p:nvPr/>
          </p:nvSpPr>
          <p:spPr>
            <a:xfrm>
              <a:off x="6239003"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4" name="Cube 3283"/>
            <p:cNvSpPr/>
            <p:nvPr/>
          </p:nvSpPr>
          <p:spPr>
            <a:xfrm>
              <a:off x="6557181"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5" name="Cube 3284"/>
            <p:cNvSpPr/>
            <p:nvPr/>
          </p:nvSpPr>
          <p:spPr>
            <a:xfrm>
              <a:off x="6875359"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6" name="Cube 3285"/>
            <p:cNvSpPr/>
            <p:nvPr/>
          </p:nvSpPr>
          <p:spPr>
            <a:xfrm>
              <a:off x="7193538"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7" name="Cube 3286"/>
            <p:cNvSpPr/>
            <p:nvPr/>
          </p:nvSpPr>
          <p:spPr>
            <a:xfrm>
              <a:off x="751171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8" name="Cube 3287"/>
            <p:cNvSpPr/>
            <p:nvPr/>
          </p:nvSpPr>
          <p:spPr>
            <a:xfrm>
              <a:off x="782989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9" name="Cube 3288"/>
            <p:cNvSpPr/>
            <p:nvPr/>
          </p:nvSpPr>
          <p:spPr>
            <a:xfrm>
              <a:off x="5602646" y="349791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0" name="Cube 3289"/>
            <p:cNvSpPr/>
            <p:nvPr/>
          </p:nvSpPr>
          <p:spPr>
            <a:xfrm>
              <a:off x="5920824" y="349791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1" name="Cube 3290"/>
            <p:cNvSpPr/>
            <p:nvPr/>
          </p:nvSpPr>
          <p:spPr>
            <a:xfrm>
              <a:off x="6239003"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2" name="Cube 3291"/>
            <p:cNvSpPr/>
            <p:nvPr/>
          </p:nvSpPr>
          <p:spPr>
            <a:xfrm>
              <a:off x="6557181"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3" name="Cube 3292"/>
            <p:cNvSpPr/>
            <p:nvPr/>
          </p:nvSpPr>
          <p:spPr>
            <a:xfrm>
              <a:off x="6875359"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4" name="Cube 3293"/>
            <p:cNvSpPr/>
            <p:nvPr/>
          </p:nvSpPr>
          <p:spPr>
            <a:xfrm>
              <a:off x="7193538"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5" name="Cube 3294"/>
            <p:cNvSpPr/>
            <p:nvPr/>
          </p:nvSpPr>
          <p:spPr>
            <a:xfrm>
              <a:off x="7511716"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6" name="Cube 3295"/>
            <p:cNvSpPr/>
            <p:nvPr/>
          </p:nvSpPr>
          <p:spPr>
            <a:xfrm>
              <a:off x="7829894"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7" name="Cube 3296"/>
            <p:cNvSpPr/>
            <p:nvPr/>
          </p:nvSpPr>
          <p:spPr>
            <a:xfrm>
              <a:off x="5602646" y="316026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8" name="Cube 3297"/>
            <p:cNvSpPr/>
            <p:nvPr/>
          </p:nvSpPr>
          <p:spPr>
            <a:xfrm>
              <a:off x="5920824" y="316026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9" name="Cube 3298"/>
            <p:cNvSpPr/>
            <p:nvPr/>
          </p:nvSpPr>
          <p:spPr>
            <a:xfrm>
              <a:off x="6239003"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0" name="Cube 3299"/>
            <p:cNvSpPr/>
            <p:nvPr/>
          </p:nvSpPr>
          <p:spPr>
            <a:xfrm>
              <a:off x="6557181"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1" name="Cube 3300"/>
            <p:cNvSpPr/>
            <p:nvPr/>
          </p:nvSpPr>
          <p:spPr>
            <a:xfrm>
              <a:off x="6875359"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2" name="Cube 3301"/>
            <p:cNvSpPr/>
            <p:nvPr/>
          </p:nvSpPr>
          <p:spPr>
            <a:xfrm>
              <a:off x="7193538"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3" name="Cube 3302"/>
            <p:cNvSpPr/>
            <p:nvPr/>
          </p:nvSpPr>
          <p:spPr>
            <a:xfrm>
              <a:off x="7511716"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4" name="Cube 3303"/>
            <p:cNvSpPr/>
            <p:nvPr/>
          </p:nvSpPr>
          <p:spPr>
            <a:xfrm>
              <a:off x="7829894"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5" name="Cube 3304"/>
            <p:cNvSpPr/>
            <p:nvPr/>
          </p:nvSpPr>
          <p:spPr>
            <a:xfrm>
              <a:off x="5602646" y="282261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6" name="Cube 3305"/>
            <p:cNvSpPr/>
            <p:nvPr/>
          </p:nvSpPr>
          <p:spPr>
            <a:xfrm>
              <a:off x="5920824" y="282261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7" name="Cube 3306"/>
            <p:cNvSpPr/>
            <p:nvPr/>
          </p:nvSpPr>
          <p:spPr>
            <a:xfrm>
              <a:off x="6239003"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8" name="Cube 3307"/>
            <p:cNvSpPr/>
            <p:nvPr/>
          </p:nvSpPr>
          <p:spPr>
            <a:xfrm>
              <a:off x="6557181"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9" name="Cube 3308"/>
            <p:cNvSpPr/>
            <p:nvPr/>
          </p:nvSpPr>
          <p:spPr>
            <a:xfrm>
              <a:off x="6875359"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0" name="Cube 3309"/>
            <p:cNvSpPr/>
            <p:nvPr/>
          </p:nvSpPr>
          <p:spPr>
            <a:xfrm>
              <a:off x="7193538"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1" name="Cube 3310"/>
            <p:cNvSpPr/>
            <p:nvPr/>
          </p:nvSpPr>
          <p:spPr>
            <a:xfrm>
              <a:off x="7511716"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2" name="Cube 3311"/>
            <p:cNvSpPr/>
            <p:nvPr/>
          </p:nvSpPr>
          <p:spPr>
            <a:xfrm>
              <a:off x="7829894"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3" name="Cube 3312"/>
            <p:cNvSpPr/>
            <p:nvPr/>
          </p:nvSpPr>
          <p:spPr>
            <a:xfrm>
              <a:off x="5602646" y="248495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4" name="Cube 3313"/>
            <p:cNvSpPr/>
            <p:nvPr/>
          </p:nvSpPr>
          <p:spPr>
            <a:xfrm>
              <a:off x="5920824" y="248495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5" name="Cube 3314"/>
            <p:cNvSpPr/>
            <p:nvPr/>
          </p:nvSpPr>
          <p:spPr>
            <a:xfrm>
              <a:off x="6239003"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6" name="Cube 3315"/>
            <p:cNvSpPr/>
            <p:nvPr/>
          </p:nvSpPr>
          <p:spPr>
            <a:xfrm>
              <a:off x="6557181"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7" name="Cube 3316"/>
            <p:cNvSpPr/>
            <p:nvPr/>
          </p:nvSpPr>
          <p:spPr>
            <a:xfrm>
              <a:off x="6875359"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8" name="Cube 3317"/>
            <p:cNvSpPr/>
            <p:nvPr/>
          </p:nvSpPr>
          <p:spPr>
            <a:xfrm>
              <a:off x="7193538"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9" name="Cube 3318"/>
            <p:cNvSpPr/>
            <p:nvPr/>
          </p:nvSpPr>
          <p:spPr>
            <a:xfrm>
              <a:off x="7511716"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0" name="Cube 3319"/>
            <p:cNvSpPr/>
            <p:nvPr/>
          </p:nvSpPr>
          <p:spPr>
            <a:xfrm>
              <a:off x="7829894"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1" name="Cube 3320"/>
            <p:cNvSpPr/>
            <p:nvPr/>
          </p:nvSpPr>
          <p:spPr>
            <a:xfrm>
              <a:off x="560264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2" name="Cube 3321"/>
            <p:cNvSpPr/>
            <p:nvPr/>
          </p:nvSpPr>
          <p:spPr>
            <a:xfrm>
              <a:off x="592082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3" name="Cube 3322"/>
            <p:cNvSpPr/>
            <p:nvPr/>
          </p:nvSpPr>
          <p:spPr>
            <a:xfrm>
              <a:off x="6239003"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4" name="Cube 3323"/>
            <p:cNvSpPr/>
            <p:nvPr/>
          </p:nvSpPr>
          <p:spPr>
            <a:xfrm>
              <a:off x="6557181"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5" name="Cube 3324"/>
            <p:cNvSpPr/>
            <p:nvPr/>
          </p:nvSpPr>
          <p:spPr>
            <a:xfrm>
              <a:off x="6875359"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6" name="Cube 3325"/>
            <p:cNvSpPr/>
            <p:nvPr/>
          </p:nvSpPr>
          <p:spPr>
            <a:xfrm>
              <a:off x="7193538"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7" name="Cube 3326"/>
            <p:cNvSpPr/>
            <p:nvPr/>
          </p:nvSpPr>
          <p:spPr>
            <a:xfrm>
              <a:off x="751171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8" name="Cube 3327"/>
            <p:cNvSpPr/>
            <p:nvPr/>
          </p:nvSpPr>
          <p:spPr>
            <a:xfrm>
              <a:off x="782989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9" name="Cube 3328"/>
            <p:cNvSpPr/>
            <p:nvPr/>
          </p:nvSpPr>
          <p:spPr>
            <a:xfrm>
              <a:off x="560264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0" name="Cube 3329"/>
            <p:cNvSpPr/>
            <p:nvPr/>
          </p:nvSpPr>
          <p:spPr>
            <a:xfrm>
              <a:off x="592082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1" name="Cube 3330"/>
            <p:cNvSpPr/>
            <p:nvPr/>
          </p:nvSpPr>
          <p:spPr>
            <a:xfrm>
              <a:off x="6239003"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2" name="Cube 3331"/>
            <p:cNvSpPr/>
            <p:nvPr/>
          </p:nvSpPr>
          <p:spPr>
            <a:xfrm>
              <a:off x="6557181"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3" name="Cube 3332"/>
            <p:cNvSpPr/>
            <p:nvPr/>
          </p:nvSpPr>
          <p:spPr>
            <a:xfrm>
              <a:off x="6875359"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4" name="Cube 3333"/>
            <p:cNvSpPr/>
            <p:nvPr/>
          </p:nvSpPr>
          <p:spPr>
            <a:xfrm>
              <a:off x="7193538"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5" name="Cube 3334"/>
            <p:cNvSpPr/>
            <p:nvPr/>
          </p:nvSpPr>
          <p:spPr>
            <a:xfrm>
              <a:off x="751171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6" name="Cube 3335"/>
            <p:cNvSpPr/>
            <p:nvPr/>
          </p:nvSpPr>
          <p:spPr>
            <a:xfrm>
              <a:off x="782989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7" name="Cube 3336"/>
            <p:cNvSpPr/>
            <p:nvPr/>
          </p:nvSpPr>
          <p:spPr>
            <a:xfrm>
              <a:off x="546838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8" name="Cube 3337"/>
            <p:cNvSpPr/>
            <p:nvPr/>
          </p:nvSpPr>
          <p:spPr>
            <a:xfrm>
              <a:off x="578655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9" name="Cube 3338"/>
            <p:cNvSpPr/>
            <p:nvPr/>
          </p:nvSpPr>
          <p:spPr>
            <a:xfrm>
              <a:off x="6104737"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0" name="Cube 3339"/>
            <p:cNvSpPr/>
            <p:nvPr/>
          </p:nvSpPr>
          <p:spPr>
            <a:xfrm>
              <a:off x="6422915"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1" name="Cube 3340"/>
            <p:cNvSpPr/>
            <p:nvPr/>
          </p:nvSpPr>
          <p:spPr>
            <a:xfrm>
              <a:off x="6741093"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2" name="Cube 3341"/>
            <p:cNvSpPr/>
            <p:nvPr/>
          </p:nvSpPr>
          <p:spPr>
            <a:xfrm>
              <a:off x="7059272"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3" name="Cube 3342"/>
            <p:cNvSpPr/>
            <p:nvPr/>
          </p:nvSpPr>
          <p:spPr>
            <a:xfrm>
              <a:off x="737745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4" name="Cube 3343"/>
            <p:cNvSpPr/>
            <p:nvPr/>
          </p:nvSpPr>
          <p:spPr>
            <a:xfrm>
              <a:off x="769562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5" name="Cube 3344"/>
            <p:cNvSpPr/>
            <p:nvPr/>
          </p:nvSpPr>
          <p:spPr>
            <a:xfrm>
              <a:off x="546838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6" name="Cube 3345"/>
            <p:cNvSpPr/>
            <p:nvPr/>
          </p:nvSpPr>
          <p:spPr>
            <a:xfrm>
              <a:off x="578655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7" name="Cube 3346"/>
            <p:cNvSpPr/>
            <p:nvPr/>
          </p:nvSpPr>
          <p:spPr>
            <a:xfrm>
              <a:off x="6104737"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8" name="Cube 3347"/>
            <p:cNvSpPr/>
            <p:nvPr/>
          </p:nvSpPr>
          <p:spPr>
            <a:xfrm>
              <a:off x="6422915"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9" name="Cube 3348"/>
            <p:cNvSpPr/>
            <p:nvPr/>
          </p:nvSpPr>
          <p:spPr>
            <a:xfrm>
              <a:off x="6741093"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0" name="Cube 3349"/>
            <p:cNvSpPr/>
            <p:nvPr/>
          </p:nvSpPr>
          <p:spPr>
            <a:xfrm>
              <a:off x="7059272"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1" name="Cube 3350"/>
            <p:cNvSpPr/>
            <p:nvPr/>
          </p:nvSpPr>
          <p:spPr>
            <a:xfrm>
              <a:off x="737745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2" name="Cube 3351"/>
            <p:cNvSpPr/>
            <p:nvPr/>
          </p:nvSpPr>
          <p:spPr>
            <a:xfrm>
              <a:off x="769562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3" name="Cube 3352"/>
            <p:cNvSpPr/>
            <p:nvPr/>
          </p:nvSpPr>
          <p:spPr>
            <a:xfrm>
              <a:off x="5468380" y="361687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4" name="Cube 3353"/>
            <p:cNvSpPr/>
            <p:nvPr/>
          </p:nvSpPr>
          <p:spPr>
            <a:xfrm>
              <a:off x="5786558" y="361687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5" name="Cube 3354"/>
            <p:cNvSpPr/>
            <p:nvPr/>
          </p:nvSpPr>
          <p:spPr>
            <a:xfrm>
              <a:off x="6104737"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6" name="Cube 3355"/>
            <p:cNvSpPr/>
            <p:nvPr/>
          </p:nvSpPr>
          <p:spPr>
            <a:xfrm>
              <a:off x="6422915"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7" name="Cube 3356"/>
            <p:cNvSpPr/>
            <p:nvPr/>
          </p:nvSpPr>
          <p:spPr>
            <a:xfrm>
              <a:off x="6741093"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8" name="Cube 3357"/>
            <p:cNvSpPr/>
            <p:nvPr/>
          </p:nvSpPr>
          <p:spPr>
            <a:xfrm>
              <a:off x="7059272"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9" name="Cube 3358"/>
            <p:cNvSpPr/>
            <p:nvPr/>
          </p:nvSpPr>
          <p:spPr>
            <a:xfrm>
              <a:off x="7377450"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0" name="Cube 3359"/>
            <p:cNvSpPr/>
            <p:nvPr/>
          </p:nvSpPr>
          <p:spPr>
            <a:xfrm>
              <a:off x="7695628"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1" name="Cube 3360"/>
            <p:cNvSpPr/>
            <p:nvPr/>
          </p:nvSpPr>
          <p:spPr>
            <a:xfrm>
              <a:off x="5468380" y="327922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2" name="Cube 3361"/>
            <p:cNvSpPr/>
            <p:nvPr/>
          </p:nvSpPr>
          <p:spPr>
            <a:xfrm>
              <a:off x="5786558" y="327922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3" name="Cube 3362"/>
            <p:cNvSpPr/>
            <p:nvPr/>
          </p:nvSpPr>
          <p:spPr>
            <a:xfrm>
              <a:off x="6104737"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4" name="Cube 3363"/>
            <p:cNvSpPr/>
            <p:nvPr/>
          </p:nvSpPr>
          <p:spPr>
            <a:xfrm>
              <a:off x="6422915"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5" name="Cube 3364"/>
            <p:cNvSpPr/>
            <p:nvPr/>
          </p:nvSpPr>
          <p:spPr>
            <a:xfrm>
              <a:off x="6741093"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6" name="Cube 3365"/>
            <p:cNvSpPr/>
            <p:nvPr/>
          </p:nvSpPr>
          <p:spPr>
            <a:xfrm>
              <a:off x="7059272"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7" name="Cube 3366"/>
            <p:cNvSpPr/>
            <p:nvPr/>
          </p:nvSpPr>
          <p:spPr>
            <a:xfrm>
              <a:off x="7377450"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8" name="Cube 3367"/>
            <p:cNvSpPr/>
            <p:nvPr/>
          </p:nvSpPr>
          <p:spPr>
            <a:xfrm>
              <a:off x="7695628"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9" name="Cube 3368"/>
            <p:cNvSpPr/>
            <p:nvPr/>
          </p:nvSpPr>
          <p:spPr>
            <a:xfrm>
              <a:off x="5468380" y="294157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0" name="Cube 3369"/>
            <p:cNvSpPr/>
            <p:nvPr/>
          </p:nvSpPr>
          <p:spPr>
            <a:xfrm>
              <a:off x="5786558" y="294157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1" name="Cube 3370"/>
            <p:cNvSpPr/>
            <p:nvPr/>
          </p:nvSpPr>
          <p:spPr>
            <a:xfrm>
              <a:off x="6104737"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2" name="Cube 3371"/>
            <p:cNvSpPr/>
            <p:nvPr/>
          </p:nvSpPr>
          <p:spPr>
            <a:xfrm>
              <a:off x="6422915"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3" name="Cube 3372"/>
            <p:cNvSpPr/>
            <p:nvPr/>
          </p:nvSpPr>
          <p:spPr>
            <a:xfrm>
              <a:off x="6741093"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4" name="Cube 3373"/>
            <p:cNvSpPr/>
            <p:nvPr/>
          </p:nvSpPr>
          <p:spPr>
            <a:xfrm>
              <a:off x="7059272"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5" name="Cube 3374"/>
            <p:cNvSpPr/>
            <p:nvPr/>
          </p:nvSpPr>
          <p:spPr>
            <a:xfrm>
              <a:off x="7377450"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6" name="Cube 3375"/>
            <p:cNvSpPr/>
            <p:nvPr/>
          </p:nvSpPr>
          <p:spPr>
            <a:xfrm>
              <a:off x="7695628"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7" name="Cube 3376"/>
            <p:cNvSpPr/>
            <p:nvPr/>
          </p:nvSpPr>
          <p:spPr>
            <a:xfrm>
              <a:off x="5468380" y="260391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8" name="Cube 3377"/>
            <p:cNvSpPr/>
            <p:nvPr/>
          </p:nvSpPr>
          <p:spPr>
            <a:xfrm>
              <a:off x="5786558" y="260391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9" name="Cube 3378"/>
            <p:cNvSpPr/>
            <p:nvPr/>
          </p:nvSpPr>
          <p:spPr>
            <a:xfrm>
              <a:off x="6104737"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0" name="Cube 3379"/>
            <p:cNvSpPr/>
            <p:nvPr/>
          </p:nvSpPr>
          <p:spPr>
            <a:xfrm>
              <a:off x="6422915"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1" name="Cube 3380"/>
            <p:cNvSpPr/>
            <p:nvPr/>
          </p:nvSpPr>
          <p:spPr>
            <a:xfrm>
              <a:off x="6741093"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2" name="Cube 3381"/>
            <p:cNvSpPr/>
            <p:nvPr/>
          </p:nvSpPr>
          <p:spPr>
            <a:xfrm>
              <a:off x="7059272"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3" name="Cube 3382"/>
            <p:cNvSpPr/>
            <p:nvPr/>
          </p:nvSpPr>
          <p:spPr>
            <a:xfrm>
              <a:off x="7377450"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4" name="Cube 3383"/>
            <p:cNvSpPr/>
            <p:nvPr/>
          </p:nvSpPr>
          <p:spPr>
            <a:xfrm>
              <a:off x="7695628"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5" name="Cube 3384"/>
            <p:cNvSpPr/>
            <p:nvPr/>
          </p:nvSpPr>
          <p:spPr>
            <a:xfrm>
              <a:off x="546838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6" name="Cube 3385"/>
            <p:cNvSpPr/>
            <p:nvPr/>
          </p:nvSpPr>
          <p:spPr>
            <a:xfrm>
              <a:off x="578655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7" name="Cube 3386"/>
            <p:cNvSpPr/>
            <p:nvPr/>
          </p:nvSpPr>
          <p:spPr>
            <a:xfrm>
              <a:off x="6104737"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8" name="Cube 3387"/>
            <p:cNvSpPr/>
            <p:nvPr/>
          </p:nvSpPr>
          <p:spPr>
            <a:xfrm>
              <a:off x="6422915"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9" name="Cube 3388"/>
            <p:cNvSpPr/>
            <p:nvPr/>
          </p:nvSpPr>
          <p:spPr>
            <a:xfrm>
              <a:off x="6741093"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0" name="Cube 3389"/>
            <p:cNvSpPr/>
            <p:nvPr/>
          </p:nvSpPr>
          <p:spPr>
            <a:xfrm>
              <a:off x="7059272"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1" name="Cube 3390"/>
            <p:cNvSpPr/>
            <p:nvPr/>
          </p:nvSpPr>
          <p:spPr>
            <a:xfrm>
              <a:off x="737745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2" name="Cube 3391"/>
            <p:cNvSpPr/>
            <p:nvPr/>
          </p:nvSpPr>
          <p:spPr>
            <a:xfrm>
              <a:off x="769562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3" name="Cube 3392"/>
            <p:cNvSpPr/>
            <p:nvPr/>
          </p:nvSpPr>
          <p:spPr>
            <a:xfrm>
              <a:off x="546838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4" name="Cube 3393"/>
            <p:cNvSpPr/>
            <p:nvPr/>
          </p:nvSpPr>
          <p:spPr>
            <a:xfrm>
              <a:off x="578655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5" name="Cube 3394"/>
            <p:cNvSpPr/>
            <p:nvPr/>
          </p:nvSpPr>
          <p:spPr>
            <a:xfrm>
              <a:off x="6104737"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6" name="Cube 3395"/>
            <p:cNvSpPr/>
            <p:nvPr/>
          </p:nvSpPr>
          <p:spPr>
            <a:xfrm>
              <a:off x="6422915"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7" name="Cube 3396"/>
            <p:cNvSpPr/>
            <p:nvPr/>
          </p:nvSpPr>
          <p:spPr>
            <a:xfrm>
              <a:off x="6741093"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8" name="Cube 3397"/>
            <p:cNvSpPr/>
            <p:nvPr/>
          </p:nvSpPr>
          <p:spPr>
            <a:xfrm>
              <a:off x="7059272"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9" name="Cube 3398"/>
            <p:cNvSpPr/>
            <p:nvPr/>
          </p:nvSpPr>
          <p:spPr>
            <a:xfrm>
              <a:off x="737745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0" name="Cube 3399"/>
            <p:cNvSpPr/>
            <p:nvPr/>
          </p:nvSpPr>
          <p:spPr>
            <a:xfrm>
              <a:off x="769562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1" name="Cube 3400"/>
            <p:cNvSpPr/>
            <p:nvPr/>
          </p:nvSpPr>
          <p:spPr>
            <a:xfrm>
              <a:off x="533411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2" name="Cube 3401"/>
            <p:cNvSpPr/>
            <p:nvPr/>
          </p:nvSpPr>
          <p:spPr>
            <a:xfrm>
              <a:off x="565229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3" name="Cube 3402"/>
            <p:cNvSpPr/>
            <p:nvPr/>
          </p:nvSpPr>
          <p:spPr>
            <a:xfrm>
              <a:off x="5970471"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4" name="Cube 3403"/>
            <p:cNvSpPr/>
            <p:nvPr/>
          </p:nvSpPr>
          <p:spPr>
            <a:xfrm>
              <a:off x="6288649"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5" name="Cube 3404"/>
            <p:cNvSpPr/>
            <p:nvPr/>
          </p:nvSpPr>
          <p:spPr>
            <a:xfrm>
              <a:off x="6606827"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6" name="Cube 3405"/>
            <p:cNvSpPr/>
            <p:nvPr/>
          </p:nvSpPr>
          <p:spPr>
            <a:xfrm>
              <a:off x="6925006"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7" name="Cube 3406"/>
            <p:cNvSpPr/>
            <p:nvPr/>
          </p:nvSpPr>
          <p:spPr>
            <a:xfrm>
              <a:off x="724318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8" name="Cube 3407"/>
            <p:cNvSpPr/>
            <p:nvPr/>
          </p:nvSpPr>
          <p:spPr>
            <a:xfrm>
              <a:off x="756136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9" name="Cube 3408"/>
            <p:cNvSpPr/>
            <p:nvPr/>
          </p:nvSpPr>
          <p:spPr>
            <a:xfrm>
              <a:off x="533411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0" name="Cube 3409"/>
            <p:cNvSpPr/>
            <p:nvPr/>
          </p:nvSpPr>
          <p:spPr>
            <a:xfrm>
              <a:off x="565229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1" name="Cube 3410"/>
            <p:cNvSpPr/>
            <p:nvPr/>
          </p:nvSpPr>
          <p:spPr>
            <a:xfrm>
              <a:off x="5970471"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2" name="Cube 3411"/>
            <p:cNvSpPr/>
            <p:nvPr/>
          </p:nvSpPr>
          <p:spPr>
            <a:xfrm>
              <a:off x="6288649"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3" name="Cube 3412"/>
            <p:cNvSpPr/>
            <p:nvPr/>
          </p:nvSpPr>
          <p:spPr>
            <a:xfrm>
              <a:off x="6606827"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4" name="Cube 3413"/>
            <p:cNvSpPr/>
            <p:nvPr/>
          </p:nvSpPr>
          <p:spPr>
            <a:xfrm>
              <a:off x="6925006"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5" name="Cube 3414"/>
            <p:cNvSpPr/>
            <p:nvPr/>
          </p:nvSpPr>
          <p:spPr>
            <a:xfrm>
              <a:off x="724318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6" name="Cube 3415"/>
            <p:cNvSpPr/>
            <p:nvPr/>
          </p:nvSpPr>
          <p:spPr>
            <a:xfrm>
              <a:off x="756136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7" name="Cube 3416"/>
            <p:cNvSpPr/>
            <p:nvPr/>
          </p:nvSpPr>
          <p:spPr>
            <a:xfrm>
              <a:off x="533411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8" name="Cube 3417"/>
            <p:cNvSpPr/>
            <p:nvPr/>
          </p:nvSpPr>
          <p:spPr>
            <a:xfrm>
              <a:off x="565229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9" name="Cube 3418"/>
            <p:cNvSpPr/>
            <p:nvPr/>
          </p:nvSpPr>
          <p:spPr>
            <a:xfrm>
              <a:off x="5970471"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0" name="Cube 3419"/>
            <p:cNvSpPr/>
            <p:nvPr/>
          </p:nvSpPr>
          <p:spPr>
            <a:xfrm>
              <a:off x="6288649"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1" name="Cube 3420"/>
            <p:cNvSpPr/>
            <p:nvPr/>
          </p:nvSpPr>
          <p:spPr>
            <a:xfrm>
              <a:off x="6606827"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2" name="Cube 3421"/>
            <p:cNvSpPr/>
            <p:nvPr/>
          </p:nvSpPr>
          <p:spPr>
            <a:xfrm>
              <a:off x="6925006"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3" name="Cube 3422"/>
            <p:cNvSpPr/>
            <p:nvPr/>
          </p:nvSpPr>
          <p:spPr>
            <a:xfrm>
              <a:off x="724318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4" name="Cube 3423"/>
            <p:cNvSpPr/>
            <p:nvPr/>
          </p:nvSpPr>
          <p:spPr>
            <a:xfrm>
              <a:off x="756136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5" name="Cube 3424"/>
            <p:cNvSpPr/>
            <p:nvPr/>
          </p:nvSpPr>
          <p:spPr>
            <a:xfrm>
              <a:off x="5334114" y="339818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6" name="Cube 3425"/>
            <p:cNvSpPr/>
            <p:nvPr/>
          </p:nvSpPr>
          <p:spPr>
            <a:xfrm>
              <a:off x="5652292" y="339818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7" name="Cube 3426"/>
            <p:cNvSpPr/>
            <p:nvPr/>
          </p:nvSpPr>
          <p:spPr>
            <a:xfrm>
              <a:off x="5970471"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8" name="Cube 3427"/>
            <p:cNvSpPr/>
            <p:nvPr/>
          </p:nvSpPr>
          <p:spPr>
            <a:xfrm>
              <a:off x="6288649"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9" name="Cube 3428"/>
            <p:cNvSpPr/>
            <p:nvPr/>
          </p:nvSpPr>
          <p:spPr>
            <a:xfrm>
              <a:off x="6606827"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0" name="Cube 3429"/>
            <p:cNvSpPr/>
            <p:nvPr/>
          </p:nvSpPr>
          <p:spPr>
            <a:xfrm>
              <a:off x="6925006"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1" name="Cube 3430"/>
            <p:cNvSpPr/>
            <p:nvPr/>
          </p:nvSpPr>
          <p:spPr>
            <a:xfrm>
              <a:off x="7243184"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2" name="Cube 3431"/>
            <p:cNvSpPr/>
            <p:nvPr/>
          </p:nvSpPr>
          <p:spPr>
            <a:xfrm>
              <a:off x="7561362"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3" name="Cube 3432"/>
            <p:cNvSpPr/>
            <p:nvPr/>
          </p:nvSpPr>
          <p:spPr>
            <a:xfrm>
              <a:off x="5334114" y="306053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4" name="Cube 3433"/>
            <p:cNvSpPr/>
            <p:nvPr/>
          </p:nvSpPr>
          <p:spPr>
            <a:xfrm>
              <a:off x="5652292" y="306053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5" name="Cube 3434"/>
            <p:cNvSpPr/>
            <p:nvPr/>
          </p:nvSpPr>
          <p:spPr>
            <a:xfrm>
              <a:off x="5970471"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6" name="Cube 3435"/>
            <p:cNvSpPr/>
            <p:nvPr/>
          </p:nvSpPr>
          <p:spPr>
            <a:xfrm>
              <a:off x="6288649"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7" name="Cube 3436"/>
            <p:cNvSpPr/>
            <p:nvPr/>
          </p:nvSpPr>
          <p:spPr>
            <a:xfrm>
              <a:off x="6606827"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8" name="Cube 3437"/>
            <p:cNvSpPr/>
            <p:nvPr/>
          </p:nvSpPr>
          <p:spPr>
            <a:xfrm>
              <a:off x="6925006"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9" name="Cube 3438"/>
            <p:cNvSpPr/>
            <p:nvPr/>
          </p:nvSpPr>
          <p:spPr>
            <a:xfrm>
              <a:off x="7243184"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0" name="Cube 3439"/>
            <p:cNvSpPr/>
            <p:nvPr/>
          </p:nvSpPr>
          <p:spPr>
            <a:xfrm>
              <a:off x="7561362"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1" name="Cube 3440"/>
            <p:cNvSpPr/>
            <p:nvPr/>
          </p:nvSpPr>
          <p:spPr>
            <a:xfrm>
              <a:off x="5334114" y="272288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2" name="Cube 3441"/>
            <p:cNvSpPr/>
            <p:nvPr/>
          </p:nvSpPr>
          <p:spPr>
            <a:xfrm>
              <a:off x="5652292" y="272288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3" name="Cube 3442"/>
            <p:cNvSpPr/>
            <p:nvPr/>
          </p:nvSpPr>
          <p:spPr>
            <a:xfrm>
              <a:off x="5970471"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4" name="Cube 3443"/>
            <p:cNvSpPr/>
            <p:nvPr/>
          </p:nvSpPr>
          <p:spPr>
            <a:xfrm>
              <a:off x="6288649"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5" name="Cube 3444"/>
            <p:cNvSpPr/>
            <p:nvPr/>
          </p:nvSpPr>
          <p:spPr>
            <a:xfrm>
              <a:off x="6606827"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6" name="Cube 3445"/>
            <p:cNvSpPr/>
            <p:nvPr/>
          </p:nvSpPr>
          <p:spPr>
            <a:xfrm>
              <a:off x="6925006"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7" name="Cube 3446"/>
            <p:cNvSpPr/>
            <p:nvPr/>
          </p:nvSpPr>
          <p:spPr>
            <a:xfrm>
              <a:off x="7243184"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8" name="Cube 3447"/>
            <p:cNvSpPr/>
            <p:nvPr/>
          </p:nvSpPr>
          <p:spPr>
            <a:xfrm>
              <a:off x="7561362"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9" name="Cube 3448"/>
            <p:cNvSpPr/>
            <p:nvPr/>
          </p:nvSpPr>
          <p:spPr>
            <a:xfrm>
              <a:off x="5334114" y="238522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0" name="Cube 3449"/>
            <p:cNvSpPr/>
            <p:nvPr/>
          </p:nvSpPr>
          <p:spPr>
            <a:xfrm>
              <a:off x="5652292" y="238522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1" name="Cube 3450"/>
            <p:cNvSpPr/>
            <p:nvPr/>
          </p:nvSpPr>
          <p:spPr>
            <a:xfrm>
              <a:off x="5970471"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2" name="Cube 3451"/>
            <p:cNvSpPr/>
            <p:nvPr/>
          </p:nvSpPr>
          <p:spPr>
            <a:xfrm>
              <a:off x="6288649"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3" name="Cube 3452"/>
            <p:cNvSpPr/>
            <p:nvPr/>
          </p:nvSpPr>
          <p:spPr>
            <a:xfrm>
              <a:off x="6606827"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4" name="Cube 3453"/>
            <p:cNvSpPr/>
            <p:nvPr/>
          </p:nvSpPr>
          <p:spPr>
            <a:xfrm>
              <a:off x="6925006"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5" name="Cube 3454"/>
            <p:cNvSpPr/>
            <p:nvPr/>
          </p:nvSpPr>
          <p:spPr>
            <a:xfrm>
              <a:off x="7243184"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6" name="Cube 3455"/>
            <p:cNvSpPr/>
            <p:nvPr/>
          </p:nvSpPr>
          <p:spPr>
            <a:xfrm>
              <a:off x="7561362"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7" name="Cube 3456"/>
            <p:cNvSpPr/>
            <p:nvPr/>
          </p:nvSpPr>
          <p:spPr>
            <a:xfrm>
              <a:off x="533411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8" name="Cube 3457"/>
            <p:cNvSpPr/>
            <p:nvPr/>
          </p:nvSpPr>
          <p:spPr>
            <a:xfrm>
              <a:off x="565229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9" name="Cube 3458"/>
            <p:cNvSpPr/>
            <p:nvPr/>
          </p:nvSpPr>
          <p:spPr>
            <a:xfrm>
              <a:off x="5970471"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0" name="Cube 3459"/>
            <p:cNvSpPr/>
            <p:nvPr/>
          </p:nvSpPr>
          <p:spPr>
            <a:xfrm>
              <a:off x="6288649"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1" name="Cube 3460"/>
            <p:cNvSpPr/>
            <p:nvPr/>
          </p:nvSpPr>
          <p:spPr>
            <a:xfrm>
              <a:off x="6606827"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2" name="Cube 3461"/>
            <p:cNvSpPr/>
            <p:nvPr/>
          </p:nvSpPr>
          <p:spPr>
            <a:xfrm>
              <a:off x="6925006"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3" name="Cube 3462"/>
            <p:cNvSpPr/>
            <p:nvPr/>
          </p:nvSpPr>
          <p:spPr>
            <a:xfrm>
              <a:off x="724318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4" name="Cube 3463"/>
            <p:cNvSpPr/>
            <p:nvPr/>
          </p:nvSpPr>
          <p:spPr>
            <a:xfrm>
              <a:off x="756136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5" name="Cube 3464"/>
            <p:cNvSpPr/>
            <p:nvPr/>
          </p:nvSpPr>
          <p:spPr>
            <a:xfrm>
              <a:off x="519984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6" name="Cube 3465"/>
            <p:cNvSpPr/>
            <p:nvPr/>
          </p:nvSpPr>
          <p:spPr>
            <a:xfrm>
              <a:off x="551802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7" name="Cube 3466"/>
            <p:cNvSpPr/>
            <p:nvPr/>
          </p:nvSpPr>
          <p:spPr>
            <a:xfrm>
              <a:off x="5836205"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8" name="Cube 3467"/>
            <p:cNvSpPr/>
            <p:nvPr/>
          </p:nvSpPr>
          <p:spPr>
            <a:xfrm>
              <a:off x="6154383"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9" name="Cube 3468"/>
            <p:cNvSpPr/>
            <p:nvPr/>
          </p:nvSpPr>
          <p:spPr>
            <a:xfrm>
              <a:off x="6472561"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0" name="Cube 3469"/>
            <p:cNvSpPr/>
            <p:nvPr/>
          </p:nvSpPr>
          <p:spPr>
            <a:xfrm>
              <a:off x="6790740"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1" name="Cube 3470"/>
            <p:cNvSpPr/>
            <p:nvPr/>
          </p:nvSpPr>
          <p:spPr>
            <a:xfrm>
              <a:off x="710891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2" name="Cube 3471"/>
            <p:cNvSpPr/>
            <p:nvPr/>
          </p:nvSpPr>
          <p:spPr>
            <a:xfrm>
              <a:off x="742709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3" name="Cube 3472"/>
            <p:cNvSpPr/>
            <p:nvPr/>
          </p:nvSpPr>
          <p:spPr>
            <a:xfrm>
              <a:off x="519984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4" name="Cube 3473"/>
            <p:cNvSpPr/>
            <p:nvPr/>
          </p:nvSpPr>
          <p:spPr>
            <a:xfrm>
              <a:off x="551802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5" name="Cube 3474"/>
            <p:cNvSpPr/>
            <p:nvPr/>
          </p:nvSpPr>
          <p:spPr>
            <a:xfrm>
              <a:off x="5836205"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6" name="Cube 3475"/>
            <p:cNvSpPr/>
            <p:nvPr/>
          </p:nvSpPr>
          <p:spPr>
            <a:xfrm>
              <a:off x="6154383"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7" name="Cube 3476"/>
            <p:cNvSpPr/>
            <p:nvPr/>
          </p:nvSpPr>
          <p:spPr>
            <a:xfrm>
              <a:off x="6472561"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8" name="Cube 3477"/>
            <p:cNvSpPr/>
            <p:nvPr/>
          </p:nvSpPr>
          <p:spPr>
            <a:xfrm>
              <a:off x="6790740"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9" name="Cube 3478"/>
            <p:cNvSpPr/>
            <p:nvPr/>
          </p:nvSpPr>
          <p:spPr>
            <a:xfrm>
              <a:off x="710891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0" name="Cube 3479"/>
            <p:cNvSpPr/>
            <p:nvPr/>
          </p:nvSpPr>
          <p:spPr>
            <a:xfrm>
              <a:off x="742709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1" name="Cube 3480"/>
            <p:cNvSpPr/>
            <p:nvPr/>
          </p:nvSpPr>
          <p:spPr>
            <a:xfrm>
              <a:off x="519984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2" name="Cube 3481"/>
            <p:cNvSpPr/>
            <p:nvPr/>
          </p:nvSpPr>
          <p:spPr>
            <a:xfrm>
              <a:off x="551802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3" name="Cube 3482"/>
            <p:cNvSpPr/>
            <p:nvPr/>
          </p:nvSpPr>
          <p:spPr>
            <a:xfrm>
              <a:off x="5836205"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4" name="Cube 3483"/>
            <p:cNvSpPr/>
            <p:nvPr/>
          </p:nvSpPr>
          <p:spPr>
            <a:xfrm>
              <a:off x="6154383"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5" name="Cube 3484"/>
            <p:cNvSpPr/>
            <p:nvPr/>
          </p:nvSpPr>
          <p:spPr>
            <a:xfrm>
              <a:off x="6472561"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6" name="Cube 3485"/>
            <p:cNvSpPr/>
            <p:nvPr/>
          </p:nvSpPr>
          <p:spPr>
            <a:xfrm>
              <a:off x="6790740"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7" name="Cube 3486"/>
            <p:cNvSpPr/>
            <p:nvPr/>
          </p:nvSpPr>
          <p:spPr>
            <a:xfrm>
              <a:off x="710891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8" name="Cube 3487"/>
            <p:cNvSpPr/>
            <p:nvPr/>
          </p:nvSpPr>
          <p:spPr>
            <a:xfrm>
              <a:off x="742709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9" name="Cube 3488"/>
            <p:cNvSpPr/>
            <p:nvPr/>
          </p:nvSpPr>
          <p:spPr>
            <a:xfrm>
              <a:off x="5199848"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0" name="Cube 3489"/>
            <p:cNvSpPr/>
            <p:nvPr/>
          </p:nvSpPr>
          <p:spPr>
            <a:xfrm>
              <a:off x="5518026"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1" name="Cube 3490"/>
            <p:cNvSpPr/>
            <p:nvPr/>
          </p:nvSpPr>
          <p:spPr>
            <a:xfrm>
              <a:off x="5836205"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2" name="Cube 3491"/>
            <p:cNvSpPr/>
            <p:nvPr/>
          </p:nvSpPr>
          <p:spPr>
            <a:xfrm>
              <a:off x="6154383"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3" name="Cube 3492"/>
            <p:cNvSpPr/>
            <p:nvPr/>
          </p:nvSpPr>
          <p:spPr>
            <a:xfrm>
              <a:off x="6472561"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4" name="Cube 3493"/>
            <p:cNvSpPr/>
            <p:nvPr/>
          </p:nvSpPr>
          <p:spPr>
            <a:xfrm>
              <a:off x="6790740"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5" name="Cube 3494"/>
            <p:cNvSpPr/>
            <p:nvPr/>
          </p:nvSpPr>
          <p:spPr>
            <a:xfrm>
              <a:off x="7108918"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6" name="Cube 3495"/>
            <p:cNvSpPr/>
            <p:nvPr/>
          </p:nvSpPr>
          <p:spPr>
            <a:xfrm>
              <a:off x="7427096"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7" name="Cube 3496"/>
            <p:cNvSpPr/>
            <p:nvPr/>
          </p:nvSpPr>
          <p:spPr>
            <a:xfrm>
              <a:off x="5199848"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8" name="Cube 3497"/>
            <p:cNvSpPr/>
            <p:nvPr/>
          </p:nvSpPr>
          <p:spPr>
            <a:xfrm>
              <a:off x="5518026"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9" name="Cube 3498"/>
            <p:cNvSpPr/>
            <p:nvPr/>
          </p:nvSpPr>
          <p:spPr>
            <a:xfrm>
              <a:off x="5836205"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0" name="Cube 3499"/>
            <p:cNvSpPr/>
            <p:nvPr/>
          </p:nvSpPr>
          <p:spPr>
            <a:xfrm>
              <a:off x="6154383"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1" name="Cube 3500"/>
            <p:cNvSpPr/>
            <p:nvPr/>
          </p:nvSpPr>
          <p:spPr>
            <a:xfrm>
              <a:off x="6472561"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2" name="Cube 3501"/>
            <p:cNvSpPr/>
            <p:nvPr/>
          </p:nvSpPr>
          <p:spPr>
            <a:xfrm>
              <a:off x="6790740"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3" name="Cube 3502"/>
            <p:cNvSpPr/>
            <p:nvPr/>
          </p:nvSpPr>
          <p:spPr>
            <a:xfrm>
              <a:off x="7108918"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4" name="Cube 3503"/>
            <p:cNvSpPr/>
            <p:nvPr/>
          </p:nvSpPr>
          <p:spPr>
            <a:xfrm>
              <a:off x="7427096"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5" name="Cube 3504"/>
            <p:cNvSpPr/>
            <p:nvPr/>
          </p:nvSpPr>
          <p:spPr>
            <a:xfrm>
              <a:off x="5199848"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6" name="Cube 3505"/>
            <p:cNvSpPr/>
            <p:nvPr/>
          </p:nvSpPr>
          <p:spPr>
            <a:xfrm>
              <a:off x="5518026"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7" name="Cube 3506"/>
            <p:cNvSpPr/>
            <p:nvPr/>
          </p:nvSpPr>
          <p:spPr>
            <a:xfrm>
              <a:off x="5836205"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8" name="Cube 3507"/>
            <p:cNvSpPr/>
            <p:nvPr/>
          </p:nvSpPr>
          <p:spPr>
            <a:xfrm>
              <a:off x="6154383"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9" name="Cube 3508"/>
            <p:cNvSpPr/>
            <p:nvPr/>
          </p:nvSpPr>
          <p:spPr>
            <a:xfrm>
              <a:off x="6472561"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0" name="Cube 3509"/>
            <p:cNvSpPr/>
            <p:nvPr/>
          </p:nvSpPr>
          <p:spPr>
            <a:xfrm>
              <a:off x="6790740"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1" name="Cube 3510"/>
            <p:cNvSpPr/>
            <p:nvPr/>
          </p:nvSpPr>
          <p:spPr>
            <a:xfrm>
              <a:off x="7108918"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2" name="Cube 3511"/>
            <p:cNvSpPr/>
            <p:nvPr/>
          </p:nvSpPr>
          <p:spPr>
            <a:xfrm>
              <a:off x="7427096"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3" name="Cube 3512"/>
            <p:cNvSpPr/>
            <p:nvPr/>
          </p:nvSpPr>
          <p:spPr>
            <a:xfrm>
              <a:off x="5199848"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4" name="Cube 3513"/>
            <p:cNvSpPr/>
            <p:nvPr/>
          </p:nvSpPr>
          <p:spPr>
            <a:xfrm>
              <a:off x="5518026"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5" name="Cube 3514"/>
            <p:cNvSpPr/>
            <p:nvPr/>
          </p:nvSpPr>
          <p:spPr>
            <a:xfrm>
              <a:off x="5836205"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6" name="Cube 3515"/>
            <p:cNvSpPr/>
            <p:nvPr/>
          </p:nvSpPr>
          <p:spPr>
            <a:xfrm>
              <a:off x="6154383"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7" name="Cube 3516"/>
            <p:cNvSpPr/>
            <p:nvPr/>
          </p:nvSpPr>
          <p:spPr>
            <a:xfrm>
              <a:off x="6472561"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8" name="Cube 3517"/>
            <p:cNvSpPr/>
            <p:nvPr/>
          </p:nvSpPr>
          <p:spPr>
            <a:xfrm>
              <a:off x="6790740"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9" name="Cube 3518"/>
            <p:cNvSpPr/>
            <p:nvPr/>
          </p:nvSpPr>
          <p:spPr>
            <a:xfrm>
              <a:off x="7108918"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0" name="Cube 3519"/>
            <p:cNvSpPr/>
            <p:nvPr/>
          </p:nvSpPr>
          <p:spPr>
            <a:xfrm>
              <a:off x="7427096"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1" name="Cube 3520"/>
            <p:cNvSpPr/>
            <p:nvPr/>
          </p:nvSpPr>
          <p:spPr>
            <a:xfrm>
              <a:off x="5199848"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2" name="Cube 3521"/>
            <p:cNvSpPr/>
            <p:nvPr/>
          </p:nvSpPr>
          <p:spPr>
            <a:xfrm>
              <a:off x="5518026"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3" name="Cube 3522"/>
            <p:cNvSpPr/>
            <p:nvPr/>
          </p:nvSpPr>
          <p:spPr>
            <a:xfrm>
              <a:off x="5836205"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4" name="Cube 3523"/>
            <p:cNvSpPr/>
            <p:nvPr/>
          </p:nvSpPr>
          <p:spPr>
            <a:xfrm>
              <a:off x="6154383"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5" name="Cube 3524"/>
            <p:cNvSpPr/>
            <p:nvPr/>
          </p:nvSpPr>
          <p:spPr>
            <a:xfrm>
              <a:off x="6472561"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6" name="Cube 3525"/>
            <p:cNvSpPr/>
            <p:nvPr/>
          </p:nvSpPr>
          <p:spPr>
            <a:xfrm>
              <a:off x="6790740"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7" name="Cube 3526"/>
            <p:cNvSpPr/>
            <p:nvPr/>
          </p:nvSpPr>
          <p:spPr>
            <a:xfrm>
              <a:off x="7108918"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8" name="Cube 3527"/>
            <p:cNvSpPr/>
            <p:nvPr/>
          </p:nvSpPr>
          <p:spPr>
            <a:xfrm>
              <a:off x="7427096"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9" name="Cube 3528"/>
            <p:cNvSpPr/>
            <p:nvPr/>
          </p:nvSpPr>
          <p:spPr>
            <a:xfrm>
              <a:off x="506558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0" name="Cube 3529"/>
            <p:cNvSpPr/>
            <p:nvPr/>
          </p:nvSpPr>
          <p:spPr>
            <a:xfrm>
              <a:off x="538376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1" name="Cube 3530"/>
            <p:cNvSpPr/>
            <p:nvPr/>
          </p:nvSpPr>
          <p:spPr>
            <a:xfrm>
              <a:off x="5701939"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2" name="Cube 3531"/>
            <p:cNvSpPr/>
            <p:nvPr/>
          </p:nvSpPr>
          <p:spPr>
            <a:xfrm>
              <a:off x="6020117"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3" name="Cube 3532"/>
            <p:cNvSpPr/>
            <p:nvPr/>
          </p:nvSpPr>
          <p:spPr>
            <a:xfrm>
              <a:off x="6338295"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4" name="Cube 3533"/>
            <p:cNvSpPr/>
            <p:nvPr/>
          </p:nvSpPr>
          <p:spPr>
            <a:xfrm>
              <a:off x="6656474"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5" name="Cube 3534"/>
            <p:cNvSpPr/>
            <p:nvPr/>
          </p:nvSpPr>
          <p:spPr>
            <a:xfrm>
              <a:off x="697465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6" name="Cube 3535"/>
            <p:cNvSpPr/>
            <p:nvPr/>
          </p:nvSpPr>
          <p:spPr>
            <a:xfrm>
              <a:off x="729283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7" name="Cube 3536"/>
            <p:cNvSpPr/>
            <p:nvPr/>
          </p:nvSpPr>
          <p:spPr>
            <a:xfrm>
              <a:off x="506558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8" name="Cube 3537"/>
            <p:cNvSpPr/>
            <p:nvPr/>
          </p:nvSpPr>
          <p:spPr>
            <a:xfrm>
              <a:off x="538376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9" name="Cube 3538"/>
            <p:cNvSpPr/>
            <p:nvPr/>
          </p:nvSpPr>
          <p:spPr>
            <a:xfrm>
              <a:off x="5701939"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0" name="Cube 3539"/>
            <p:cNvSpPr/>
            <p:nvPr/>
          </p:nvSpPr>
          <p:spPr>
            <a:xfrm>
              <a:off x="6020117"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1" name="Cube 3540"/>
            <p:cNvSpPr/>
            <p:nvPr/>
          </p:nvSpPr>
          <p:spPr>
            <a:xfrm>
              <a:off x="6338295"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2" name="Cube 3541"/>
            <p:cNvSpPr/>
            <p:nvPr/>
          </p:nvSpPr>
          <p:spPr>
            <a:xfrm>
              <a:off x="6656474"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3" name="Cube 3542"/>
            <p:cNvSpPr/>
            <p:nvPr/>
          </p:nvSpPr>
          <p:spPr>
            <a:xfrm>
              <a:off x="697465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4" name="Cube 3543"/>
            <p:cNvSpPr/>
            <p:nvPr/>
          </p:nvSpPr>
          <p:spPr>
            <a:xfrm>
              <a:off x="729283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5" name="Cube 3544"/>
            <p:cNvSpPr/>
            <p:nvPr/>
          </p:nvSpPr>
          <p:spPr>
            <a:xfrm>
              <a:off x="506558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6" name="Cube 3545"/>
            <p:cNvSpPr/>
            <p:nvPr/>
          </p:nvSpPr>
          <p:spPr>
            <a:xfrm>
              <a:off x="538376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7" name="Cube 3546"/>
            <p:cNvSpPr/>
            <p:nvPr/>
          </p:nvSpPr>
          <p:spPr>
            <a:xfrm>
              <a:off x="5701939"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8" name="Cube 3547"/>
            <p:cNvSpPr/>
            <p:nvPr/>
          </p:nvSpPr>
          <p:spPr>
            <a:xfrm>
              <a:off x="6020117"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9" name="Cube 3548"/>
            <p:cNvSpPr/>
            <p:nvPr/>
          </p:nvSpPr>
          <p:spPr>
            <a:xfrm>
              <a:off x="6338295"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0" name="Cube 3549"/>
            <p:cNvSpPr/>
            <p:nvPr/>
          </p:nvSpPr>
          <p:spPr>
            <a:xfrm>
              <a:off x="6656474"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1" name="Cube 3550"/>
            <p:cNvSpPr/>
            <p:nvPr/>
          </p:nvSpPr>
          <p:spPr>
            <a:xfrm>
              <a:off x="697465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2" name="Cube 3551"/>
            <p:cNvSpPr/>
            <p:nvPr/>
          </p:nvSpPr>
          <p:spPr>
            <a:xfrm>
              <a:off x="729283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3" name="Cube 3552"/>
            <p:cNvSpPr/>
            <p:nvPr/>
          </p:nvSpPr>
          <p:spPr>
            <a:xfrm>
              <a:off x="5065582"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4" name="Cube 3553"/>
            <p:cNvSpPr/>
            <p:nvPr/>
          </p:nvSpPr>
          <p:spPr>
            <a:xfrm>
              <a:off x="5383760"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5" name="Cube 3554"/>
            <p:cNvSpPr/>
            <p:nvPr/>
          </p:nvSpPr>
          <p:spPr>
            <a:xfrm>
              <a:off x="5701939"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6" name="Cube 3555"/>
            <p:cNvSpPr/>
            <p:nvPr/>
          </p:nvSpPr>
          <p:spPr>
            <a:xfrm>
              <a:off x="6020117"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7" name="Cube 3556"/>
            <p:cNvSpPr/>
            <p:nvPr/>
          </p:nvSpPr>
          <p:spPr>
            <a:xfrm>
              <a:off x="6338295"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8" name="Cube 3557"/>
            <p:cNvSpPr/>
            <p:nvPr/>
          </p:nvSpPr>
          <p:spPr>
            <a:xfrm>
              <a:off x="6656474"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9" name="Cube 3558"/>
            <p:cNvSpPr/>
            <p:nvPr/>
          </p:nvSpPr>
          <p:spPr>
            <a:xfrm>
              <a:off x="6974652"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0" name="Cube 3559"/>
            <p:cNvSpPr/>
            <p:nvPr/>
          </p:nvSpPr>
          <p:spPr>
            <a:xfrm>
              <a:off x="7292830"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1" name="Cube 3560"/>
            <p:cNvSpPr/>
            <p:nvPr/>
          </p:nvSpPr>
          <p:spPr>
            <a:xfrm>
              <a:off x="5065582"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2" name="Cube 3561"/>
            <p:cNvSpPr/>
            <p:nvPr/>
          </p:nvSpPr>
          <p:spPr>
            <a:xfrm>
              <a:off x="5383760"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3" name="Cube 3562"/>
            <p:cNvSpPr/>
            <p:nvPr/>
          </p:nvSpPr>
          <p:spPr>
            <a:xfrm>
              <a:off x="5701939"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4" name="Cube 3563"/>
            <p:cNvSpPr/>
            <p:nvPr/>
          </p:nvSpPr>
          <p:spPr>
            <a:xfrm>
              <a:off x="6020117"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5" name="Cube 3564"/>
            <p:cNvSpPr/>
            <p:nvPr/>
          </p:nvSpPr>
          <p:spPr>
            <a:xfrm>
              <a:off x="6338295"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6" name="Cube 3565"/>
            <p:cNvSpPr/>
            <p:nvPr/>
          </p:nvSpPr>
          <p:spPr>
            <a:xfrm>
              <a:off x="6656474"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7" name="Cube 3566"/>
            <p:cNvSpPr/>
            <p:nvPr/>
          </p:nvSpPr>
          <p:spPr>
            <a:xfrm>
              <a:off x="6974652"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8" name="Cube 3567"/>
            <p:cNvSpPr/>
            <p:nvPr/>
          </p:nvSpPr>
          <p:spPr>
            <a:xfrm>
              <a:off x="7292830"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9" name="Cube 3568"/>
            <p:cNvSpPr/>
            <p:nvPr/>
          </p:nvSpPr>
          <p:spPr>
            <a:xfrm>
              <a:off x="5065582"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0" name="Cube 3569"/>
            <p:cNvSpPr/>
            <p:nvPr/>
          </p:nvSpPr>
          <p:spPr>
            <a:xfrm>
              <a:off x="5383760"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1" name="Cube 3570"/>
            <p:cNvSpPr/>
            <p:nvPr/>
          </p:nvSpPr>
          <p:spPr>
            <a:xfrm>
              <a:off x="5701939"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2" name="Cube 3571"/>
            <p:cNvSpPr/>
            <p:nvPr/>
          </p:nvSpPr>
          <p:spPr>
            <a:xfrm>
              <a:off x="6020117"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3" name="Cube 3572"/>
            <p:cNvSpPr/>
            <p:nvPr/>
          </p:nvSpPr>
          <p:spPr>
            <a:xfrm>
              <a:off x="6338295"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4" name="Cube 3573"/>
            <p:cNvSpPr/>
            <p:nvPr/>
          </p:nvSpPr>
          <p:spPr>
            <a:xfrm>
              <a:off x="6656474"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5" name="Cube 3574"/>
            <p:cNvSpPr/>
            <p:nvPr/>
          </p:nvSpPr>
          <p:spPr>
            <a:xfrm>
              <a:off x="6974652"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6" name="Cube 3575"/>
            <p:cNvSpPr/>
            <p:nvPr/>
          </p:nvSpPr>
          <p:spPr>
            <a:xfrm>
              <a:off x="7292830"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7" name="Cube 3576"/>
            <p:cNvSpPr/>
            <p:nvPr/>
          </p:nvSpPr>
          <p:spPr>
            <a:xfrm>
              <a:off x="5065582"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8" name="Cube 3577"/>
            <p:cNvSpPr/>
            <p:nvPr/>
          </p:nvSpPr>
          <p:spPr>
            <a:xfrm>
              <a:off x="5383760"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9" name="Cube 3578"/>
            <p:cNvSpPr/>
            <p:nvPr/>
          </p:nvSpPr>
          <p:spPr>
            <a:xfrm>
              <a:off x="5701939"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0" name="Cube 3579"/>
            <p:cNvSpPr/>
            <p:nvPr/>
          </p:nvSpPr>
          <p:spPr>
            <a:xfrm>
              <a:off x="6020117"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1" name="Cube 3580"/>
            <p:cNvSpPr/>
            <p:nvPr/>
          </p:nvSpPr>
          <p:spPr>
            <a:xfrm>
              <a:off x="6338295"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2" name="Cube 3581"/>
            <p:cNvSpPr/>
            <p:nvPr/>
          </p:nvSpPr>
          <p:spPr>
            <a:xfrm>
              <a:off x="6656474"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3" name="Cube 3582"/>
            <p:cNvSpPr/>
            <p:nvPr/>
          </p:nvSpPr>
          <p:spPr>
            <a:xfrm>
              <a:off x="6974652"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4" name="Cube 3583"/>
            <p:cNvSpPr/>
            <p:nvPr/>
          </p:nvSpPr>
          <p:spPr>
            <a:xfrm>
              <a:off x="7292830"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5" name="Cube 3584"/>
            <p:cNvSpPr/>
            <p:nvPr/>
          </p:nvSpPr>
          <p:spPr>
            <a:xfrm>
              <a:off x="5065582"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6" name="Cube 3585"/>
            <p:cNvSpPr/>
            <p:nvPr/>
          </p:nvSpPr>
          <p:spPr>
            <a:xfrm>
              <a:off x="5383760"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7" name="Cube 3586"/>
            <p:cNvSpPr/>
            <p:nvPr/>
          </p:nvSpPr>
          <p:spPr>
            <a:xfrm>
              <a:off x="5701939"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8" name="Cube 3587"/>
            <p:cNvSpPr/>
            <p:nvPr/>
          </p:nvSpPr>
          <p:spPr>
            <a:xfrm>
              <a:off x="6020117"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9" name="Cube 3588"/>
            <p:cNvSpPr/>
            <p:nvPr/>
          </p:nvSpPr>
          <p:spPr>
            <a:xfrm>
              <a:off x="6338295"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0" name="Cube 3589"/>
            <p:cNvSpPr/>
            <p:nvPr/>
          </p:nvSpPr>
          <p:spPr>
            <a:xfrm>
              <a:off x="6656474"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1" name="Cube 3590"/>
            <p:cNvSpPr/>
            <p:nvPr/>
          </p:nvSpPr>
          <p:spPr>
            <a:xfrm>
              <a:off x="6974652"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2" name="Cube 3591"/>
            <p:cNvSpPr/>
            <p:nvPr/>
          </p:nvSpPr>
          <p:spPr>
            <a:xfrm>
              <a:off x="7292830"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3" name="Cube 3592"/>
            <p:cNvSpPr/>
            <p:nvPr/>
          </p:nvSpPr>
          <p:spPr>
            <a:xfrm>
              <a:off x="493131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4" name="Cube 3593"/>
            <p:cNvSpPr/>
            <p:nvPr/>
          </p:nvSpPr>
          <p:spPr>
            <a:xfrm>
              <a:off x="524949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5" name="Cube 3594"/>
            <p:cNvSpPr/>
            <p:nvPr/>
          </p:nvSpPr>
          <p:spPr>
            <a:xfrm>
              <a:off x="5567673"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6" name="Cube 3595"/>
            <p:cNvSpPr/>
            <p:nvPr/>
          </p:nvSpPr>
          <p:spPr>
            <a:xfrm>
              <a:off x="5885851"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7" name="Cube 3596"/>
            <p:cNvSpPr/>
            <p:nvPr/>
          </p:nvSpPr>
          <p:spPr>
            <a:xfrm>
              <a:off x="6204029"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8" name="Cube 3597"/>
            <p:cNvSpPr/>
            <p:nvPr/>
          </p:nvSpPr>
          <p:spPr>
            <a:xfrm>
              <a:off x="6522208"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9" name="Cube 3598"/>
            <p:cNvSpPr/>
            <p:nvPr/>
          </p:nvSpPr>
          <p:spPr>
            <a:xfrm>
              <a:off x="684038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0" name="Cube 3599"/>
            <p:cNvSpPr/>
            <p:nvPr/>
          </p:nvSpPr>
          <p:spPr>
            <a:xfrm>
              <a:off x="715856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1" name="Cube 3600"/>
            <p:cNvSpPr/>
            <p:nvPr/>
          </p:nvSpPr>
          <p:spPr>
            <a:xfrm>
              <a:off x="493131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2" name="Cube 3601"/>
            <p:cNvSpPr/>
            <p:nvPr/>
          </p:nvSpPr>
          <p:spPr>
            <a:xfrm>
              <a:off x="524949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3" name="Cube 3602"/>
            <p:cNvSpPr/>
            <p:nvPr/>
          </p:nvSpPr>
          <p:spPr>
            <a:xfrm>
              <a:off x="5567673"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4" name="Cube 3603"/>
            <p:cNvSpPr/>
            <p:nvPr/>
          </p:nvSpPr>
          <p:spPr>
            <a:xfrm>
              <a:off x="5885851"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5" name="Cube 3604"/>
            <p:cNvSpPr/>
            <p:nvPr/>
          </p:nvSpPr>
          <p:spPr>
            <a:xfrm>
              <a:off x="6204029"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6" name="Cube 3605"/>
            <p:cNvSpPr/>
            <p:nvPr/>
          </p:nvSpPr>
          <p:spPr>
            <a:xfrm>
              <a:off x="6522208"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7" name="Cube 3606"/>
            <p:cNvSpPr/>
            <p:nvPr/>
          </p:nvSpPr>
          <p:spPr>
            <a:xfrm>
              <a:off x="684038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8" name="Cube 3607"/>
            <p:cNvSpPr/>
            <p:nvPr/>
          </p:nvSpPr>
          <p:spPr>
            <a:xfrm>
              <a:off x="715856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9" name="Cube 3608"/>
            <p:cNvSpPr/>
            <p:nvPr/>
          </p:nvSpPr>
          <p:spPr>
            <a:xfrm>
              <a:off x="493131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0" name="Cube 3609"/>
            <p:cNvSpPr/>
            <p:nvPr/>
          </p:nvSpPr>
          <p:spPr>
            <a:xfrm>
              <a:off x="524949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1" name="Cube 3610"/>
            <p:cNvSpPr/>
            <p:nvPr/>
          </p:nvSpPr>
          <p:spPr>
            <a:xfrm>
              <a:off x="5567673"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2" name="Cube 3611"/>
            <p:cNvSpPr/>
            <p:nvPr/>
          </p:nvSpPr>
          <p:spPr>
            <a:xfrm>
              <a:off x="5885851"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3" name="Cube 3612"/>
            <p:cNvSpPr/>
            <p:nvPr/>
          </p:nvSpPr>
          <p:spPr>
            <a:xfrm>
              <a:off x="6204029"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4" name="Cube 3613"/>
            <p:cNvSpPr/>
            <p:nvPr/>
          </p:nvSpPr>
          <p:spPr>
            <a:xfrm>
              <a:off x="6522208"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5" name="Cube 3614"/>
            <p:cNvSpPr/>
            <p:nvPr/>
          </p:nvSpPr>
          <p:spPr>
            <a:xfrm>
              <a:off x="684038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6" name="Cube 3615"/>
            <p:cNvSpPr/>
            <p:nvPr/>
          </p:nvSpPr>
          <p:spPr>
            <a:xfrm>
              <a:off x="715856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7" name="Cube 3616"/>
            <p:cNvSpPr/>
            <p:nvPr/>
          </p:nvSpPr>
          <p:spPr>
            <a:xfrm>
              <a:off x="493131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8" name="Cube 3617"/>
            <p:cNvSpPr/>
            <p:nvPr/>
          </p:nvSpPr>
          <p:spPr>
            <a:xfrm>
              <a:off x="524949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9" name="Cube 3618"/>
            <p:cNvSpPr/>
            <p:nvPr/>
          </p:nvSpPr>
          <p:spPr>
            <a:xfrm>
              <a:off x="5567673"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0" name="Cube 3619"/>
            <p:cNvSpPr/>
            <p:nvPr/>
          </p:nvSpPr>
          <p:spPr>
            <a:xfrm>
              <a:off x="5885851"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1" name="Cube 3620"/>
            <p:cNvSpPr/>
            <p:nvPr/>
          </p:nvSpPr>
          <p:spPr>
            <a:xfrm>
              <a:off x="6204029"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2" name="Cube 3621"/>
            <p:cNvSpPr/>
            <p:nvPr/>
          </p:nvSpPr>
          <p:spPr>
            <a:xfrm>
              <a:off x="6522208"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3" name="Cube 3622"/>
            <p:cNvSpPr/>
            <p:nvPr/>
          </p:nvSpPr>
          <p:spPr>
            <a:xfrm>
              <a:off x="684038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4" name="Cube 3623"/>
            <p:cNvSpPr/>
            <p:nvPr/>
          </p:nvSpPr>
          <p:spPr>
            <a:xfrm>
              <a:off x="715856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5" name="Cube 3624"/>
            <p:cNvSpPr/>
            <p:nvPr/>
          </p:nvSpPr>
          <p:spPr>
            <a:xfrm>
              <a:off x="4931316"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6" name="Cube 3625"/>
            <p:cNvSpPr/>
            <p:nvPr/>
          </p:nvSpPr>
          <p:spPr>
            <a:xfrm>
              <a:off x="5249494"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7" name="Cube 3626"/>
            <p:cNvSpPr/>
            <p:nvPr/>
          </p:nvSpPr>
          <p:spPr>
            <a:xfrm>
              <a:off x="5567673"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8" name="Cube 3627"/>
            <p:cNvSpPr/>
            <p:nvPr/>
          </p:nvSpPr>
          <p:spPr>
            <a:xfrm>
              <a:off x="5885851"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9" name="Cube 3628"/>
            <p:cNvSpPr/>
            <p:nvPr/>
          </p:nvSpPr>
          <p:spPr>
            <a:xfrm>
              <a:off x="6204029"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0" name="Cube 3629"/>
            <p:cNvSpPr/>
            <p:nvPr/>
          </p:nvSpPr>
          <p:spPr>
            <a:xfrm>
              <a:off x="6522208"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1" name="Cube 3630"/>
            <p:cNvSpPr/>
            <p:nvPr/>
          </p:nvSpPr>
          <p:spPr>
            <a:xfrm>
              <a:off x="6840386"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2" name="Cube 3631"/>
            <p:cNvSpPr/>
            <p:nvPr/>
          </p:nvSpPr>
          <p:spPr>
            <a:xfrm>
              <a:off x="7158564"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3" name="Cube 3632"/>
            <p:cNvSpPr/>
            <p:nvPr/>
          </p:nvSpPr>
          <p:spPr>
            <a:xfrm>
              <a:off x="4931316"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4" name="Cube 3633"/>
            <p:cNvSpPr/>
            <p:nvPr/>
          </p:nvSpPr>
          <p:spPr>
            <a:xfrm>
              <a:off x="5249494"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5" name="Cube 3634"/>
            <p:cNvSpPr/>
            <p:nvPr/>
          </p:nvSpPr>
          <p:spPr>
            <a:xfrm>
              <a:off x="5567673"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6" name="Cube 3635"/>
            <p:cNvSpPr/>
            <p:nvPr/>
          </p:nvSpPr>
          <p:spPr>
            <a:xfrm>
              <a:off x="5885851"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7" name="Cube 3636"/>
            <p:cNvSpPr/>
            <p:nvPr/>
          </p:nvSpPr>
          <p:spPr>
            <a:xfrm>
              <a:off x="6204029"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8" name="Cube 3637"/>
            <p:cNvSpPr/>
            <p:nvPr/>
          </p:nvSpPr>
          <p:spPr>
            <a:xfrm>
              <a:off x="6522208"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9" name="Cube 3638"/>
            <p:cNvSpPr/>
            <p:nvPr/>
          </p:nvSpPr>
          <p:spPr>
            <a:xfrm>
              <a:off x="6840386"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0" name="Cube 3639"/>
            <p:cNvSpPr/>
            <p:nvPr/>
          </p:nvSpPr>
          <p:spPr>
            <a:xfrm>
              <a:off x="7158564"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1" name="Cube 3640"/>
            <p:cNvSpPr/>
            <p:nvPr/>
          </p:nvSpPr>
          <p:spPr>
            <a:xfrm>
              <a:off x="4931316"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2" name="Cube 3641"/>
            <p:cNvSpPr/>
            <p:nvPr/>
          </p:nvSpPr>
          <p:spPr>
            <a:xfrm>
              <a:off x="5249494"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3" name="Cube 3642"/>
            <p:cNvSpPr/>
            <p:nvPr/>
          </p:nvSpPr>
          <p:spPr>
            <a:xfrm>
              <a:off x="5567673"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4" name="Cube 3643"/>
            <p:cNvSpPr/>
            <p:nvPr/>
          </p:nvSpPr>
          <p:spPr>
            <a:xfrm>
              <a:off x="5885851"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5" name="Cube 3644"/>
            <p:cNvSpPr/>
            <p:nvPr/>
          </p:nvSpPr>
          <p:spPr>
            <a:xfrm>
              <a:off x="6204029"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6" name="Cube 3645"/>
            <p:cNvSpPr/>
            <p:nvPr/>
          </p:nvSpPr>
          <p:spPr>
            <a:xfrm>
              <a:off x="6522208"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7" name="Cube 3646"/>
            <p:cNvSpPr/>
            <p:nvPr/>
          </p:nvSpPr>
          <p:spPr>
            <a:xfrm>
              <a:off x="6840386"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8" name="Cube 3647"/>
            <p:cNvSpPr/>
            <p:nvPr/>
          </p:nvSpPr>
          <p:spPr>
            <a:xfrm>
              <a:off x="7158564"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9" name="Cube 3648"/>
            <p:cNvSpPr/>
            <p:nvPr/>
          </p:nvSpPr>
          <p:spPr>
            <a:xfrm>
              <a:off x="4931316"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0" name="Cube 3649"/>
            <p:cNvSpPr/>
            <p:nvPr/>
          </p:nvSpPr>
          <p:spPr>
            <a:xfrm>
              <a:off x="5249494"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1" name="Cube 3650"/>
            <p:cNvSpPr/>
            <p:nvPr/>
          </p:nvSpPr>
          <p:spPr>
            <a:xfrm>
              <a:off x="5567673"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2" name="Cube 3651"/>
            <p:cNvSpPr/>
            <p:nvPr/>
          </p:nvSpPr>
          <p:spPr>
            <a:xfrm>
              <a:off x="5885851"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3" name="Cube 3652"/>
            <p:cNvSpPr/>
            <p:nvPr/>
          </p:nvSpPr>
          <p:spPr>
            <a:xfrm>
              <a:off x="6204029"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4" name="Cube 3653"/>
            <p:cNvSpPr/>
            <p:nvPr/>
          </p:nvSpPr>
          <p:spPr>
            <a:xfrm>
              <a:off x="6522208"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5" name="Cube 3654"/>
            <p:cNvSpPr/>
            <p:nvPr/>
          </p:nvSpPr>
          <p:spPr>
            <a:xfrm>
              <a:off x="6840386"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6" name="Cube 3655"/>
            <p:cNvSpPr/>
            <p:nvPr/>
          </p:nvSpPr>
          <p:spPr>
            <a:xfrm>
              <a:off x="7158564"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7" name="Cube 3656"/>
            <p:cNvSpPr/>
            <p:nvPr/>
          </p:nvSpPr>
          <p:spPr>
            <a:xfrm>
              <a:off x="479705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8" name="Cube 3657"/>
            <p:cNvSpPr/>
            <p:nvPr/>
          </p:nvSpPr>
          <p:spPr>
            <a:xfrm>
              <a:off x="511522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9" name="Cube 3658"/>
            <p:cNvSpPr/>
            <p:nvPr/>
          </p:nvSpPr>
          <p:spPr>
            <a:xfrm>
              <a:off x="5433407"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0" name="Cube 3659"/>
            <p:cNvSpPr/>
            <p:nvPr/>
          </p:nvSpPr>
          <p:spPr>
            <a:xfrm>
              <a:off x="5751585"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1" name="Cube 3660"/>
            <p:cNvSpPr/>
            <p:nvPr/>
          </p:nvSpPr>
          <p:spPr>
            <a:xfrm>
              <a:off x="6069763"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2" name="Cube 3661"/>
            <p:cNvSpPr/>
            <p:nvPr/>
          </p:nvSpPr>
          <p:spPr>
            <a:xfrm>
              <a:off x="6387942"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3" name="Cube 3662"/>
            <p:cNvSpPr/>
            <p:nvPr/>
          </p:nvSpPr>
          <p:spPr>
            <a:xfrm>
              <a:off x="670612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4" name="Cube 3663"/>
            <p:cNvSpPr/>
            <p:nvPr/>
          </p:nvSpPr>
          <p:spPr>
            <a:xfrm>
              <a:off x="702429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5" name="Cube 3664"/>
            <p:cNvSpPr/>
            <p:nvPr/>
          </p:nvSpPr>
          <p:spPr>
            <a:xfrm>
              <a:off x="479705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6" name="Cube 3665"/>
            <p:cNvSpPr/>
            <p:nvPr/>
          </p:nvSpPr>
          <p:spPr>
            <a:xfrm>
              <a:off x="511522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7" name="Cube 3666"/>
            <p:cNvSpPr/>
            <p:nvPr/>
          </p:nvSpPr>
          <p:spPr>
            <a:xfrm>
              <a:off x="5433407"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8" name="Cube 3667"/>
            <p:cNvSpPr/>
            <p:nvPr/>
          </p:nvSpPr>
          <p:spPr>
            <a:xfrm>
              <a:off x="5751585"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9" name="Cube 3668"/>
            <p:cNvSpPr/>
            <p:nvPr/>
          </p:nvSpPr>
          <p:spPr>
            <a:xfrm>
              <a:off x="6069763"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0" name="Cube 3669"/>
            <p:cNvSpPr/>
            <p:nvPr/>
          </p:nvSpPr>
          <p:spPr>
            <a:xfrm>
              <a:off x="6387942"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1" name="Cube 3670"/>
            <p:cNvSpPr/>
            <p:nvPr/>
          </p:nvSpPr>
          <p:spPr>
            <a:xfrm>
              <a:off x="670612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2" name="Cube 3671"/>
            <p:cNvSpPr/>
            <p:nvPr/>
          </p:nvSpPr>
          <p:spPr>
            <a:xfrm>
              <a:off x="702429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3" name="Cube 3672"/>
            <p:cNvSpPr/>
            <p:nvPr/>
          </p:nvSpPr>
          <p:spPr>
            <a:xfrm>
              <a:off x="479705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4" name="Cube 3673"/>
            <p:cNvSpPr/>
            <p:nvPr/>
          </p:nvSpPr>
          <p:spPr>
            <a:xfrm>
              <a:off x="511522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5" name="Cube 3674"/>
            <p:cNvSpPr/>
            <p:nvPr/>
          </p:nvSpPr>
          <p:spPr>
            <a:xfrm>
              <a:off x="5433407"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6" name="Cube 3675"/>
            <p:cNvSpPr/>
            <p:nvPr/>
          </p:nvSpPr>
          <p:spPr>
            <a:xfrm>
              <a:off x="5751585"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7" name="Cube 3676"/>
            <p:cNvSpPr/>
            <p:nvPr/>
          </p:nvSpPr>
          <p:spPr>
            <a:xfrm>
              <a:off x="6069763"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8" name="Cube 3677"/>
            <p:cNvSpPr/>
            <p:nvPr/>
          </p:nvSpPr>
          <p:spPr>
            <a:xfrm>
              <a:off x="6387942"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9" name="Cube 3678"/>
            <p:cNvSpPr/>
            <p:nvPr/>
          </p:nvSpPr>
          <p:spPr>
            <a:xfrm>
              <a:off x="670612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0" name="Cube 3679"/>
            <p:cNvSpPr/>
            <p:nvPr/>
          </p:nvSpPr>
          <p:spPr>
            <a:xfrm>
              <a:off x="702429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1" name="Cube 3680"/>
            <p:cNvSpPr/>
            <p:nvPr/>
          </p:nvSpPr>
          <p:spPr>
            <a:xfrm>
              <a:off x="479705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2" name="Cube 3681"/>
            <p:cNvSpPr/>
            <p:nvPr/>
          </p:nvSpPr>
          <p:spPr>
            <a:xfrm>
              <a:off x="511522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3" name="Cube 3682"/>
            <p:cNvSpPr/>
            <p:nvPr/>
          </p:nvSpPr>
          <p:spPr>
            <a:xfrm>
              <a:off x="5433407"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4" name="Cube 3683"/>
            <p:cNvSpPr/>
            <p:nvPr/>
          </p:nvSpPr>
          <p:spPr>
            <a:xfrm>
              <a:off x="5751585"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5" name="Cube 3684"/>
            <p:cNvSpPr/>
            <p:nvPr/>
          </p:nvSpPr>
          <p:spPr>
            <a:xfrm>
              <a:off x="6069763"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6" name="Cube 3685"/>
            <p:cNvSpPr/>
            <p:nvPr/>
          </p:nvSpPr>
          <p:spPr>
            <a:xfrm>
              <a:off x="6387942"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7" name="Cube 3686"/>
            <p:cNvSpPr/>
            <p:nvPr/>
          </p:nvSpPr>
          <p:spPr>
            <a:xfrm>
              <a:off x="670612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8" name="Cube 3687"/>
            <p:cNvSpPr/>
            <p:nvPr/>
          </p:nvSpPr>
          <p:spPr>
            <a:xfrm>
              <a:off x="702429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9" name="Cube 3688"/>
            <p:cNvSpPr/>
            <p:nvPr/>
          </p:nvSpPr>
          <p:spPr>
            <a:xfrm>
              <a:off x="4797050"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0" name="Cube 3689"/>
            <p:cNvSpPr/>
            <p:nvPr/>
          </p:nvSpPr>
          <p:spPr>
            <a:xfrm>
              <a:off x="5115228"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1" name="Cube 3690"/>
            <p:cNvSpPr/>
            <p:nvPr/>
          </p:nvSpPr>
          <p:spPr>
            <a:xfrm>
              <a:off x="5433407"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2" name="Cube 3691"/>
            <p:cNvSpPr/>
            <p:nvPr/>
          </p:nvSpPr>
          <p:spPr>
            <a:xfrm>
              <a:off x="5751585"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3" name="Cube 3692"/>
            <p:cNvSpPr/>
            <p:nvPr/>
          </p:nvSpPr>
          <p:spPr>
            <a:xfrm>
              <a:off x="6069763"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4" name="Cube 3693"/>
            <p:cNvSpPr/>
            <p:nvPr/>
          </p:nvSpPr>
          <p:spPr>
            <a:xfrm>
              <a:off x="6387942"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5" name="Cube 3694"/>
            <p:cNvSpPr/>
            <p:nvPr/>
          </p:nvSpPr>
          <p:spPr>
            <a:xfrm>
              <a:off x="6706120"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6" name="Cube 3695"/>
            <p:cNvSpPr/>
            <p:nvPr/>
          </p:nvSpPr>
          <p:spPr>
            <a:xfrm>
              <a:off x="7024298"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7" name="Cube 3696"/>
            <p:cNvSpPr/>
            <p:nvPr/>
          </p:nvSpPr>
          <p:spPr>
            <a:xfrm>
              <a:off x="4797050"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8" name="Cube 3697"/>
            <p:cNvSpPr/>
            <p:nvPr/>
          </p:nvSpPr>
          <p:spPr>
            <a:xfrm>
              <a:off x="5115228"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9" name="Cube 3698"/>
            <p:cNvSpPr/>
            <p:nvPr/>
          </p:nvSpPr>
          <p:spPr>
            <a:xfrm>
              <a:off x="5433407"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0" name="Cube 3699"/>
            <p:cNvSpPr/>
            <p:nvPr/>
          </p:nvSpPr>
          <p:spPr>
            <a:xfrm>
              <a:off x="5751585"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1" name="Cube 3700"/>
            <p:cNvSpPr/>
            <p:nvPr/>
          </p:nvSpPr>
          <p:spPr>
            <a:xfrm>
              <a:off x="6069763"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2" name="Cube 3701"/>
            <p:cNvSpPr/>
            <p:nvPr/>
          </p:nvSpPr>
          <p:spPr>
            <a:xfrm>
              <a:off x="6387942"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3" name="Cube 3702"/>
            <p:cNvSpPr/>
            <p:nvPr/>
          </p:nvSpPr>
          <p:spPr>
            <a:xfrm>
              <a:off x="6706120"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4" name="Cube 3703"/>
            <p:cNvSpPr/>
            <p:nvPr/>
          </p:nvSpPr>
          <p:spPr>
            <a:xfrm>
              <a:off x="7024298"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5" name="Cube 3704"/>
            <p:cNvSpPr/>
            <p:nvPr/>
          </p:nvSpPr>
          <p:spPr>
            <a:xfrm>
              <a:off x="4797050"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6" name="Cube 3705"/>
            <p:cNvSpPr/>
            <p:nvPr/>
          </p:nvSpPr>
          <p:spPr>
            <a:xfrm>
              <a:off x="5115228"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7" name="Cube 3706"/>
            <p:cNvSpPr/>
            <p:nvPr/>
          </p:nvSpPr>
          <p:spPr>
            <a:xfrm>
              <a:off x="5433407"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8" name="Cube 3707"/>
            <p:cNvSpPr/>
            <p:nvPr/>
          </p:nvSpPr>
          <p:spPr>
            <a:xfrm>
              <a:off x="5751585"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9" name="Cube 3708"/>
            <p:cNvSpPr/>
            <p:nvPr/>
          </p:nvSpPr>
          <p:spPr>
            <a:xfrm>
              <a:off x="6069763"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0" name="Cube 3709"/>
            <p:cNvSpPr/>
            <p:nvPr/>
          </p:nvSpPr>
          <p:spPr>
            <a:xfrm>
              <a:off x="6387942"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1" name="Cube 3710"/>
            <p:cNvSpPr/>
            <p:nvPr/>
          </p:nvSpPr>
          <p:spPr>
            <a:xfrm>
              <a:off x="6706120"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2" name="Cube 3711"/>
            <p:cNvSpPr/>
            <p:nvPr/>
          </p:nvSpPr>
          <p:spPr>
            <a:xfrm>
              <a:off x="7024298"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3" name="Cube 3712"/>
            <p:cNvSpPr/>
            <p:nvPr/>
          </p:nvSpPr>
          <p:spPr>
            <a:xfrm>
              <a:off x="4797050"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4" name="Cube 3713"/>
            <p:cNvSpPr/>
            <p:nvPr/>
          </p:nvSpPr>
          <p:spPr>
            <a:xfrm>
              <a:off x="5115228"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5" name="Cube 3714"/>
            <p:cNvSpPr/>
            <p:nvPr/>
          </p:nvSpPr>
          <p:spPr>
            <a:xfrm>
              <a:off x="5433407"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6" name="Cube 3715"/>
            <p:cNvSpPr/>
            <p:nvPr/>
          </p:nvSpPr>
          <p:spPr>
            <a:xfrm>
              <a:off x="5751585"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7" name="Cube 3716"/>
            <p:cNvSpPr/>
            <p:nvPr/>
          </p:nvSpPr>
          <p:spPr>
            <a:xfrm>
              <a:off x="6069763"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8" name="Cube 3717"/>
            <p:cNvSpPr/>
            <p:nvPr/>
          </p:nvSpPr>
          <p:spPr>
            <a:xfrm>
              <a:off x="6387942"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9" name="Cube 3718"/>
            <p:cNvSpPr/>
            <p:nvPr/>
          </p:nvSpPr>
          <p:spPr>
            <a:xfrm>
              <a:off x="6706120"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0" name="Cube 3719"/>
            <p:cNvSpPr/>
            <p:nvPr/>
          </p:nvSpPr>
          <p:spPr>
            <a:xfrm>
              <a:off x="7024298"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7" name="Group 6"/>
          <p:cNvGrpSpPr/>
          <p:nvPr/>
        </p:nvGrpSpPr>
        <p:grpSpPr>
          <a:xfrm>
            <a:off x="-34486" y="1740215"/>
            <a:ext cx="3002815" cy="2192404"/>
            <a:chOff x="-34486" y="2047575"/>
            <a:chExt cx="3002815" cy="2192404"/>
          </a:xfrm>
        </p:grpSpPr>
        <p:sp>
          <p:nvSpPr>
            <p:cNvPr id="1032" name="Cube 1031"/>
            <p:cNvSpPr/>
            <p:nvPr/>
          </p:nvSpPr>
          <p:spPr>
            <a:xfrm>
              <a:off x="1732474" y="371660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3" name="Cube 1032"/>
            <p:cNvSpPr/>
            <p:nvPr/>
          </p:nvSpPr>
          <p:spPr>
            <a:xfrm>
              <a:off x="2050652" y="371660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5" name="Cube 1034"/>
            <p:cNvSpPr/>
            <p:nvPr/>
          </p:nvSpPr>
          <p:spPr>
            <a:xfrm>
              <a:off x="1732474" y="337895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6" name="Cube 1035"/>
            <p:cNvSpPr/>
            <p:nvPr/>
          </p:nvSpPr>
          <p:spPr>
            <a:xfrm>
              <a:off x="2050652" y="337895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7" name="Cube 1036"/>
            <p:cNvSpPr/>
            <p:nvPr/>
          </p:nvSpPr>
          <p:spPr>
            <a:xfrm>
              <a:off x="2368831" y="337895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8" name="Cube 1037"/>
            <p:cNvSpPr/>
            <p:nvPr/>
          </p:nvSpPr>
          <p:spPr>
            <a:xfrm>
              <a:off x="1732474" y="304130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9" name="Cube 1038"/>
            <p:cNvSpPr/>
            <p:nvPr/>
          </p:nvSpPr>
          <p:spPr>
            <a:xfrm>
              <a:off x="2050652" y="304130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0" name="Cube 1039"/>
            <p:cNvSpPr/>
            <p:nvPr/>
          </p:nvSpPr>
          <p:spPr>
            <a:xfrm>
              <a:off x="2368831" y="30413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1" name="Cube 1040"/>
            <p:cNvSpPr/>
            <p:nvPr/>
          </p:nvSpPr>
          <p:spPr>
            <a:xfrm>
              <a:off x="1732474" y="270364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2" name="Cube 1041"/>
            <p:cNvSpPr/>
            <p:nvPr/>
          </p:nvSpPr>
          <p:spPr>
            <a:xfrm>
              <a:off x="2050652" y="270364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3" name="Cube 1042"/>
            <p:cNvSpPr/>
            <p:nvPr/>
          </p:nvSpPr>
          <p:spPr>
            <a:xfrm>
              <a:off x="2368831" y="270364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4" name="Cube 1043"/>
            <p:cNvSpPr/>
            <p:nvPr/>
          </p:nvSpPr>
          <p:spPr>
            <a:xfrm>
              <a:off x="1732474"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5" name="Cube 1044"/>
            <p:cNvSpPr/>
            <p:nvPr/>
          </p:nvSpPr>
          <p:spPr>
            <a:xfrm>
              <a:off x="2050652"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6" name="Cube 1045"/>
            <p:cNvSpPr/>
            <p:nvPr/>
          </p:nvSpPr>
          <p:spPr>
            <a:xfrm>
              <a:off x="2368831"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0" name="Cube 1049"/>
            <p:cNvSpPr/>
            <p:nvPr/>
          </p:nvSpPr>
          <p:spPr>
            <a:xfrm>
              <a:off x="1598205" y="383556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1" name="Cube 1050"/>
            <p:cNvSpPr/>
            <p:nvPr/>
          </p:nvSpPr>
          <p:spPr>
            <a:xfrm>
              <a:off x="1916383" y="383556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4" name="Cube 1053"/>
            <p:cNvSpPr/>
            <p:nvPr/>
          </p:nvSpPr>
          <p:spPr>
            <a:xfrm>
              <a:off x="1598205" y="349791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5" name="Cube 1054"/>
            <p:cNvSpPr/>
            <p:nvPr/>
          </p:nvSpPr>
          <p:spPr>
            <a:xfrm>
              <a:off x="1916383" y="349791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6" name="Cube 1055"/>
            <p:cNvSpPr/>
            <p:nvPr/>
          </p:nvSpPr>
          <p:spPr>
            <a:xfrm>
              <a:off x="2234562" y="349791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8" name="Cube 1057"/>
            <p:cNvSpPr/>
            <p:nvPr/>
          </p:nvSpPr>
          <p:spPr>
            <a:xfrm>
              <a:off x="1598205"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9" name="Cube 1058"/>
            <p:cNvSpPr/>
            <p:nvPr/>
          </p:nvSpPr>
          <p:spPr>
            <a:xfrm>
              <a:off x="1916383"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0" name="Cube 1059"/>
            <p:cNvSpPr/>
            <p:nvPr/>
          </p:nvSpPr>
          <p:spPr>
            <a:xfrm>
              <a:off x="2234562"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1" name="Cube 1060"/>
            <p:cNvSpPr/>
            <p:nvPr/>
          </p:nvSpPr>
          <p:spPr>
            <a:xfrm>
              <a:off x="2552740"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2" name="Cube 1061"/>
            <p:cNvSpPr/>
            <p:nvPr/>
          </p:nvSpPr>
          <p:spPr>
            <a:xfrm>
              <a:off x="1598205"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3" name="Cube 1062"/>
            <p:cNvSpPr/>
            <p:nvPr/>
          </p:nvSpPr>
          <p:spPr>
            <a:xfrm>
              <a:off x="1916383"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4" name="Cube 1063"/>
            <p:cNvSpPr/>
            <p:nvPr/>
          </p:nvSpPr>
          <p:spPr>
            <a:xfrm>
              <a:off x="2234562"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5" name="Cube 1064"/>
            <p:cNvSpPr/>
            <p:nvPr/>
          </p:nvSpPr>
          <p:spPr>
            <a:xfrm>
              <a:off x="2552740"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6" name="Cube 1065"/>
            <p:cNvSpPr/>
            <p:nvPr/>
          </p:nvSpPr>
          <p:spPr>
            <a:xfrm>
              <a:off x="1598205"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7" name="Cube 1066"/>
            <p:cNvSpPr/>
            <p:nvPr/>
          </p:nvSpPr>
          <p:spPr>
            <a:xfrm>
              <a:off x="1916383"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8" name="Cube 1067"/>
            <p:cNvSpPr/>
            <p:nvPr/>
          </p:nvSpPr>
          <p:spPr>
            <a:xfrm>
              <a:off x="2234562"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9" name="Cube 1068"/>
            <p:cNvSpPr/>
            <p:nvPr/>
          </p:nvSpPr>
          <p:spPr>
            <a:xfrm>
              <a:off x="2552740" y="248495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0" name="Cube 1069"/>
            <p:cNvSpPr/>
            <p:nvPr/>
          </p:nvSpPr>
          <p:spPr>
            <a:xfrm>
              <a:off x="1598205"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1" name="Cube 1070"/>
            <p:cNvSpPr/>
            <p:nvPr/>
          </p:nvSpPr>
          <p:spPr>
            <a:xfrm>
              <a:off x="1916383"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2" name="Cube 1071"/>
            <p:cNvSpPr/>
            <p:nvPr/>
          </p:nvSpPr>
          <p:spPr>
            <a:xfrm>
              <a:off x="2234562"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3" name="Cube 1072"/>
            <p:cNvSpPr/>
            <p:nvPr/>
          </p:nvSpPr>
          <p:spPr>
            <a:xfrm>
              <a:off x="2552740" y="214730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8" name="Cube 1077"/>
            <p:cNvSpPr/>
            <p:nvPr/>
          </p:nvSpPr>
          <p:spPr>
            <a:xfrm>
              <a:off x="1463939"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9" name="Cube 1078"/>
            <p:cNvSpPr/>
            <p:nvPr/>
          </p:nvSpPr>
          <p:spPr>
            <a:xfrm>
              <a:off x="1782117"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0" name="Cube 1079"/>
            <p:cNvSpPr/>
            <p:nvPr/>
          </p:nvSpPr>
          <p:spPr>
            <a:xfrm>
              <a:off x="2100296"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2" name="Cube 1081"/>
            <p:cNvSpPr/>
            <p:nvPr/>
          </p:nvSpPr>
          <p:spPr>
            <a:xfrm>
              <a:off x="1463939"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3" name="Cube 1082"/>
            <p:cNvSpPr/>
            <p:nvPr/>
          </p:nvSpPr>
          <p:spPr>
            <a:xfrm>
              <a:off x="1782117"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4" name="Cube 1083"/>
            <p:cNvSpPr/>
            <p:nvPr/>
          </p:nvSpPr>
          <p:spPr>
            <a:xfrm>
              <a:off x="2100296"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5" name="Cube 1084"/>
            <p:cNvSpPr/>
            <p:nvPr/>
          </p:nvSpPr>
          <p:spPr>
            <a:xfrm>
              <a:off x="2418474" y="32792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6" name="Cube 1085"/>
            <p:cNvSpPr/>
            <p:nvPr/>
          </p:nvSpPr>
          <p:spPr>
            <a:xfrm>
              <a:off x="1463939"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7" name="Cube 1086"/>
            <p:cNvSpPr/>
            <p:nvPr/>
          </p:nvSpPr>
          <p:spPr>
            <a:xfrm>
              <a:off x="1782117"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8" name="Cube 1087"/>
            <p:cNvSpPr/>
            <p:nvPr/>
          </p:nvSpPr>
          <p:spPr>
            <a:xfrm>
              <a:off x="2100296"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9" name="Cube 1088"/>
            <p:cNvSpPr/>
            <p:nvPr/>
          </p:nvSpPr>
          <p:spPr>
            <a:xfrm>
              <a:off x="2418474"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0" name="Cube 1089"/>
            <p:cNvSpPr/>
            <p:nvPr/>
          </p:nvSpPr>
          <p:spPr>
            <a:xfrm>
              <a:off x="1463939"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1" name="Cube 1090"/>
            <p:cNvSpPr/>
            <p:nvPr/>
          </p:nvSpPr>
          <p:spPr>
            <a:xfrm>
              <a:off x="1782117"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2" name="Cube 1091"/>
            <p:cNvSpPr/>
            <p:nvPr/>
          </p:nvSpPr>
          <p:spPr>
            <a:xfrm>
              <a:off x="2100296"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3" name="Cube 1092"/>
            <p:cNvSpPr/>
            <p:nvPr/>
          </p:nvSpPr>
          <p:spPr>
            <a:xfrm>
              <a:off x="2418474"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4" name="Cube 1093"/>
            <p:cNvSpPr/>
            <p:nvPr/>
          </p:nvSpPr>
          <p:spPr>
            <a:xfrm>
              <a:off x="1463939"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5" name="Cube 1094"/>
            <p:cNvSpPr/>
            <p:nvPr/>
          </p:nvSpPr>
          <p:spPr>
            <a:xfrm>
              <a:off x="1782117"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6" name="Cube 1095"/>
            <p:cNvSpPr/>
            <p:nvPr/>
          </p:nvSpPr>
          <p:spPr>
            <a:xfrm>
              <a:off x="2100296"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7" name="Cube 1096"/>
            <p:cNvSpPr/>
            <p:nvPr/>
          </p:nvSpPr>
          <p:spPr>
            <a:xfrm>
              <a:off x="2418474"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8" name="Cube 1097"/>
            <p:cNvSpPr/>
            <p:nvPr/>
          </p:nvSpPr>
          <p:spPr>
            <a:xfrm>
              <a:off x="1329673"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9" name="Cube 1098"/>
            <p:cNvSpPr/>
            <p:nvPr/>
          </p:nvSpPr>
          <p:spPr>
            <a:xfrm>
              <a:off x="1647851"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0" name="Cube 1099"/>
            <p:cNvSpPr/>
            <p:nvPr/>
          </p:nvSpPr>
          <p:spPr>
            <a:xfrm>
              <a:off x="1966030"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1329673"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4" name="Cube 1103"/>
            <p:cNvSpPr/>
            <p:nvPr/>
          </p:nvSpPr>
          <p:spPr>
            <a:xfrm>
              <a:off x="1647851"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5" name="Cube 1104"/>
            <p:cNvSpPr/>
            <p:nvPr/>
          </p:nvSpPr>
          <p:spPr>
            <a:xfrm>
              <a:off x="1966030"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6" name="Cube 1105"/>
            <p:cNvSpPr/>
            <p:nvPr/>
          </p:nvSpPr>
          <p:spPr>
            <a:xfrm>
              <a:off x="2284208"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2602386"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8" name="Cube 1107"/>
            <p:cNvSpPr/>
            <p:nvPr/>
          </p:nvSpPr>
          <p:spPr>
            <a:xfrm>
              <a:off x="1329673"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1647851"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0" name="Cube 1109"/>
            <p:cNvSpPr/>
            <p:nvPr/>
          </p:nvSpPr>
          <p:spPr>
            <a:xfrm>
              <a:off x="1966030"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1" name="Cube 1110"/>
            <p:cNvSpPr/>
            <p:nvPr/>
          </p:nvSpPr>
          <p:spPr>
            <a:xfrm>
              <a:off x="2284208"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2" name="Cube 1111"/>
            <p:cNvSpPr/>
            <p:nvPr/>
          </p:nvSpPr>
          <p:spPr>
            <a:xfrm>
              <a:off x="2602386"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3" name="Cube 1112"/>
            <p:cNvSpPr/>
            <p:nvPr/>
          </p:nvSpPr>
          <p:spPr>
            <a:xfrm>
              <a:off x="1329673"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4" name="Cube 1113"/>
            <p:cNvSpPr/>
            <p:nvPr/>
          </p:nvSpPr>
          <p:spPr>
            <a:xfrm>
              <a:off x="1647851"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5" name="Cube 1114"/>
            <p:cNvSpPr/>
            <p:nvPr/>
          </p:nvSpPr>
          <p:spPr>
            <a:xfrm>
              <a:off x="1966030"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6" name="Cube 1115"/>
            <p:cNvSpPr/>
            <p:nvPr/>
          </p:nvSpPr>
          <p:spPr>
            <a:xfrm>
              <a:off x="2284208"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7" name="Cube 1116"/>
            <p:cNvSpPr/>
            <p:nvPr/>
          </p:nvSpPr>
          <p:spPr>
            <a:xfrm>
              <a:off x="2602386"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8" name="Cube 1117"/>
            <p:cNvSpPr/>
            <p:nvPr/>
          </p:nvSpPr>
          <p:spPr>
            <a:xfrm>
              <a:off x="1329673"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9" name="Cube 1118"/>
            <p:cNvSpPr/>
            <p:nvPr/>
          </p:nvSpPr>
          <p:spPr>
            <a:xfrm>
              <a:off x="1647851"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0" name="Cube 1119"/>
            <p:cNvSpPr/>
            <p:nvPr/>
          </p:nvSpPr>
          <p:spPr>
            <a:xfrm>
              <a:off x="1966030"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1" name="Cube 1120"/>
            <p:cNvSpPr/>
            <p:nvPr/>
          </p:nvSpPr>
          <p:spPr>
            <a:xfrm>
              <a:off x="2284208"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2" name="Cube 1121"/>
            <p:cNvSpPr/>
            <p:nvPr/>
          </p:nvSpPr>
          <p:spPr>
            <a:xfrm>
              <a:off x="2602386" y="238522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3" name="Cube 1122"/>
            <p:cNvSpPr/>
            <p:nvPr/>
          </p:nvSpPr>
          <p:spPr>
            <a:xfrm>
              <a:off x="1329673"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4" name="Cube 1123"/>
            <p:cNvSpPr/>
            <p:nvPr/>
          </p:nvSpPr>
          <p:spPr>
            <a:xfrm>
              <a:off x="1647851"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5" name="Cube 1124"/>
            <p:cNvSpPr/>
            <p:nvPr/>
          </p:nvSpPr>
          <p:spPr>
            <a:xfrm>
              <a:off x="1966030"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6" name="Cube 1125"/>
            <p:cNvSpPr/>
            <p:nvPr/>
          </p:nvSpPr>
          <p:spPr>
            <a:xfrm>
              <a:off x="2284208"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7" name="Cube 1126"/>
            <p:cNvSpPr/>
            <p:nvPr/>
          </p:nvSpPr>
          <p:spPr>
            <a:xfrm>
              <a:off x="2602386"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8" name="Cube 1127"/>
            <p:cNvSpPr/>
            <p:nvPr/>
          </p:nvSpPr>
          <p:spPr>
            <a:xfrm>
              <a:off x="1195407"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9" name="Cube 1128"/>
            <p:cNvSpPr/>
            <p:nvPr/>
          </p:nvSpPr>
          <p:spPr>
            <a:xfrm>
              <a:off x="1513585"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Cube 1129"/>
            <p:cNvSpPr/>
            <p:nvPr/>
          </p:nvSpPr>
          <p:spPr>
            <a:xfrm>
              <a:off x="1831764"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3" name="Cube 1132"/>
            <p:cNvSpPr/>
            <p:nvPr/>
          </p:nvSpPr>
          <p:spPr>
            <a:xfrm>
              <a:off x="1195407"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4" name="Cube 1133"/>
            <p:cNvSpPr/>
            <p:nvPr/>
          </p:nvSpPr>
          <p:spPr>
            <a:xfrm>
              <a:off x="1513585"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5" name="Cube 1134"/>
            <p:cNvSpPr/>
            <p:nvPr/>
          </p:nvSpPr>
          <p:spPr>
            <a:xfrm>
              <a:off x="1831764"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6" name="Cube 1135"/>
            <p:cNvSpPr/>
            <p:nvPr/>
          </p:nvSpPr>
          <p:spPr>
            <a:xfrm>
              <a:off x="2149942"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7" name="Cube 1136"/>
            <p:cNvSpPr/>
            <p:nvPr/>
          </p:nvSpPr>
          <p:spPr>
            <a:xfrm>
              <a:off x="2468120"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8" name="Cube 1137"/>
            <p:cNvSpPr/>
            <p:nvPr/>
          </p:nvSpPr>
          <p:spPr>
            <a:xfrm>
              <a:off x="1195407"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9" name="Cube 1138"/>
            <p:cNvSpPr/>
            <p:nvPr/>
          </p:nvSpPr>
          <p:spPr>
            <a:xfrm>
              <a:off x="1513585"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0" name="Cube 1139"/>
            <p:cNvSpPr/>
            <p:nvPr/>
          </p:nvSpPr>
          <p:spPr>
            <a:xfrm>
              <a:off x="1831764"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1" name="Cube 1140"/>
            <p:cNvSpPr/>
            <p:nvPr/>
          </p:nvSpPr>
          <p:spPr>
            <a:xfrm>
              <a:off x="2149942"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2" name="Cube 1141"/>
            <p:cNvSpPr/>
            <p:nvPr/>
          </p:nvSpPr>
          <p:spPr>
            <a:xfrm>
              <a:off x="2468120"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3" name="Cube 1142"/>
            <p:cNvSpPr/>
            <p:nvPr/>
          </p:nvSpPr>
          <p:spPr>
            <a:xfrm>
              <a:off x="1195407"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4" name="Cube 1143"/>
            <p:cNvSpPr/>
            <p:nvPr/>
          </p:nvSpPr>
          <p:spPr>
            <a:xfrm>
              <a:off x="1513585"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5" name="Cube 1144"/>
            <p:cNvSpPr/>
            <p:nvPr/>
          </p:nvSpPr>
          <p:spPr>
            <a:xfrm>
              <a:off x="1831764"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6" name="Cube 1145"/>
            <p:cNvSpPr/>
            <p:nvPr/>
          </p:nvSpPr>
          <p:spPr>
            <a:xfrm>
              <a:off x="2149942"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7" name="Cube 1146"/>
            <p:cNvSpPr/>
            <p:nvPr/>
          </p:nvSpPr>
          <p:spPr>
            <a:xfrm>
              <a:off x="2468120"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8" name="Cube 1147"/>
            <p:cNvSpPr/>
            <p:nvPr/>
          </p:nvSpPr>
          <p:spPr>
            <a:xfrm>
              <a:off x="1195407"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9" name="Cube 1148"/>
            <p:cNvSpPr/>
            <p:nvPr/>
          </p:nvSpPr>
          <p:spPr>
            <a:xfrm>
              <a:off x="1513585"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0" name="Cube 1149"/>
            <p:cNvSpPr/>
            <p:nvPr/>
          </p:nvSpPr>
          <p:spPr>
            <a:xfrm>
              <a:off x="1831764"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1" name="Cube 1150"/>
            <p:cNvSpPr/>
            <p:nvPr/>
          </p:nvSpPr>
          <p:spPr>
            <a:xfrm>
              <a:off x="2149942"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2" name="Cube 1151"/>
            <p:cNvSpPr/>
            <p:nvPr/>
          </p:nvSpPr>
          <p:spPr>
            <a:xfrm>
              <a:off x="2468120"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3" name="Cube 1152"/>
            <p:cNvSpPr/>
            <p:nvPr/>
          </p:nvSpPr>
          <p:spPr>
            <a:xfrm>
              <a:off x="1195407"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4" name="Cube 1153"/>
            <p:cNvSpPr/>
            <p:nvPr/>
          </p:nvSpPr>
          <p:spPr>
            <a:xfrm>
              <a:off x="1513585"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5" name="Cube 1154"/>
            <p:cNvSpPr/>
            <p:nvPr/>
          </p:nvSpPr>
          <p:spPr>
            <a:xfrm>
              <a:off x="1831764"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6" name="Cube 1155"/>
            <p:cNvSpPr/>
            <p:nvPr/>
          </p:nvSpPr>
          <p:spPr>
            <a:xfrm>
              <a:off x="2149942"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7" name="Cube 1156"/>
            <p:cNvSpPr/>
            <p:nvPr/>
          </p:nvSpPr>
          <p:spPr>
            <a:xfrm>
              <a:off x="2468120"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4" name="Cube 1163"/>
            <p:cNvSpPr/>
            <p:nvPr/>
          </p:nvSpPr>
          <p:spPr>
            <a:xfrm>
              <a:off x="1061141"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5" name="Cube 1164"/>
            <p:cNvSpPr/>
            <p:nvPr/>
          </p:nvSpPr>
          <p:spPr>
            <a:xfrm>
              <a:off x="1379319"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6" name="Cube 1165"/>
            <p:cNvSpPr/>
            <p:nvPr/>
          </p:nvSpPr>
          <p:spPr>
            <a:xfrm>
              <a:off x="1697498"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7" name="Cube 1166"/>
            <p:cNvSpPr/>
            <p:nvPr/>
          </p:nvSpPr>
          <p:spPr>
            <a:xfrm>
              <a:off x="2015676"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8" name="Cube 1167"/>
            <p:cNvSpPr/>
            <p:nvPr/>
          </p:nvSpPr>
          <p:spPr>
            <a:xfrm>
              <a:off x="2333854"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0" name="Cube 1169"/>
            <p:cNvSpPr/>
            <p:nvPr/>
          </p:nvSpPr>
          <p:spPr>
            <a:xfrm>
              <a:off x="1061141"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1" name="Cube 1170"/>
            <p:cNvSpPr/>
            <p:nvPr/>
          </p:nvSpPr>
          <p:spPr>
            <a:xfrm>
              <a:off x="1379319"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2" name="Cube 1171"/>
            <p:cNvSpPr/>
            <p:nvPr/>
          </p:nvSpPr>
          <p:spPr>
            <a:xfrm>
              <a:off x="1697498"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3" name="Cube 1172"/>
            <p:cNvSpPr/>
            <p:nvPr/>
          </p:nvSpPr>
          <p:spPr>
            <a:xfrm>
              <a:off x="2015676"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4" name="Cube 1173"/>
            <p:cNvSpPr/>
            <p:nvPr/>
          </p:nvSpPr>
          <p:spPr>
            <a:xfrm>
              <a:off x="2333854"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6" name="Cube 1175"/>
            <p:cNvSpPr/>
            <p:nvPr/>
          </p:nvSpPr>
          <p:spPr>
            <a:xfrm>
              <a:off x="1061141"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7" name="Cube 1176"/>
            <p:cNvSpPr/>
            <p:nvPr/>
          </p:nvSpPr>
          <p:spPr>
            <a:xfrm>
              <a:off x="1379319"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8" name="Cube 1177"/>
            <p:cNvSpPr/>
            <p:nvPr/>
          </p:nvSpPr>
          <p:spPr>
            <a:xfrm>
              <a:off x="1697498"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9" name="Cube 1178"/>
            <p:cNvSpPr/>
            <p:nvPr/>
          </p:nvSpPr>
          <p:spPr>
            <a:xfrm>
              <a:off x="2015676"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0" name="Cube 1179"/>
            <p:cNvSpPr/>
            <p:nvPr/>
          </p:nvSpPr>
          <p:spPr>
            <a:xfrm>
              <a:off x="2333854"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2" name="Cube 1181"/>
            <p:cNvSpPr/>
            <p:nvPr/>
          </p:nvSpPr>
          <p:spPr>
            <a:xfrm>
              <a:off x="1061141"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3" name="Cube 1182"/>
            <p:cNvSpPr/>
            <p:nvPr/>
          </p:nvSpPr>
          <p:spPr>
            <a:xfrm>
              <a:off x="1379319"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4" name="Cube 1183"/>
            <p:cNvSpPr/>
            <p:nvPr/>
          </p:nvSpPr>
          <p:spPr>
            <a:xfrm>
              <a:off x="1697498"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5" name="Cube 1184"/>
            <p:cNvSpPr/>
            <p:nvPr/>
          </p:nvSpPr>
          <p:spPr>
            <a:xfrm>
              <a:off x="2015676"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6" name="Cube 1185"/>
            <p:cNvSpPr/>
            <p:nvPr/>
          </p:nvSpPr>
          <p:spPr>
            <a:xfrm>
              <a:off x="2333854"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8" name="Cube 1187"/>
            <p:cNvSpPr/>
            <p:nvPr/>
          </p:nvSpPr>
          <p:spPr>
            <a:xfrm>
              <a:off x="1061141"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9" name="Cube 1188"/>
            <p:cNvSpPr/>
            <p:nvPr/>
          </p:nvSpPr>
          <p:spPr>
            <a:xfrm>
              <a:off x="1379319"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0" name="Cube 1189"/>
            <p:cNvSpPr/>
            <p:nvPr/>
          </p:nvSpPr>
          <p:spPr>
            <a:xfrm>
              <a:off x="1697498"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1" name="Cube 1190"/>
            <p:cNvSpPr/>
            <p:nvPr/>
          </p:nvSpPr>
          <p:spPr>
            <a:xfrm>
              <a:off x="2015676"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2" name="Cube 1191"/>
            <p:cNvSpPr/>
            <p:nvPr/>
          </p:nvSpPr>
          <p:spPr>
            <a:xfrm>
              <a:off x="2333854"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4" name="Cube 1193"/>
            <p:cNvSpPr/>
            <p:nvPr/>
          </p:nvSpPr>
          <p:spPr>
            <a:xfrm>
              <a:off x="926875"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5" name="Cube 1194"/>
            <p:cNvSpPr/>
            <p:nvPr/>
          </p:nvSpPr>
          <p:spPr>
            <a:xfrm>
              <a:off x="1245053"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6" name="Cube 1195"/>
            <p:cNvSpPr/>
            <p:nvPr/>
          </p:nvSpPr>
          <p:spPr>
            <a:xfrm>
              <a:off x="1563232"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7" name="Cube 1196"/>
            <p:cNvSpPr/>
            <p:nvPr/>
          </p:nvSpPr>
          <p:spPr>
            <a:xfrm>
              <a:off x="1881410"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8" name="Cube 1197"/>
            <p:cNvSpPr/>
            <p:nvPr/>
          </p:nvSpPr>
          <p:spPr>
            <a:xfrm>
              <a:off x="2199588"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0" name="Cube 1199"/>
            <p:cNvSpPr/>
            <p:nvPr/>
          </p:nvSpPr>
          <p:spPr>
            <a:xfrm>
              <a:off x="926875"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1" name="Cube 1200"/>
            <p:cNvSpPr/>
            <p:nvPr/>
          </p:nvSpPr>
          <p:spPr>
            <a:xfrm>
              <a:off x="1245053"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2" name="Cube 1201"/>
            <p:cNvSpPr/>
            <p:nvPr/>
          </p:nvSpPr>
          <p:spPr>
            <a:xfrm>
              <a:off x="1563232"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3" name="Cube 1202"/>
            <p:cNvSpPr/>
            <p:nvPr/>
          </p:nvSpPr>
          <p:spPr>
            <a:xfrm>
              <a:off x="1881410"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4" name="Cube 1203"/>
            <p:cNvSpPr/>
            <p:nvPr/>
          </p:nvSpPr>
          <p:spPr>
            <a:xfrm>
              <a:off x="2199588"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6" name="Cube 1205"/>
            <p:cNvSpPr/>
            <p:nvPr/>
          </p:nvSpPr>
          <p:spPr>
            <a:xfrm>
              <a:off x="926875"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7" name="Cube 1206"/>
            <p:cNvSpPr/>
            <p:nvPr/>
          </p:nvSpPr>
          <p:spPr>
            <a:xfrm>
              <a:off x="1245053"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8" name="Cube 1207"/>
            <p:cNvSpPr/>
            <p:nvPr/>
          </p:nvSpPr>
          <p:spPr>
            <a:xfrm>
              <a:off x="1563232"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9" name="Cube 1208"/>
            <p:cNvSpPr/>
            <p:nvPr/>
          </p:nvSpPr>
          <p:spPr>
            <a:xfrm>
              <a:off x="1881410"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0" name="Cube 1209"/>
            <p:cNvSpPr/>
            <p:nvPr/>
          </p:nvSpPr>
          <p:spPr>
            <a:xfrm>
              <a:off x="2199588"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2" name="Cube 1211"/>
            <p:cNvSpPr/>
            <p:nvPr/>
          </p:nvSpPr>
          <p:spPr>
            <a:xfrm>
              <a:off x="926875"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3" name="Cube 1212"/>
            <p:cNvSpPr/>
            <p:nvPr/>
          </p:nvSpPr>
          <p:spPr>
            <a:xfrm>
              <a:off x="1245053"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4" name="Cube 1213"/>
            <p:cNvSpPr/>
            <p:nvPr/>
          </p:nvSpPr>
          <p:spPr>
            <a:xfrm>
              <a:off x="1563232"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5" name="Cube 1214"/>
            <p:cNvSpPr/>
            <p:nvPr/>
          </p:nvSpPr>
          <p:spPr>
            <a:xfrm>
              <a:off x="1881410"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6" name="Cube 1215"/>
            <p:cNvSpPr/>
            <p:nvPr/>
          </p:nvSpPr>
          <p:spPr>
            <a:xfrm>
              <a:off x="2199588"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8" name="Cube 1217"/>
            <p:cNvSpPr/>
            <p:nvPr/>
          </p:nvSpPr>
          <p:spPr>
            <a:xfrm>
              <a:off x="926875"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9" name="Cube 1218"/>
            <p:cNvSpPr/>
            <p:nvPr/>
          </p:nvSpPr>
          <p:spPr>
            <a:xfrm>
              <a:off x="1245053"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0" name="Cube 1219"/>
            <p:cNvSpPr/>
            <p:nvPr/>
          </p:nvSpPr>
          <p:spPr>
            <a:xfrm>
              <a:off x="1563232"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1" name="Cube 1220"/>
            <p:cNvSpPr/>
            <p:nvPr/>
          </p:nvSpPr>
          <p:spPr>
            <a:xfrm>
              <a:off x="1881410"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2" name="Cube 1221"/>
            <p:cNvSpPr/>
            <p:nvPr/>
          </p:nvSpPr>
          <p:spPr>
            <a:xfrm>
              <a:off x="2199588"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4" name="Cube 1223"/>
            <p:cNvSpPr/>
            <p:nvPr/>
          </p:nvSpPr>
          <p:spPr>
            <a:xfrm>
              <a:off x="792609"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5" name="Cube 1224"/>
            <p:cNvSpPr/>
            <p:nvPr/>
          </p:nvSpPr>
          <p:spPr>
            <a:xfrm>
              <a:off x="1110787"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6" name="Cube 1225"/>
            <p:cNvSpPr/>
            <p:nvPr/>
          </p:nvSpPr>
          <p:spPr>
            <a:xfrm>
              <a:off x="1428966"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7" name="Cube 1226"/>
            <p:cNvSpPr/>
            <p:nvPr/>
          </p:nvSpPr>
          <p:spPr>
            <a:xfrm>
              <a:off x="1747144"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8" name="Cube 1227"/>
            <p:cNvSpPr/>
            <p:nvPr/>
          </p:nvSpPr>
          <p:spPr>
            <a:xfrm>
              <a:off x="2065322"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0" name="Cube 1229"/>
            <p:cNvSpPr/>
            <p:nvPr/>
          </p:nvSpPr>
          <p:spPr>
            <a:xfrm>
              <a:off x="792609"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1" name="Cube 1230"/>
            <p:cNvSpPr/>
            <p:nvPr/>
          </p:nvSpPr>
          <p:spPr>
            <a:xfrm>
              <a:off x="1110787"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2" name="Cube 1231"/>
            <p:cNvSpPr/>
            <p:nvPr/>
          </p:nvSpPr>
          <p:spPr>
            <a:xfrm>
              <a:off x="1428966"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3" name="Cube 1232"/>
            <p:cNvSpPr/>
            <p:nvPr/>
          </p:nvSpPr>
          <p:spPr>
            <a:xfrm>
              <a:off x="1747144"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4" name="Cube 1233"/>
            <p:cNvSpPr/>
            <p:nvPr/>
          </p:nvSpPr>
          <p:spPr>
            <a:xfrm>
              <a:off x="2065322"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6" name="Cube 1235"/>
            <p:cNvSpPr/>
            <p:nvPr/>
          </p:nvSpPr>
          <p:spPr>
            <a:xfrm>
              <a:off x="792609"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7" name="Cube 1236"/>
            <p:cNvSpPr/>
            <p:nvPr/>
          </p:nvSpPr>
          <p:spPr>
            <a:xfrm>
              <a:off x="1110787"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8" name="Cube 1237"/>
            <p:cNvSpPr/>
            <p:nvPr/>
          </p:nvSpPr>
          <p:spPr>
            <a:xfrm>
              <a:off x="1428966"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9" name="Cube 1238"/>
            <p:cNvSpPr/>
            <p:nvPr/>
          </p:nvSpPr>
          <p:spPr>
            <a:xfrm>
              <a:off x="1747144"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0" name="Cube 1239"/>
            <p:cNvSpPr/>
            <p:nvPr/>
          </p:nvSpPr>
          <p:spPr>
            <a:xfrm>
              <a:off x="2065322"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2" name="Cube 1241"/>
            <p:cNvSpPr/>
            <p:nvPr/>
          </p:nvSpPr>
          <p:spPr>
            <a:xfrm>
              <a:off x="792609"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3" name="Cube 1242"/>
            <p:cNvSpPr/>
            <p:nvPr/>
          </p:nvSpPr>
          <p:spPr>
            <a:xfrm>
              <a:off x="1110787"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4" name="Cube 1243"/>
            <p:cNvSpPr/>
            <p:nvPr/>
          </p:nvSpPr>
          <p:spPr>
            <a:xfrm>
              <a:off x="1428966"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5" name="Cube 1244"/>
            <p:cNvSpPr/>
            <p:nvPr/>
          </p:nvSpPr>
          <p:spPr>
            <a:xfrm>
              <a:off x="1747144"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6" name="Cube 1245"/>
            <p:cNvSpPr/>
            <p:nvPr/>
          </p:nvSpPr>
          <p:spPr>
            <a:xfrm>
              <a:off x="2065322"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8" name="Cube 1247"/>
            <p:cNvSpPr/>
            <p:nvPr/>
          </p:nvSpPr>
          <p:spPr>
            <a:xfrm>
              <a:off x="792609"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9" name="Cube 1248"/>
            <p:cNvSpPr/>
            <p:nvPr/>
          </p:nvSpPr>
          <p:spPr>
            <a:xfrm>
              <a:off x="1110787"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0" name="Cube 1249"/>
            <p:cNvSpPr/>
            <p:nvPr/>
          </p:nvSpPr>
          <p:spPr>
            <a:xfrm>
              <a:off x="1428966"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1" name="Cube 1250"/>
            <p:cNvSpPr/>
            <p:nvPr/>
          </p:nvSpPr>
          <p:spPr>
            <a:xfrm>
              <a:off x="1747144"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2" name="Cube 1251"/>
            <p:cNvSpPr/>
            <p:nvPr/>
          </p:nvSpPr>
          <p:spPr>
            <a:xfrm>
              <a:off x="2065322"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 name="Straight Arrow Connector 2"/>
            <p:cNvCxnSpPr/>
            <p:nvPr/>
          </p:nvCxnSpPr>
          <p:spPr>
            <a:xfrm>
              <a:off x="1028608" y="2216716"/>
              <a:ext cx="18288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34486" y="2313649"/>
              <a:ext cx="864339" cy="261610"/>
            </a:xfrm>
            <a:prstGeom prst="rect">
              <a:avLst/>
            </a:prstGeom>
            <a:noFill/>
          </p:spPr>
          <p:txBody>
            <a:bodyPr wrap="none" rtlCol="0">
              <a:spAutoFit/>
            </a:bodyPr>
            <a:lstStyle/>
            <a:p>
              <a:r>
                <a:rPr lang="en-US" sz="1100" dirty="0" err="1">
                  <a:latin typeface="Lucida Console" panose="020B0609040504020204" pitchFamily="49" charset="0"/>
                </a:rPr>
                <a:t>inPrev_s</a:t>
              </a:r>
              <a:endParaRPr lang="en-US" sz="1100" dirty="0">
                <a:latin typeface="Lucida Console" panose="020B0609040504020204" pitchFamily="49" charset="0"/>
              </a:endParaRPr>
            </a:p>
          </p:txBody>
        </p:sp>
        <p:sp>
          <p:nvSpPr>
            <p:cNvPr id="703" name="TextBox 702"/>
            <p:cNvSpPr txBox="1"/>
            <p:nvPr/>
          </p:nvSpPr>
          <p:spPr>
            <a:xfrm>
              <a:off x="106472" y="2197723"/>
              <a:ext cx="864339" cy="261610"/>
            </a:xfrm>
            <a:prstGeom prst="rect">
              <a:avLst/>
            </a:prstGeom>
            <a:noFill/>
          </p:spPr>
          <p:txBody>
            <a:bodyPr wrap="none" rtlCol="0">
              <a:spAutoFit/>
            </a:bodyPr>
            <a:lstStyle/>
            <a:p>
              <a:r>
                <a:rPr lang="en-US" sz="1100" dirty="0" err="1">
                  <a:latin typeface="Lucida Console" panose="020B0609040504020204" pitchFamily="49" charset="0"/>
                </a:rPr>
                <a:t>inCurr_s</a:t>
              </a:r>
              <a:endParaRPr lang="en-US" sz="1100" dirty="0">
                <a:latin typeface="Lucida Console" panose="020B0609040504020204" pitchFamily="49" charset="0"/>
              </a:endParaRPr>
            </a:p>
          </p:txBody>
        </p:sp>
        <p:sp>
          <p:nvSpPr>
            <p:cNvPr id="704" name="TextBox 703"/>
            <p:cNvSpPr txBox="1"/>
            <p:nvPr/>
          </p:nvSpPr>
          <p:spPr>
            <a:xfrm>
              <a:off x="234330" y="2081797"/>
              <a:ext cx="864339" cy="261610"/>
            </a:xfrm>
            <a:prstGeom prst="rect">
              <a:avLst/>
            </a:prstGeom>
            <a:noFill/>
          </p:spPr>
          <p:txBody>
            <a:bodyPr wrap="none" rtlCol="0">
              <a:spAutoFit/>
            </a:bodyPr>
            <a:lstStyle/>
            <a:p>
              <a:r>
                <a:rPr lang="en-US" sz="1100" dirty="0" err="1">
                  <a:latin typeface="Lucida Console" panose="020B0609040504020204" pitchFamily="49" charset="0"/>
                </a:rPr>
                <a:t>inNext_s</a:t>
              </a:r>
              <a:endParaRPr lang="en-US" sz="1100" dirty="0">
                <a:latin typeface="Lucida Console" panose="020B0609040504020204" pitchFamily="49" charset="0"/>
              </a:endParaRPr>
            </a:p>
          </p:txBody>
        </p:sp>
        <p:cxnSp>
          <p:nvCxnSpPr>
            <p:cNvPr id="705" name="Straight Arrow Connector 704"/>
            <p:cNvCxnSpPr/>
            <p:nvPr/>
          </p:nvCxnSpPr>
          <p:spPr>
            <a:xfrm>
              <a:off x="896221" y="2334161"/>
              <a:ext cx="18288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6" name="Straight Arrow Connector 705"/>
            <p:cNvCxnSpPr/>
            <p:nvPr/>
          </p:nvCxnSpPr>
          <p:spPr>
            <a:xfrm>
              <a:off x="763834" y="2451605"/>
              <a:ext cx="18288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 name="TextBox 5"/>
          <p:cNvSpPr txBox="1"/>
          <p:nvPr/>
        </p:nvSpPr>
        <p:spPr>
          <a:xfrm>
            <a:off x="110402" y="5365981"/>
            <a:ext cx="8895650" cy="646331"/>
          </a:xfrm>
          <a:prstGeom prst="rect">
            <a:avLst/>
          </a:prstGeom>
          <a:noFill/>
        </p:spPr>
        <p:txBody>
          <a:bodyPr wrap="square" rtlCol="0">
            <a:spAutoFit/>
          </a:bodyPr>
          <a:lstStyle/>
          <a:p>
            <a:pPr algn="ctr"/>
            <a:r>
              <a:rPr lang="en-US" b="1" u="sng" dirty="0"/>
              <a:t>Observation:</a:t>
            </a:r>
            <a:r>
              <a:rPr lang="en-US" dirty="0"/>
              <a:t> Only the current slice is truly shared by the threads. The previous and next slice elements are only needed by the thread that loaded them.</a:t>
            </a:r>
          </a:p>
        </p:txBody>
      </p:sp>
      <p:sp>
        <p:nvSpPr>
          <p:cNvPr id="707" name="TextBox 706"/>
          <p:cNvSpPr txBox="1"/>
          <p:nvPr/>
        </p:nvSpPr>
        <p:spPr>
          <a:xfrm>
            <a:off x="5501368" y="4974491"/>
            <a:ext cx="1066800" cy="369332"/>
          </a:xfrm>
          <a:prstGeom prst="rect">
            <a:avLst/>
          </a:prstGeom>
          <a:noFill/>
        </p:spPr>
        <p:txBody>
          <a:bodyPr wrap="square" rtlCol="0">
            <a:spAutoFit/>
          </a:bodyPr>
          <a:lstStyle/>
          <a:p>
            <a:pPr algn="ctr"/>
            <a:r>
              <a:rPr lang="en-US" dirty="0"/>
              <a:t>output</a:t>
            </a:r>
          </a:p>
        </p:txBody>
      </p:sp>
      <p:sp>
        <p:nvSpPr>
          <p:cNvPr id="708" name="TextBox 707"/>
          <p:cNvSpPr txBox="1"/>
          <p:nvPr/>
        </p:nvSpPr>
        <p:spPr>
          <a:xfrm>
            <a:off x="902335" y="3947480"/>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sp>
        <p:nvSpPr>
          <p:cNvPr id="711" name="TextBox 710"/>
          <p:cNvSpPr txBox="1"/>
          <p:nvPr/>
        </p:nvSpPr>
        <p:spPr>
          <a:xfrm>
            <a:off x="3299742" y="1179470"/>
            <a:ext cx="1446330" cy="1569660"/>
          </a:xfrm>
          <a:prstGeom prst="rect">
            <a:avLst/>
          </a:prstGeom>
          <a:noFill/>
        </p:spPr>
        <p:txBody>
          <a:bodyPr wrap="square" rtlCol="0">
            <a:spAutoFit/>
          </a:bodyPr>
          <a:lstStyle/>
          <a:p>
            <a:pPr algn="ctr"/>
            <a:r>
              <a:rPr lang="en-US" sz="1600" b="1" dirty="0">
                <a:solidFill>
                  <a:schemeClr val="accent4">
                    <a:lumMod val="75000"/>
                  </a:schemeClr>
                </a:solidFill>
              </a:rPr>
              <a:t>These</a:t>
            </a:r>
            <a:r>
              <a:rPr lang="en-US" sz="1600" dirty="0"/>
              <a:t> input elements are only used with </a:t>
            </a:r>
            <a:r>
              <a:rPr lang="en-US" sz="1600" b="1" dirty="0">
                <a:solidFill>
                  <a:srgbClr val="7030A0"/>
                </a:solidFill>
              </a:rPr>
              <a:t>this</a:t>
            </a:r>
            <a:r>
              <a:rPr lang="en-US" sz="1600" dirty="0"/>
              <a:t> input element</a:t>
            </a:r>
          </a:p>
          <a:p>
            <a:pPr algn="ctr"/>
            <a:endParaRPr lang="en-US" sz="1600" dirty="0"/>
          </a:p>
        </p:txBody>
      </p:sp>
      <p:cxnSp>
        <p:nvCxnSpPr>
          <p:cNvPr id="712" name="Straight Arrow Connector 711"/>
          <p:cNvCxnSpPr/>
          <p:nvPr/>
        </p:nvCxnSpPr>
        <p:spPr>
          <a:xfrm flipH="1">
            <a:off x="2040774" y="1379509"/>
            <a:ext cx="1486760" cy="519078"/>
          </a:xfrm>
          <a:prstGeom prst="straightConnector1">
            <a:avLst/>
          </a:prstGeom>
          <a:ln w="12700">
            <a:solidFill>
              <a:schemeClr val="accent4">
                <a:lumMod val="75000"/>
              </a:schemeClr>
            </a:solidFill>
            <a:tailEnd type="triangle"/>
          </a:ln>
        </p:spPr>
        <p:style>
          <a:lnRef idx="1">
            <a:schemeClr val="accent5"/>
          </a:lnRef>
          <a:fillRef idx="0">
            <a:schemeClr val="accent5"/>
          </a:fillRef>
          <a:effectRef idx="0">
            <a:schemeClr val="accent5"/>
          </a:effectRef>
          <a:fontRef idx="minor">
            <a:schemeClr val="tx1"/>
          </a:fontRef>
        </p:style>
      </p:cxnSp>
      <p:cxnSp>
        <p:nvCxnSpPr>
          <p:cNvPr id="720" name="Straight Arrow Connector 719"/>
          <p:cNvCxnSpPr/>
          <p:nvPr/>
        </p:nvCxnSpPr>
        <p:spPr>
          <a:xfrm flipH="1">
            <a:off x="1731469" y="1383329"/>
            <a:ext cx="1796065" cy="768644"/>
          </a:xfrm>
          <a:prstGeom prst="straightConnector1">
            <a:avLst/>
          </a:prstGeom>
          <a:ln w="12700">
            <a:solidFill>
              <a:schemeClr val="accent4">
                <a:lumMod val="75000"/>
              </a:schemeClr>
            </a:solidFill>
            <a:tailEnd type="triangle"/>
          </a:ln>
        </p:spPr>
        <p:style>
          <a:lnRef idx="1">
            <a:schemeClr val="accent5"/>
          </a:lnRef>
          <a:fillRef idx="0">
            <a:schemeClr val="accent5"/>
          </a:fillRef>
          <a:effectRef idx="0">
            <a:schemeClr val="accent5"/>
          </a:effectRef>
          <a:fontRef idx="minor">
            <a:schemeClr val="tx1"/>
          </a:fontRef>
        </p:style>
      </p:cxnSp>
      <p:cxnSp>
        <p:nvCxnSpPr>
          <p:cNvPr id="722" name="Straight Arrow Connector 721"/>
          <p:cNvCxnSpPr/>
          <p:nvPr/>
        </p:nvCxnSpPr>
        <p:spPr>
          <a:xfrm flipH="1" flipV="1">
            <a:off x="1890744" y="2013608"/>
            <a:ext cx="1720408" cy="70292"/>
          </a:xfrm>
          <a:prstGeom prst="straightConnector1">
            <a:avLst/>
          </a:prstGeom>
          <a:ln w="12700">
            <a:solidFill>
              <a:srgbClr val="7030A0"/>
            </a:solidFill>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938476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1"/>
                                        </p:tgtEl>
                                        <p:attrNameLst>
                                          <p:attrName>style.visibility</p:attrName>
                                        </p:attrNameLst>
                                      </p:cBhvr>
                                      <p:to>
                                        <p:strVal val="visible"/>
                                      </p:to>
                                    </p:set>
                                    <p:animEffect transition="in" filter="fade">
                                      <p:cBhvr>
                                        <p:cTn id="12" dur="500"/>
                                        <p:tgtEl>
                                          <p:spTgt spid="711"/>
                                        </p:tgtEl>
                                      </p:cBhvr>
                                    </p:animEffect>
                                  </p:childTnLst>
                                </p:cTn>
                              </p:par>
                              <p:par>
                                <p:cTn id="13" presetID="10" presetClass="entr" presetSubtype="0" fill="hold" nodeType="withEffect">
                                  <p:stCondLst>
                                    <p:cond delay="0"/>
                                  </p:stCondLst>
                                  <p:childTnLst>
                                    <p:set>
                                      <p:cBhvr>
                                        <p:cTn id="14" dur="1" fill="hold">
                                          <p:stCondLst>
                                            <p:cond delay="0"/>
                                          </p:stCondLst>
                                        </p:cTn>
                                        <p:tgtEl>
                                          <p:spTgt spid="712"/>
                                        </p:tgtEl>
                                        <p:attrNameLst>
                                          <p:attrName>style.visibility</p:attrName>
                                        </p:attrNameLst>
                                      </p:cBhvr>
                                      <p:to>
                                        <p:strVal val="visible"/>
                                      </p:to>
                                    </p:set>
                                    <p:animEffect transition="in" filter="fade">
                                      <p:cBhvr>
                                        <p:cTn id="15" dur="500"/>
                                        <p:tgtEl>
                                          <p:spTgt spid="712"/>
                                        </p:tgtEl>
                                      </p:cBhvr>
                                    </p:animEffect>
                                  </p:childTnLst>
                                </p:cTn>
                              </p:par>
                              <p:par>
                                <p:cTn id="16" presetID="10" presetClass="entr" presetSubtype="0" fill="hold" nodeType="withEffect">
                                  <p:stCondLst>
                                    <p:cond delay="0"/>
                                  </p:stCondLst>
                                  <p:childTnLst>
                                    <p:set>
                                      <p:cBhvr>
                                        <p:cTn id="17" dur="1" fill="hold">
                                          <p:stCondLst>
                                            <p:cond delay="0"/>
                                          </p:stCondLst>
                                        </p:cTn>
                                        <p:tgtEl>
                                          <p:spTgt spid="720"/>
                                        </p:tgtEl>
                                        <p:attrNameLst>
                                          <p:attrName>style.visibility</p:attrName>
                                        </p:attrNameLst>
                                      </p:cBhvr>
                                      <p:to>
                                        <p:strVal val="visible"/>
                                      </p:to>
                                    </p:set>
                                    <p:animEffect transition="in" filter="fade">
                                      <p:cBhvr>
                                        <p:cTn id="18" dur="500"/>
                                        <p:tgtEl>
                                          <p:spTgt spid="720"/>
                                        </p:tgtEl>
                                      </p:cBhvr>
                                    </p:animEffect>
                                  </p:childTnLst>
                                </p:cTn>
                              </p:par>
                              <p:par>
                                <p:cTn id="19" presetID="10" presetClass="entr" presetSubtype="0" fill="hold" nodeType="withEffect">
                                  <p:stCondLst>
                                    <p:cond delay="0"/>
                                  </p:stCondLst>
                                  <p:childTnLst>
                                    <p:set>
                                      <p:cBhvr>
                                        <p:cTn id="20" dur="1" fill="hold">
                                          <p:stCondLst>
                                            <p:cond delay="0"/>
                                          </p:stCondLst>
                                        </p:cTn>
                                        <p:tgtEl>
                                          <p:spTgt spid="722"/>
                                        </p:tgtEl>
                                        <p:attrNameLst>
                                          <p:attrName>style.visibility</p:attrName>
                                        </p:attrNameLst>
                                      </p:cBhvr>
                                      <p:to>
                                        <p:strVal val="visible"/>
                                      </p:to>
                                    </p:set>
                                    <p:animEffect transition="in" filter="fade">
                                      <p:cBhvr>
                                        <p:cTn id="21" dur="500"/>
                                        <p:tgtEl>
                                          <p:spTgt spid="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1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idx="10"/>
          </p:nvPr>
        </p:nvSpPr>
        <p:spPr/>
        <p:txBody>
          <a:bodyPr/>
          <a:lstStyle/>
          <a:p>
            <a:r>
              <a:rPr lang="en-US" dirty="0"/>
              <a:t>Register Tiling</a:t>
            </a:r>
          </a:p>
        </p:txBody>
      </p:sp>
      <p:grpSp>
        <p:nvGrpSpPr>
          <p:cNvPr id="2" name="Group 1"/>
          <p:cNvGrpSpPr/>
          <p:nvPr/>
        </p:nvGrpSpPr>
        <p:grpSpPr>
          <a:xfrm>
            <a:off x="4797050" y="1383329"/>
            <a:ext cx="3533056" cy="3562249"/>
            <a:chOff x="4797050" y="1690689"/>
            <a:chExt cx="3533056" cy="3562249"/>
          </a:xfrm>
        </p:grpSpPr>
        <p:sp>
          <p:nvSpPr>
            <p:cNvPr id="3209" name="Cube 3208"/>
            <p:cNvSpPr/>
            <p:nvPr/>
          </p:nvSpPr>
          <p:spPr>
            <a:xfrm>
              <a:off x="573691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0" name="Cube 3209"/>
            <p:cNvSpPr/>
            <p:nvPr/>
          </p:nvSpPr>
          <p:spPr>
            <a:xfrm>
              <a:off x="605509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1" name="Cube 3210"/>
            <p:cNvSpPr/>
            <p:nvPr/>
          </p:nvSpPr>
          <p:spPr>
            <a:xfrm>
              <a:off x="6373272"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2" name="Cube 3211"/>
            <p:cNvSpPr/>
            <p:nvPr/>
          </p:nvSpPr>
          <p:spPr>
            <a:xfrm>
              <a:off x="6691450"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3" name="Cube 3212"/>
            <p:cNvSpPr/>
            <p:nvPr/>
          </p:nvSpPr>
          <p:spPr>
            <a:xfrm>
              <a:off x="7009628"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4" name="Cube 3213"/>
            <p:cNvSpPr/>
            <p:nvPr/>
          </p:nvSpPr>
          <p:spPr>
            <a:xfrm>
              <a:off x="7327807"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5" name="Cube 3214"/>
            <p:cNvSpPr/>
            <p:nvPr/>
          </p:nvSpPr>
          <p:spPr>
            <a:xfrm>
              <a:off x="7645985"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6" name="Cube 3215"/>
            <p:cNvSpPr/>
            <p:nvPr/>
          </p:nvSpPr>
          <p:spPr>
            <a:xfrm>
              <a:off x="7964163" y="405426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7" name="Cube 3216"/>
            <p:cNvSpPr/>
            <p:nvPr/>
          </p:nvSpPr>
          <p:spPr>
            <a:xfrm>
              <a:off x="573691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8" name="Cube 3217"/>
            <p:cNvSpPr/>
            <p:nvPr/>
          </p:nvSpPr>
          <p:spPr>
            <a:xfrm>
              <a:off x="605509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19" name="Cube 3218"/>
            <p:cNvSpPr/>
            <p:nvPr/>
          </p:nvSpPr>
          <p:spPr>
            <a:xfrm>
              <a:off x="6373272"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0" name="Cube 3219"/>
            <p:cNvSpPr/>
            <p:nvPr/>
          </p:nvSpPr>
          <p:spPr>
            <a:xfrm>
              <a:off x="6691450"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1" name="Cube 3220"/>
            <p:cNvSpPr/>
            <p:nvPr/>
          </p:nvSpPr>
          <p:spPr>
            <a:xfrm>
              <a:off x="7009628"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2" name="Cube 3221"/>
            <p:cNvSpPr/>
            <p:nvPr/>
          </p:nvSpPr>
          <p:spPr>
            <a:xfrm>
              <a:off x="7327807"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3" name="Cube 3222"/>
            <p:cNvSpPr/>
            <p:nvPr/>
          </p:nvSpPr>
          <p:spPr>
            <a:xfrm>
              <a:off x="7645985"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4" name="Cube 3223"/>
            <p:cNvSpPr/>
            <p:nvPr/>
          </p:nvSpPr>
          <p:spPr>
            <a:xfrm>
              <a:off x="7964163" y="371660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5" name="Cube 3224"/>
            <p:cNvSpPr/>
            <p:nvPr/>
          </p:nvSpPr>
          <p:spPr>
            <a:xfrm>
              <a:off x="5736915" y="337895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6" name="Cube 3225"/>
            <p:cNvSpPr/>
            <p:nvPr/>
          </p:nvSpPr>
          <p:spPr>
            <a:xfrm>
              <a:off x="605509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7" name="Cube 3226"/>
            <p:cNvSpPr/>
            <p:nvPr/>
          </p:nvSpPr>
          <p:spPr>
            <a:xfrm>
              <a:off x="6373272"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8" name="Cube 3227"/>
            <p:cNvSpPr/>
            <p:nvPr/>
          </p:nvSpPr>
          <p:spPr>
            <a:xfrm>
              <a:off x="6691450"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29" name="Cube 3228"/>
            <p:cNvSpPr/>
            <p:nvPr/>
          </p:nvSpPr>
          <p:spPr>
            <a:xfrm>
              <a:off x="7009628"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0" name="Cube 3229"/>
            <p:cNvSpPr/>
            <p:nvPr/>
          </p:nvSpPr>
          <p:spPr>
            <a:xfrm>
              <a:off x="7327807"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1" name="Cube 3230"/>
            <p:cNvSpPr/>
            <p:nvPr/>
          </p:nvSpPr>
          <p:spPr>
            <a:xfrm>
              <a:off x="7645985"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2" name="Cube 3231"/>
            <p:cNvSpPr/>
            <p:nvPr/>
          </p:nvSpPr>
          <p:spPr>
            <a:xfrm>
              <a:off x="7964163" y="337895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3" name="Cube 3232"/>
            <p:cNvSpPr/>
            <p:nvPr/>
          </p:nvSpPr>
          <p:spPr>
            <a:xfrm>
              <a:off x="5736915" y="304130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4" name="Cube 3233"/>
            <p:cNvSpPr/>
            <p:nvPr/>
          </p:nvSpPr>
          <p:spPr>
            <a:xfrm>
              <a:off x="605509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5" name="Cube 3234"/>
            <p:cNvSpPr/>
            <p:nvPr/>
          </p:nvSpPr>
          <p:spPr>
            <a:xfrm>
              <a:off x="6373272"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6" name="Cube 3235"/>
            <p:cNvSpPr/>
            <p:nvPr/>
          </p:nvSpPr>
          <p:spPr>
            <a:xfrm>
              <a:off x="6691450"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7" name="Cube 3236"/>
            <p:cNvSpPr/>
            <p:nvPr/>
          </p:nvSpPr>
          <p:spPr>
            <a:xfrm>
              <a:off x="7009628"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8" name="Cube 3237"/>
            <p:cNvSpPr/>
            <p:nvPr/>
          </p:nvSpPr>
          <p:spPr>
            <a:xfrm>
              <a:off x="7327807"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39" name="Cube 3238"/>
            <p:cNvSpPr/>
            <p:nvPr/>
          </p:nvSpPr>
          <p:spPr>
            <a:xfrm>
              <a:off x="7645985"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0" name="Cube 3239"/>
            <p:cNvSpPr/>
            <p:nvPr/>
          </p:nvSpPr>
          <p:spPr>
            <a:xfrm>
              <a:off x="7964163" y="304130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1" name="Cube 3240"/>
            <p:cNvSpPr/>
            <p:nvPr/>
          </p:nvSpPr>
          <p:spPr>
            <a:xfrm>
              <a:off x="5736915" y="270364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2" name="Cube 3241"/>
            <p:cNvSpPr/>
            <p:nvPr/>
          </p:nvSpPr>
          <p:spPr>
            <a:xfrm>
              <a:off x="605509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3" name="Cube 3242"/>
            <p:cNvSpPr/>
            <p:nvPr/>
          </p:nvSpPr>
          <p:spPr>
            <a:xfrm>
              <a:off x="6373272"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4" name="Cube 3243"/>
            <p:cNvSpPr/>
            <p:nvPr/>
          </p:nvSpPr>
          <p:spPr>
            <a:xfrm>
              <a:off x="6691450"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5" name="Cube 3244"/>
            <p:cNvSpPr/>
            <p:nvPr/>
          </p:nvSpPr>
          <p:spPr>
            <a:xfrm>
              <a:off x="7009628"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6" name="Cube 3245"/>
            <p:cNvSpPr/>
            <p:nvPr/>
          </p:nvSpPr>
          <p:spPr>
            <a:xfrm>
              <a:off x="7327807"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7" name="Cube 3246"/>
            <p:cNvSpPr/>
            <p:nvPr/>
          </p:nvSpPr>
          <p:spPr>
            <a:xfrm>
              <a:off x="7645985"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8" name="Cube 3247"/>
            <p:cNvSpPr/>
            <p:nvPr/>
          </p:nvSpPr>
          <p:spPr>
            <a:xfrm>
              <a:off x="7964163" y="270364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49" name="Cube 3248"/>
            <p:cNvSpPr/>
            <p:nvPr/>
          </p:nvSpPr>
          <p:spPr>
            <a:xfrm>
              <a:off x="5736915" y="236599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0" name="Cube 3249"/>
            <p:cNvSpPr/>
            <p:nvPr/>
          </p:nvSpPr>
          <p:spPr>
            <a:xfrm>
              <a:off x="605509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1" name="Cube 3250"/>
            <p:cNvSpPr/>
            <p:nvPr/>
          </p:nvSpPr>
          <p:spPr>
            <a:xfrm>
              <a:off x="6373272"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2" name="Cube 3251"/>
            <p:cNvSpPr/>
            <p:nvPr/>
          </p:nvSpPr>
          <p:spPr>
            <a:xfrm>
              <a:off x="6691450"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3" name="Cube 3252"/>
            <p:cNvSpPr/>
            <p:nvPr/>
          </p:nvSpPr>
          <p:spPr>
            <a:xfrm>
              <a:off x="7009628"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4" name="Cube 3253"/>
            <p:cNvSpPr/>
            <p:nvPr/>
          </p:nvSpPr>
          <p:spPr>
            <a:xfrm>
              <a:off x="7327807"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5" name="Cube 3254"/>
            <p:cNvSpPr/>
            <p:nvPr/>
          </p:nvSpPr>
          <p:spPr>
            <a:xfrm>
              <a:off x="7645985"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6" name="Cube 3255"/>
            <p:cNvSpPr/>
            <p:nvPr/>
          </p:nvSpPr>
          <p:spPr>
            <a:xfrm>
              <a:off x="7964163" y="2365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7" name="Cube 3256"/>
            <p:cNvSpPr/>
            <p:nvPr/>
          </p:nvSpPr>
          <p:spPr>
            <a:xfrm>
              <a:off x="573691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8" name="Cube 3257"/>
            <p:cNvSpPr/>
            <p:nvPr/>
          </p:nvSpPr>
          <p:spPr>
            <a:xfrm>
              <a:off x="605509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59" name="Cube 3258"/>
            <p:cNvSpPr/>
            <p:nvPr/>
          </p:nvSpPr>
          <p:spPr>
            <a:xfrm>
              <a:off x="6373272"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0" name="Cube 3259"/>
            <p:cNvSpPr/>
            <p:nvPr/>
          </p:nvSpPr>
          <p:spPr>
            <a:xfrm>
              <a:off x="6691450"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1" name="Cube 3260"/>
            <p:cNvSpPr/>
            <p:nvPr/>
          </p:nvSpPr>
          <p:spPr>
            <a:xfrm>
              <a:off x="7009628"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2" name="Cube 3261"/>
            <p:cNvSpPr/>
            <p:nvPr/>
          </p:nvSpPr>
          <p:spPr>
            <a:xfrm>
              <a:off x="7327807"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3" name="Cube 3262"/>
            <p:cNvSpPr/>
            <p:nvPr/>
          </p:nvSpPr>
          <p:spPr>
            <a:xfrm>
              <a:off x="7645985"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4" name="Cube 3263"/>
            <p:cNvSpPr/>
            <p:nvPr/>
          </p:nvSpPr>
          <p:spPr>
            <a:xfrm>
              <a:off x="7964163" y="2028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5" name="Cube 3264"/>
            <p:cNvSpPr/>
            <p:nvPr/>
          </p:nvSpPr>
          <p:spPr>
            <a:xfrm>
              <a:off x="573691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6" name="Cube 3265"/>
            <p:cNvSpPr/>
            <p:nvPr/>
          </p:nvSpPr>
          <p:spPr>
            <a:xfrm>
              <a:off x="605509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7" name="Cube 3266"/>
            <p:cNvSpPr/>
            <p:nvPr/>
          </p:nvSpPr>
          <p:spPr>
            <a:xfrm>
              <a:off x="6373272"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8" name="Cube 3267"/>
            <p:cNvSpPr/>
            <p:nvPr/>
          </p:nvSpPr>
          <p:spPr>
            <a:xfrm>
              <a:off x="6691450"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69" name="Cube 3268"/>
            <p:cNvSpPr/>
            <p:nvPr/>
          </p:nvSpPr>
          <p:spPr>
            <a:xfrm>
              <a:off x="7009628"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0" name="Cube 3269"/>
            <p:cNvSpPr/>
            <p:nvPr/>
          </p:nvSpPr>
          <p:spPr>
            <a:xfrm>
              <a:off x="7327807"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1" name="Cube 3270"/>
            <p:cNvSpPr/>
            <p:nvPr/>
          </p:nvSpPr>
          <p:spPr>
            <a:xfrm>
              <a:off x="7645985"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2" name="Cube 3271"/>
            <p:cNvSpPr/>
            <p:nvPr/>
          </p:nvSpPr>
          <p:spPr>
            <a:xfrm>
              <a:off x="7964163" y="1690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3" name="Cube 3272"/>
            <p:cNvSpPr/>
            <p:nvPr/>
          </p:nvSpPr>
          <p:spPr>
            <a:xfrm>
              <a:off x="560264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4" name="Cube 3273"/>
            <p:cNvSpPr/>
            <p:nvPr/>
          </p:nvSpPr>
          <p:spPr>
            <a:xfrm>
              <a:off x="592082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5" name="Cube 3274"/>
            <p:cNvSpPr/>
            <p:nvPr/>
          </p:nvSpPr>
          <p:spPr>
            <a:xfrm>
              <a:off x="6239003"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6" name="Cube 3275"/>
            <p:cNvSpPr/>
            <p:nvPr/>
          </p:nvSpPr>
          <p:spPr>
            <a:xfrm>
              <a:off x="6557181"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7" name="Cube 3276"/>
            <p:cNvSpPr/>
            <p:nvPr/>
          </p:nvSpPr>
          <p:spPr>
            <a:xfrm>
              <a:off x="6875359"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8" name="Cube 3277"/>
            <p:cNvSpPr/>
            <p:nvPr/>
          </p:nvSpPr>
          <p:spPr>
            <a:xfrm>
              <a:off x="7193538"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79" name="Cube 3278"/>
            <p:cNvSpPr/>
            <p:nvPr/>
          </p:nvSpPr>
          <p:spPr>
            <a:xfrm>
              <a:off x="7511716"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0" name="Cube 3279"/>
            <p:cNvSpPr/>
            <p:nvPr/>
          </p:nvSpPr>
          <p:spPr>
            <a:xfrm>
              <a:off x="7829894" y="417322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1" name="Cube 3280"/>
            <p:cNvSpPr/>
            <p:nvPr/>
          </p:nvSpPr>
          <p:spPr>
            <a:xfrm>
              <a:off x="560264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2" name="Cube 3281"/>
            <p:cNvSpPr/>
            <p:nvPr/>
          </p:nvSpPr>
          <p:spPr>
            <a:xfrm>
              <a:off x="592082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3" name="Cube 3282"/>
            <p:cNvSpPr/>
            <p:nvPr/>
          </p:nvSpPr>
          <p:spPr>
            <a:xfrm>
              <a:off x="6239003"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4" name="Cube 3283"/>
            <p:cNvSpPr/>
            <p:nvPr/>
          </p:nvSpPr>
          <p:spPr>
            <a:xfrm>
              <a:off x="6557181"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5" name="Cube 3284"/>
            <p:cNvSpPr/>
            <p:nvPr/>
          </p:nvSpPr>
          <p:spPr>
            <a:xfrm>
              <a:off x="6875359"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6" name="Cube 3285"/>
            <p:cNvSpPr/>
            <p:nvPr/>
          </p:nvSpPr>
          <p:spPr>
            <a:xfrm>
              <a:off x="7193538"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7" name="Cube 3286"/>
            <p:cNvSpPr/>
            <p:nvPr/>
          </p:nvSpPr>
          <p:spPr>
            <a:xfrm>
              <a:off x="7511716"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8" name="Cube 3287"/>
            <p:cNvSpPr/>
            <p:nvPr/>
          </p:nvSpPr>
          <p:spPr>
            <a:xfrm>
              <a:off x="7829894" y="383556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89" name="Cube 3288"/>
            <p:cNvSpPr/>
            <p:nvPr/>
          </p:nvSpPr>
          <p:spPr>
            <a:xfrm>
              <a:off x="5602646" y="349791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0" name="Cube 3289"/>
            <p:cNvSpPr/>
            <p:nvPr/>
          </p:nvSpPr>
          <p:spPr>
            <a:xfrm>
              <a:off x="5920824" y="349791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1" name="Cube 3290"/>
            <p:cNvSpPr/>
            <p:nvPr/>
          </p:nvSpPr>
          <p:spPr>
            <a:xfrm>
              <a:off x="6239003"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2" name="Cube 3291"/>
            <p:cNvSpPr/>
            <p:nvPr/>
          </p:nvSpPr>
          <p:spPr>
            <a:xfrm>
              <a:off x="6557181"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3" name="Cube 3292"/>
            <p:cNvSpPr/>
            <p:nvPr/>
          </p:nvSpPr>
          <p:spPr>
            <a:xfrm>
              <a:off x="6875359"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4" name="Cube 3293"/>
            <p:cNvSpPr/>
            <p:nvPr/>
          </p:nvSpPr>
          <p:spPr>
            <a:xfrm>
              <a:off x="7193538"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5" name="Cube 3294"/>
            <p:cNvSpPr/>
            <p:nvPr/>
          </p:nvSpPr>
          <p:spPr>
            <a:xfrm>
              <a:off x="7511716"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6" name="Cube 3295"/>
            <p:cNvSpPr/>
            <p:nvPr/>
          </p:nvSpPr>
          <p:spPr>
            <a:xfrm>
              <a:off x="7829894" y="349791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7" name="Cube 3296"/>
            <p:cNvSpPr/>
            <p:nvPr/>
          </p:nvSpPr>
          <p:spPr>
            <a:xfrm>
              <a:off x="5602646" y="316026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8" name="Cube 3297"/>
            <p:cNvSpPr/>
            <p:nvPr/>
          </p:nvSpPr>
          <p:spPr>
            <a:xfrm>
              <a:off x="5920824" y="316026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99" name="Cube 3298"/>
            <p:cNvSpPr/>
            <p:nvPr/>
          </p:nvSpPr>
          <p:spPr>
            <a:xfrm>
              <a:off x="6239003"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0" name="Cube 3299"/>
            <p:cNvSpPr/>
            <p:nvPr/>
          </p:nvSpPr>
          <p:spPr>
            <a:xfrm>
              <a:off x="6557181"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1" name="Cube 3300"/>
            <p:cNvSpPr/>
            <p:nvPr/>
          </p:nvSpPr>
          <p:spPr>
            <a:xfrm>
              <a:off x="6875359"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2" name="Cube 3301"/>
            <p:cNvSpPr/>
            <p:nvPr/>
          </p:nvSpPr>
          <p:spPr>
            <a:xfrm>
              <a:off x="7193538"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3" name="Cube 3302"/>
            <p:cNvSpPr/>
            <p:nvPr/>
          </p:nvSpPr>
          <p:spPr>
            <a:xfrm>
              <a:off x="7511716"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4" name="Cube 3303"/>
            <p:cNvSpPr/>
            <p:nvPr/>
          </p:nvSpPr>
          <p:spPr>
            <a:xfrm>
              <a:off x="7829894" y="316026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5" name="Cube 3304"/>
            <p:cNvSpPr/>
            <p:nvPr/>
          </p:nvSpPr>
          <p:spPr>
            <a:xfrm>
              <a:off x="5602646" y="282261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6" name="Cube 3305"/>
            <p:cNvSpPr/>
            <p:nvPr/>
          </p:nvSpPr>
          <p:spPr>
            <a:xfrm>
              <a:off x="5920824" y="282261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7" name="Cube 3306"/>
            <p:cNvSpPr/>
            <p:nvPr/>
          </p:nvSpPr>
          <p:spPr>
            <a:xfrm>
              <a:off x="6239003"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8" name="Cube 3307"/>
            <p:cNvSpPr/>
            <p:nvPr/>
          </p:nvSpPr>
          <p:spPr>
            <a:xfrm>
              <a:off x="6557181"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09" name="Cube 3308"/>
            <p:cNvSpPr/>
            <p:nvPr/>
          </p:nvSpPr>
          <p:spPr>
            <a:xfrm>
              <a:off x="6875359"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0" name="Cube 3309"/>
            <p:cNvSpPr/>
            <p:nvPr/>
          </p:nvSpPr>
          <p:spPr>
            <a:xfrm>
              <a:off x="7193538"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1" name="Cube 3310"/>
            <p:cNvSpPr/>
            <p:nvPr/>
          </p:nvSpPr>
          <p:spPr>
            <a:xfrm>
              <a:off x="7511716"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2" name="Cube 3311"/>
            <p:cNvSpPr/>
            <p:nvPr/>
          </p:nvSpPr>
          <p:spPr>
            <a:xfrm>
              <a:off x="7829894" y="282261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3" name="Cube 3312"/>
            <p:cNvSpPr/>
            <p:nvPr/>
          </p:nvSpPr>
          <p:spPr>
            <a:xfrm>
              <a:off x="5602646" y="248495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4" name="Cube 3313"/>
            <p:cNvSpPr/>
            <p:nvPr/>
          </p:nvSpPr>
          <p:spPr>
            <a:xfrm>
              <a:off x="5920824" y="248495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5" name="Cube 3314"/>
            <p:cNvSpPr/>
            <p:nvPr/>
          </p:nvSpPr>
          <p:spPr>
            <a:xfrm>
              <a:off x="6239003"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6" name="Cube 3315"/>
            <p:cNvSpPr/>
            <p:nvPr/>
          </p:nvSpPr>
          <p:spPr>
            <a:xfrm>
              <a:off x="6557181"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7" name="Cube 3316"/>
            <p:cNvSpPr/>
            <p:nvPr/>
          </p:nvSpPr>
          <p:spPr>
            <a:xfrm>
              <a:off x="6875359"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8" name="Cube 3317"/>
            <p:cNvSpPr/>
            <p:nvPr/>
          </p:nvSpPr>
          <p:spPr>
            <a:xfrm>
              <a:off x="7193538"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19" name="Cube 3318"/>
            <p:cNvSpPr/>
            <p:nvPr/>
          </p:nvSpPr>
          <p:spPr>
            <a:xfrm>
              <a:off x="7511716"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0" name="Cube 3319"/>
            <p:cNvSpPr/>
            <p:nvPr/>
          </p:nvSpPr>
          <p:spPr>
            <a:xfrm>
              <a:off x="7829894" y="248495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1" name="Cube 3320"/>
            <p:cNvSpPr/>
            <p:nvPr/>
          </p:nvSpPr>
          <p:spPr>
            <a:xfrm>
              <a:off x="560264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2" name="Cube 3321"/>
            <p:cNvSpPr/>
            <p:nvPr/>
          </p:nvSpPr>
          <p:spPr>
            <a:xfrm>
              <a:off x="592082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3" name="Cube 3322"/>
            <p:cNvSpPr/>
            <p:nvPr/>
          </p:nvSpPr>
          <p:spPr>
            <a:xfrm>
              <a:off x="6239003"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4" name="Cube 3323"/>
            <p:cNvSpPr/>
            <p:nvPr/>
          </p:nvSpPr>
          <p:spPr>
            <a:xfrm>
              <a:off x="6557181"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5" name="Cube 3324"/>
            <p:cNvSpPr/>
            <p:nvPr/>
          </p:nvSpPr>
          <p:spPr>
            <a:xfrm>
              <a:off x="6875359"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6" name="Cube 3325"/>
            <p:cNvSpPr/>
            <p:nvPr/>
          </p:nvSpPr>
          <p:spPr>
            <a:xfrm>
              <a:off x="7193538"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7" name="Cube 3326"/>
            <p:cNvSpPr/>
            <p:nvPr/>
          </p:nvSpPr>
          <p:spPr>
            <a:xfrm>
              <a:off x="7511716"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8" name="Cube 3327"/>
            <p:cNvSpPr/>
            <p:nvPr/>
          </p:nvSpPr>
          <p:spPr>
            <a:xfrm>
              <a:off x="7829894" y="214730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29" name="Cube 3328"/>
            <p:cNvSpPr/>
            <p:nvPr/>
          </p:nvSpPr>
          <p:spPr>
            <a:xfrm>
              <a:off x="560264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0" name="Cube 3329"/>
            <p:cNvSpPr/>
            <p:nvPr/>
          </p:nvSpPr>
          <p:spPr>
            <a:xfrm>
              <a:off x="592082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1" name="Cube 3330"/>
            <p:cNvSpPr/>
            <p:nvPr/>
          </p:nvSpPr>
          <p:spPr>
            <a:xfrm>
              <a:off x="6239003"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2" name="Cube 3331"/>
            <p:cNvSpPr/>
            <p:nvPr/>
          </p:nvSpPr>
          <p:spPr>
            <a:xfrm>
              <a:off x="6557181"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3" name="Cube 3332"/>
            <p:cNvSpPr/>
            <p:nvPr/>
          </p:nvSpPr>
          <p:spPr>
            <a:xfrm>
              <a:off x="6875359"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4" name="Cube 3333"/>
            <p:cNvSpPr/>
            <p:nvPr/>
          </p:nvSpPr>
          <p:spPr>
            <a:xfrm>
              <a:off x="7193538"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5" name="Cube 3334"/>
            <p:cNvSpPr/>
            <p:nvPr/>
          </p:nvSpPr>
          <p:spPr>
            <a:xfrm>
              <a:off x="7511716"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6" name="Cube 3335"/>
            <p:cNvSpPr/>
            <p:nvPr/>
          </p:nvSpPr>
          <p:spPr>
            <a:xfrm>
              <a:off x="7829894" y="180965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7" name="Cube 3336"/>
            <p:cNvSpPr/>
            <p:nvPr/>
          </p:nvSpPr>
          <p:spPr>
            <a:xfrm>
              <a:off x="546838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8" name="Cube 3337"/>
            <p:cNvSpPr/>
            <p:nvPr/>
          </p:nvSpPr>
          <p:spPr>
            <a:xfrm>
              <a:off x="578655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39" name="Cube 3338"/>
            <p:cNvSpPr/>
            <p:nvPr/>
          </p:nvSpPr>
          <p:spPr>
            <a:xfrm>
              <a:off x="6104737"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0" name="Cube 3339"/>
            <p:cNvSpPr/>
            <p:nvPr/>
          </p:nvSpPr>
          <p:spPr>
            <a:xfrm>
              <a:off x="6422915"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1" name="Cube 3340"/>
            <p:cNvSpPr/>
            <p:nvPr/>
          </p:nvSpPr>
          <p:spPr>
            <a:xfrm>
              <a:off x="6741093"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2" name="Cube 3341"/>
            <p:cNvSpPr/>
            <p:nvPr/>
          </p:nvSpPr>
          <p:spPr>
            <a:xfrm>
              <a:off x="7059272"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3" name="Cube 3342"/>
            <p:cNvSpPr/>
            <p:nvPr/>
          </p:nvSpPr>
          <p:spPr>
            <a:xfrm>
              <a:off x="7377450"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4" name="Cube 3343"/>
            <p:cNvSpPr/>
            <p:nvPr/>
          </p:nvSpPr>
          <p:spPr>
            <a:xfrm>
              <a:off x="7695628" y="429218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5" name="Cube 3344"/>
            <p:cNvSpPr/>
            <p:nvPr/>
          </p:nvSpPr>
          <p:spPr>
            <a:xfrm>
              <a:off x="546838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6" name="Cube 3345"/>
            <p:cNvSpPr/>
            <p:nvPr/>
          </p:nvSpPr>
          <p:spPr>
            <a:xfrm>
              <a:off x="578655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7" name="Cube 3346"/>
            <p:cNvSpPr/>
            <p:nvPr/>
          </p:nvSpPr>
          <p:spPr>
            <a:xfrm>
              <a:off x="6104737"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8" name="Cube 3347"/>
            <p:cNvSpPr/>
            <p:nvPr/>
          </p:nvSpPr>
          <p:spPr>
            <a:xfrm>
              <a:off x="6422915"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49" name="Cube 3348"/>
            <p:cNvSpPr/>
            <p:nvPr/>
          </p:nvSpPr>
          <p:spPr>
            <a:xfrm>
              <a:off x="6741093"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0" name="Cube 3349"/>
            <p:cNvSpPr/>
            <p:nvPr/>
          </p:nvSpPr>
          <p:spPr>
            <a:xfrm>
              <a:off x="7059272"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1" name="Cube 3350"/>
            <p:cNvSpPr/>
            <p:nvPr/>
          </p:nvSpPr>
          <p:spPr>
            <a:xfrm>
              <a:off x="7377450"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2" name="Cube 3351"/>
            <p:cNvSpPr/>
            <p:nvPr/>
          </p:nvSpPr>
          <p:spPr>
            <a:xfrm>
              <a:off x="7695628" y="395453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3" name="Cube 3352"/>
            <p:cNvSpPr/>
            <p:nvPr/>
          </p:nvSpPr>
          <p:spPr>
            <a:xfrm>
              <a:off x="5468380" y="361687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4" name="Cube 3353"/>
            <p:cNvSpPr/>
            <p:nvPr/>
          </p:nvSpPr>
          <p:spPr>
            <a:xfrm>
              <a:off x="5786558" y="361687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5" name="Cube 3354"/>
            <p:cNvSpPr/>
            <p:nvPr/>
          </p:nvSpPr>
          <p:spPr>
            <a:xfrm>
              <a:off x="6104737"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6" name="Cube 3355"/>
            <p:cNvSpPr/>
            <p:nvPr/>
          </p:nvSpPr>
          <p:spPr>
            <a:xfrm>
              <a:off x="6422915"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7" name="Cube 3356"/>
            <p:cNvSpPr/>
            <p:nvPr/>
          </p:nvSpPr>
          <p:spPr>
            <a:xfrm>
              <a:off x="6741093"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8" name="Cube 3357"/>
            <p:cNvSpPr/>
            <p:nvPr/>
          </p:nvSpPr>
          <p:spPr>
            <a:xfrm>
              <a:off x="7059272"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59" name="Cube 3358"/>
            <p:cNvSpPr/>
            <p:nvPr/>
          </p:nvSpPr>
          <p:spPr>
            <a:xfrm>
              <a:off x="7377450"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0" name="Cube 3359"/>
            <p:cNvSpPr/>
            <p:nvPr/>
          </p:nvSpPr>
          <p:spPr>
            <a:xfrm>
              <a:off x="7695628" y="361687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1" name="Cube 3360"/>
            <p:cNvSpPr/>
            <p:nvPr/>
          </p:nvSpPr>
          <p:spPr>
            <a:xfrm>
              <a:off x="5468380" y="327922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2" name="Cube 3361"/>
            <p:cNvSpPr/>
            <p:nvPr/>
          </p:nvSpPr>
          <p:spPr>
            <a:xfrm>
              <a:off x="5786558" y="327922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3" name="Cube 3362"/>
            <p:cNvSpPr/>
            <p:nvPr/>
          </p:nvSpPr>
          <p:spPr>
            <a:xfrm>
              <a:off x="6104737"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4" name="Cube 3363"/>
            <p:cNvSpPr/>
            <p:nvPr/>
          </p:nvSpPr>
          <p:spPr>
            <a:xfrm>
              <a:off x="6422915"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5" name="Cube 3364"/>
            <p:cNvSpPr/>
            <p:nvPr/>
          </p:nvSpPr>
          <p:spPr>
            <a:xfrm>
              <a:off x="6741093"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6" name="Cube 3365"/>
            <p:cNvSpPr/>
            <p:nvPr/>
          </p:nvSpPr>
          <p:spPr>
            <a:xfrm>
              <a:off x="7059272"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7" name="Cube 3366"/>
            <p:cNvSpPr/>
            <p:nvPr/>
          </p:nvSpPr>
          <p:spPr>
            <a:xfrm>
              <a:off x="7377450"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8" name="Cube 3367"/>
            <p:cNvSpPr/>
            <p:nvPr/>
          </p:nvSpPr>
          <p:spPr>
            <a:xfrm>
              <a:off x="7695628" y="327922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69" name="Cube 3368"/>
            <p:cNvSpPr/>
            <p:nvPr/>
          </p:nvSpPr>
          <p:spPr>
            <a:xfrm>
              <a:off x="5468380" y="294157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0" name="Cube 3369"/>
            <p:cNvSpPr/>
            <p:nvPr/>
          </p:nvSpPr>
          <p:spPr>
            <a:xfrm>
              <a:off x="5786558" y="294157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1" name="Cube 3370"/>
            <p:cNvSpPr/>
            <p:nvPr/>
          </p:nvSpPr>
          <p:spPr>
            <a:xfrm>
              <a:off x="6104737"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2" name="Cube 3371"/>
            <p:cNvSpPr/>
            <p:nvPr/>
          </p:nvSpPr>
          <p:spPr>
            <a:xfrm>
              <a:off x="6422915"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3" name="Cube 3372"/>
            <p:cNvSpPr/>
            <p:nvPr/>
          </p:nvSpPr>
          <p:spPr>
            <a:xfrm>
              <a:off x="6741093"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4" name="Cube 3373"/>
            <p:cNvSpPr/>
            <p:nvPr/>
          </p:nvSpPr>
          <p:spPr>
            <a:xfrm>
              <a:off x="7059272"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5" name="Cube 3374"/>
            <p:cNvSpPr/>
            <p:nvPr/>
          </p:nvSpPr>
          <p:spPr>
            <a:xfrm>
              <a:off x="7377450"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6" name="Cube 3375"/>
            <p:cNvSpPr/>
            <p:nvPr/>
          </p:nvSpPr>
          <p:spPr>
            <a:xfrm>
              <a:off x="7695628" y="294157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7" name="Cube 3376"/>
            <p:cNvSpPr/>
            <p:nvPr/>
          </p:nvSpPr>
          <p:spPr>
            <a:xfrm>
              <a:off x="5468380" y="260391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8" name="Cube 3377"/>
            <p:cNvSpPr/>
            <p:nvPr/>
          </p:nvSpPr>
          <p:spPr>
            <a:xfrm>
              <a:off x="5786558" y="260391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79" name="Cube 3378"/>
            <p:cNvSpPr/>
            <p:nvPr/>
          </p:nvSpPr>
          <p:spPr>
            <a:xfrm>
              <a:off x="6104737"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0" name="Cube 3379"/>
            <p:cNvSpPr/>
            <p:nvPr/>
          </p:nvSpPr>
          <p:spPr>
            <a:xfrm>
              <a:off x="6422915"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1" name="Cube 3380"/>
            <p:cNvSpPr/>
            <p:nvPr/>
          </p:nvSpPr>
          <p:spPr>
            <a:xfrm>
              <a:off x="6741093"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2" name="Cube 3381"/>
            <p:cNvSpPr/>
            <p:nvPr/>
          </p:nvSpPr>
          <p:spPr>
            <a:xfrm>
              <a:off x="7059272"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3" name="Cube 3382"/>
            <p:cNvSpPr/>
            <p:nvPr/>
          </p:nvSpPr>
          <p:spPr>
            <a:xfrm>
              <a:off x="7377450"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4" name="Cube 3383"/>
            <p:cNvSpPr/>
            <p:nvPr/>
          </p:nvSpPr>
          <p:spPr>
            <a:xfrm>
              <a:off x="7695628" y="260391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5" name="Cube 3384"/>
            <p:cNvSpPr/>
            <p:nvPr/>
          </p:nvSpPr>
          <p:spPr>
            <a:xfrm>
              <a:off x="546838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6" name="Cube 3385"/>
            <p:cNvSpPr/>
            <p:nvPr/>
          </p:nvSpPr>
          <p:spPr>
            <a:xfrm>
              <a:off x="578655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7" name="Cube 3386"/>
            <p:cNvSpPr/>
            <p:nvPr/>
          </p:nvSpPr>
          <p:spPr>
            <a:xfrm>
              <a:off x="6104737"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8" name="Cube 3387"/>
            <p:cNvSpPr/>
            <p:nvPr/>
          </p:nvSpPr>
          <p:spPr>
            <a:xfrm>
              <a:off x="6422915"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89" name="Cube 3388"/>
            <p:cNvSpPr/>
            <p:nvPr/>
          </p:nvSpPr>
          <p:spPr>
            <a:xfrm>
              <a:off x="6741093"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0" name="Cube 3389"/>
            <p:cNvSpPr/>
            <p:nvPr/>
          </p:nvSpPr>
          <p:spPr>
            <a:xfrm>
              <a:off x="7059272"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1" name="Cube 3390"/>
            <p:cNvSpPr/>
            <p:nvPr/>
          </p:nvSpPr>
          <p:spPr>
            <a:xfrm>
              <a:off x="7377450"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2" name="Cube 3391"/>
            <p:cNvSpPr/>
            <p:nvPr/>
          </p:nvSpPr>
          <p:spPr>
            <a:xfrm>
              <a:off x="7695628" y="226626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3" name="Cube 3392"/>
            <p:cNvSpPr/>
            <p:nvPr/>
          </p:nvSpPr>
          <p:spPr>
            <a:xfrm>
              <a:off x="546838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4" name="Cube 3393"/>
            <p:cNvSpPr/>
            <p:nvPr/>
          </p:nvSpPr>
          <p:spPr>
            <a:xfrm>
              <a:off x="578655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5" name="Cube 3394"/>
            <p:cNvSpPr/>
            <p:nvPr/>
          </p:nvSpPr>
          <p:spPr>
            <a:xfrm>
              <a:off x="6104737"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6" name="Cube 3395"/>
            <p:cNvSpPr/>
            <p:nvPr/>
          </p:nvSpPr>
          <p:spPr>
            <a:xfrm>
              <a:off x="6422915"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7" name="Cube 3396"/>
            <p:cNvSpPr/>
            <p:nvPr/>
          </p:nvSpPr>
          <p:spPr>
            <a:xfrm>
              <a:off x="6741093"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8" name="Cube 3397"/>
            <p:cNvSpPr/>
            <p:nvPr/>
          </p:nvSpPr>
          <p:spPr>
            <a:xfrm>
              <a:off x="7059272"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99" name="Cube 3398"/>
            <p:cNvSpPr/>
            <p:nvPr/>
          </p:nvSpPr>
          <p:spPr>
            <a:xfrm>
              <a:off x="7377450"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0" name="Cube 3399"/>
            <p:cNvSpPr/>
            <p:nvPr/>
          </p:nvSpPr>
          <p:spPr>
            <a:xfrm>
              <a:off x="7695628" y="192861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1" name="Cube 3400"/>
            <p:cNvSpPr/>
            <p:nvPr/>
          </p:nvSpPr>
          <p:spPr>
            <a:xfrm>
              <a:off x="533411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2" name="Cube 3401"/>
            <p:cNvSpPr/>
            <p:nvPr/>
          </p:nvSpPr>
          <p:spPr>
            <a:xfrm>
              <a:off x="565229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3" name="Cube 3402"/>
            <p:cNvSpPr/>
            <p:nvPr/>
          </p:nvSpPr>
          <p:spPr>
            <a:xfrm>
              <a:off x="5970471"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4" name="Cube 3403"/>
            <p:cNvSpPr/>
            <p:nvPr/>
          </p:nvSpPr>
          <p:spPr>
            <a:xfrm>
              <a:off x="6288649"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5" name="Cube 3404"/>
            <p:cNvSpPr/>
            <p:nvPr/>
          </p:nvSpPr>
          <p:spPr>
            <a:xfrm>
              <a:off x="6606827"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6" name="Cube 3405"/>
            <p:cNvSpPr/>
            <p:nvPr/>
          </p:nvSpPr>
          <p:spPr>
            <a:xfrm>
              <a:off x="6925006"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7" name="Cube 3406"/>
            <p:cNvSpPr/>
            <p:nvPr/>
          </p:nvSpPr>
          <p:spPr>
            <a:xfrm>
              <a:off x="7243184"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8" name="Cube 3407"/>
            <p:cNvSpPr/>
            <p:nvPr/>
          </p:nvSpPr>
          <p:spPr>
            <a:xfrm>
              <a:off x="7561362" y="441114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09" name="Cube 3408"/>
            <p:cNvSpPr/>
            <p:nvPr/>
          </p:nvSpPr>
          <p:spPr>
            <a:xfrm>
              <a:off x="533411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0" name="Cube 3409"/>
            <p:cNvSpPr/>
            <p:nvPr/>
          </p:nvSpPr>
          <p:spPr>
            <a:xfrm>
              <a:off x="565229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1" name="Cube 3410"/>
            <p:cNvSpPr/>
            <p:nvPr/>
          </p:nvSpPr>
          <p:spPr>
            <a:xfrm>
              <a:off x="5970471"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2" name="Cube 3411"/>
            <p:cNvSpPr/>
            <p:nvPr/>
          </p:nvSpPr>
          <p:spPr>
            <a:xfrm>
              <a:off x="6288649"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3" name="Cube 3412"/>
            <p:cNvSpPr/>
            <p:nvPr/>
          </p:nvSpPr>
          <p:spPr>
            <a:xfrm>
              <a:off x="6606827"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4" name="Cube 3413"/>
            <p:cNvSpPr/>
            <p:nvPr/>
          </p:nvSpPr>
          <p:spPr>
            <a:xfrm>
              <a:off x="6925006"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5" name="Cube 3414"/>
            <p:cNvSpPr/>
            <p:nvPr/>
          </p:nvSpPr>
          <p:spPr>
            <a:xfrm>
              <a:off x="7243184"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6" name="Cube 3415"/>
            <p:cNvSpPr/>
            <p:nvPr/>
          </p:nvSpPr>
          <p:spPr>
            <a:xfrm>
              <a:off x="7561362" y="407349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7" name="Cube 3416"/>
            <p:cNvSpPr/>
            <p:nvPr/>
          </p:nvSpPr>
          <p:spPr>
            <a:xfrm>
              <a:off x="533411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8" name="Cube 3417"/>
            <p:cNvSpPr/>
            <p:nvPr/>
          </p:nvSpPr>
          <p:spPr>
            <a:xfrm>
              <a:off x="565229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19" name="Cube 3418"/>
            <p:cNvSpPr/>
            <p:nvPr/>
          </p:nvSpPr>
          <p:spPr>
            <a:xfrm>
              <a:off x="5970471"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0" name="Cube 3419"/>
            <p:cNvSpPr/>
            <p:nvPr/>
          </p:nvSpPr>
          <p:spPr>
            <a:xfrm>
              <a:off x="6288649"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1" name="Cube 3420"/>
            <p:cNvSpPr/>
            <p:nvPr/>
          </p:nvSpPr>
          <p:spPr>
            <a:xfrm>
              <a:off x="6606827"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2" name="Cube 3421"/>
            <p:cNvSpPr/>
            <p:nvPr/>
          </p:nvSpPr>
          <p:spPr>
            <a:xfrm>
              <a:off x="6925006"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3" name="Cube 3422"/>
            <p:cNvSpPr/>
            <p:nvPr/>
          </p:nvSpPr>
          <p:spPr>
            <a:xfrm>
              <a:off x="7243184"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4" name="Cube 3423"/>
            <p:cNvSpPr/>
            <p:nvPr/>
          </p:nvSpPr>
          <p:spPr>
            <a:xfrm>
              <a:off x="7561362" y="373584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5" name="Cube 3424"/>
            <p:cNvSpPr/>
            <p:nvPr/>
          </p:nvSpPr>
          <p:spPr>
            <a:xfrm>
              <a:off x="5334114" y="339818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6" name="Cube 3425"/>
            <p:cNvSpPr/>
            <p:nvPr/>
          </p:nvSpPr>
          <p:spPr>
            <a:xfrm>
              <a:off x="5652292" y="339818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7" name="Cube 3426"/>
            <p:cNvSpPr/>
            <p:nvPr/>
          </p:nvSpPr>
          <p:spPr>
            <a:xfrm>
              <a:off x="5970471"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8" name="Cube 3427"/>
            <p:cNvSpPr/>
            <p:nvPr/>
          </p:nvSpPr>
          <p:spPr>
            <a:xfrm>
              <a:off x="6288649"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29" name="Cube 3428"/>
            <p:cNvSpPr/>
            <p:nvPr/>
          </p:nvSpPr>
          <p:spPr>
            <a:xfrm>
              <a:off x="6606827"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0" name="Cube 3429"/>
            <p:cNvSpPr/>
            <p:nvPr/>
          </p:nvSpPr>
          <p:spPr>
            <a:xfrm>
              <a:off x="6925006"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1" name="Cube 3430"/>
            <p:cNvSpPr/>
            <p:nvPr/>
          </p:nvSpPr>
          <p:spPr>
            <a:xfrm>
              <a:off x="7243184"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2" name="Cube 3431"/>
            <p:cNvSpPr/>
            <p:nvPr/>
          </p:nvSpPr>
          <p:spPr>
            <a:xfrm>
              <a:off x="7561362" y="339818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3" name="Cube 3432"/>
            <p:cNvSpPr/>
            <p:nvPr/>
          </p:nvSpPr>
          <p:spPr>
            <a:xfrm>
              <a:off x="5334114" y="306053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4" name="Cube 3433"/>
            <p:cNvSpPr/>
            <p:nvPr/>
          </p:nvSpPr>
          <p:spPr>
            <a:xfrm>
              <a:off x="5652292" y="306053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5" name="Cube 3434"/>
            <p:cNvSpPr/>
            <p:nvPr/>
          </p:nvSpPr>
          <p:spPr>
            <a:xfrm>
              <a:off x="5970471"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6" name="Cube 3435"/>
            <p:cNvSpPr/>
            <p:nvPr/>
          </p:nvSpPr>
          <p:spPr>
            <a:xfrm>
              <a:off x="6288649"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7" name="Cube 3436"/>
            <p:cNvSpPr/>
            <p:nvPr/>
          </p:nvSpPr>
          <p:spPr>
            <a:xfrm>
              <a:off x="6606827"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8" name="Cube 3437"/>
            <p:cNvSpPr/>
            <p:nvPr/>
          </p:nvSpPr>
          <p:spPr>
            <a:xfrm>
              <a:off x="6925006"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39" name="Cube 3438"/>
            <p:cNvSpPr/>
            <p:nvPr/>
          </p:nvSpPr>
          <p:spPr>
            <a:xfrm>
              <a:off x="7243184"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0" name="Cube 3439"/>
            <p:cNvSpPr/>
            <p:nvPr/>
          </p:nvSpPr>
          <p:spPr>
            <a:xfrm>
              <a:off x="7561362" y="306053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1" name="Cube 3440"/>
            <p:cNvSpPr/>
            <p:nvPr/>
          </p:nvSpPr>
          <p:spPr>
            <a:xfrm>
              <a:off x="5334114" y="272288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2" name="Cube 3441"/>
            <p:cNvSpPr/>
            <p:nvPr/>
          </p:nvSpPr>
          <p:spPr>
            <a:xfrm>
              <a:off x="5652292" y="272288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3" name="Cube 3442"/>
            <p:cNvSpPr/>
            <p:nvPr/>
          </p:nvSpPr>
          <p:spPr>
            <a:xfrm>
              <a:off x="5970471"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4" name="Cube 3443"/>
            <p:cNvSpPr/>
            <p:nvPr/>
          </p:nvSpPr>
          <p:spPr>
            <a:xfrm>
              <a:off x="6288649"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5" name="Cube 3444"/>
            <p:cNvSpPr/>
            <p:nvPr/>
          </p:nvSpPr>
          <p:spPr>
            <a:xfrm>
              <a:off x="6606827"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6" name="Cube 3445"/>
            <p:cNvSpPr/>
            <p:nvPr/>
          </p:nvSpPr>
          <p:spPr>
            <a:xfrm>
              <a:off x="6925006"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7" name="Cube 3446"/>
            <p:cNvSpPr/>
            <p:nvPr/>
          </p:nvSpPr>
          <p:spPr>
            <a:xfrm>
              <a:off x="7243184"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8" name="Cube 3447"/>
            <p:cNvSpPr/>
            <p:nvPr/>
          </p:nvSpPr>
          <p:spPr>
            <a:xfrm>
              <a:off x="7561362" y="272288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49" name="Cube 3448"/>
            <p:cNvSpPr/>
            <p:nvPr/>
          </p:nvSpPr>
          <p:spPr>
            <a:xfrm>
              <a:off x="5334114" y="238522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0" name="Cube 3449"/>
            <p:cNvSpPr/>
            <p:nvPr/>
          </p:nvSpPr>
          <p:spPr>
            <a:xfrm>
              <a:off x="5652292" y="238522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1" name="Cube 3450"/>
            <p:cNvSpPr/>
            <p:nvPr/>
          </p:nvSpPr>
          <p:spPr>
            <a:xfrm>
              <a:off x="5970471"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2" name="Cube 3451"/>
            <p:cNvSpPr/>
            <p:nvPr/>
          </p:nvSpPr>
          <p:spPr>
            <a:xfrm>
              <a:off x="6288649"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3" name="Cube 3452"/>
            <p:cNvSpPr/>
            <p:nvPr/>
          </p:nvSpPr>
          <p:spPr>
            <a:xfrm>
              <a:off x="6606827"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4" name="Cube 3453"/>
            <p:cNvSpPr/>
            <p:nvPr/>
          </p:nvSpPr>
          <p:spPr>
            <a:xfrm>
              <a:off x="6925006"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5" name="Cube 3454"/>
            <p:cNvSpPr/>
            <p:nvPr/>
          </p:nvSpPr>
          <p:spPr>
            <a:xfrm>
              <a:off x="7243184"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6" name="Cube 3455"/>
            <p:cNvSpPr/>
            <p:nvPr/>
          </p:nvSpPr>
          <p:spPr>
            <a:xfrm>
              <a:off x="7561362" y="238522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7" name="Cube 3456"/>
            <p:cNvSpPr/>
            <p:nvPr/>
          </p:nvSpPr>
          <p:spPr>
            <a:xfrm>
              <a:off x="533411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8" name="Cube 3457"/>
            <p:cNvSpPr/>
            <p:nvPr/>
          </p:nvSpPr>
          <p:spPr>
            <a:xfrm>
              <a:off x="565229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59" name="Cube 3458"/>
            <p:cNvSpPr/>
            <p:nvPr/>
          </p:nvSpPr>
          <p:spPr>
            <a:xfrm>
              <a:off x="5970471"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0" name="Cube 3459"/>
            <p:cNvSpPr/>
            <p:nvPr/>
          </p:nvSpPr>
          <p:spPr>
            <a:xfrm>
              <a:off x="6288649"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1" name="Cube 3460"/>
            <p:cNvSpPr/>
            <p:nvPr/>
          </p:nvSpPr>
          <p:spPr>
            <a:xfrm>
              <a:off x="6606827"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2" name="Cube 3461"/>
            <p:cNvSpPr/>
            <p:nvPr/>
          </p:nvSpPr>
          <p:spPr>
            <a:xfrm>
              <a:off x="6925006"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3" name="Cube 3462"/>
            <p:cNvSpPr/>
            <p:nvPr/>
          </p:nvSpPr>
          <p:spPr>
            <a:xfrm>
              <a:off x="7243184"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4" name="Cube 3463"/>
            <p:cNvSpPr/>
            <p:nvPr/>
          </p:nvSpPr>
          <p:spPr>
            <a:xfrm>
              <a:off x="7561362" y="204757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5" name="Cube 3464"/>
            <p:cNvSpPr/>
            <p:nvPr/>
          </p:nvSpPr>
          <p:spPr>
            <a:xfrm>
              <a:off x="519984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6" name="Cube 3465"/>
            <p:cNvSpPr/>
            <p:nvPr/>
          </p:nvSpPr>
          <p:spPr>
            <a:xfrm>
              <a:off x="551802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7" name="Cube 3466"/>
            <p:cNvSpPr/>
            <p:nvPr/>
          </p:nvSpPr>
          <p:spPr>
            <a:xfrm>
              <a:off x="5836205"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8" name="Cube 3467"/>
            <p:cNvSpPr/>
            <p:nvPr/>
          </p:nvSpPr>
          <p:spPr>
            <a:xfrm>
              <a:off x="6154383"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69" name="Cube 3468"/>
            <p:cNvSpPr/>
            <p:nvPr/>
          </p:nvSpPr>
          <p:spPr>
            <a:xfrm>
              <a:off x="6472561"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0" name="Cube 3469"/>
            <p:cNvSpPr/>
            <p:nvPr/>
          </p:nvSpPr>
          <p:spPr>
            <a:xfrm>
              <a:off x="6790740"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1" name="Cube 3470"/>
            <p:cNvSpPr/>
            <p:nvPr/>
          </p:nvSpPr>
          <p:spPr>
            <a:xfrm>
              <a:off x="7108918"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2" name="Cube 3471"/>
            <p:cNvSpPr/>
            <p:nvPr/>
          </p:nvSpPr>
          <p:spPr>
            <a:xfrm>
              <a:off x="7427096" y="453010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3" name="Cube 3472"/>
            <p:cNvSpPr/>
            <p:nvPr/>
          </p:nvSpPr>
          <p:spPr>
            <a:xfrm>
              <a:off x="519984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4" name="Cube 3473"/>
            <p:cNvSpPr/>
            <p:nvPr/>
          </p:nvSpPr>
          <p:spPr>
            <a:xfrm>
              <a:off x="551802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5" name="Cube 3474"/>
            <p:cNvSpPr/>
            <p:nvPr/>
          </p:nvSpPr>
          <p:spPr>
            <a:xfrm>
              <a:off x="5836205"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6" name="Cube 3475"/>
            <p:cNvSpPr/>
            <p:nvPr/>
          </p:nvSpPr>
          <p:spPr>
            <a:xfrm>
              <a:off x="6154383"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7" name="Cube 3476"/>
            <p:cNvSpPr/>
            <p:nvPr/>
          </p:nvSpPr>
          <p:spPr>
            <a:xfrm>
              <a:off x="6472561"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8" name="Cube 3477"/>
            <p:cNvSpPr/>
            <p:nvPr/>
          </p:nvSpPr>
          <p:spPr>
            <a:xfrm>
              <a:off x="6790740"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79" name="Cube 3478"/>
            <p:cNvSpPr/>
            <p:nvPr/>
          </p:nvSpPr>
          <p:spPr>
            <a:xfrm>
              <a:off x="7108918"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0" name="Cube 3479"/>
            <p:cNvSpPr/>
            <p:nvPr/>
          </p:nvSpPr>
          <p:spPr>
            <a:xfrm>
              <a:off x="7427096" y="419245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1" name="Cube 3480"/>
            <p:cNvSpPr/>
            <p:nvPr/>
          </p:nvSpPr>
          <p:spPr>
            <a:xfrm>
              <a:off x="519984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2" name="Cube 3481"/>
            <p:cNvSpPr/>
            <p:nvPr/>
          </p:nvSpPr>
          <p:spPr>
            <a:xfrm>
              <a:off x="551802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3" name="Cube 3482"/>
            <p:cNvSpPr/>
            <p:nvPr/>
          </p:nvSpPr>
          <p:spPr>
            <a:xfrm>
              <a:off x="5836205"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4" name="Cube 3483"/>
            <p:cNvSpPr/>
            <p:nvPr/>
          </p:nvSpPr>
          <p:spPr>
            <a:xfrm>
              <a:off x="6154383"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5" name="Cube 3484"/>
            <p:cNvSpPr/>
            <p:nvPr/>
          </p:nvSpPr>
          <p:spPr>
            <a:xfrm>
              <a:off x="6472561"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6" name="Cube 3485"/>
            <p:cNvSpPr/>
            <p:nvPr/>
          </p:nvSpPr>
          <p:spPr>
            <a:xfrm>
              <a:off x="6790740"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7" name="Cube 3486"/>
            <p:cNvSpPr/>
            <p:nvPr/>
          </p:nvSpPr>
          <p:spPr>
            <a:xfrm>
              <a:off x="7108918"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8" name="Cube 3487"/>
            <p:cNvSpPr/>
            <p:nvPr/>
          </p:nvSpPr>
          <p:spPr>
            <a:xfrm>
              <a:off x="7427096" y="385480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89" name="Cube 3488"/>
            <p:cNvSpPr/>
            <p:nvPr/>
          </p:nvSpPr>
          <p:spPr>
            <a:xfrm>
              <a:off x="5199848"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0" name="Cube 3489"/>
            <p:cNvSpPr/>
            <p:nvPr/>
          </p:nvSpPr>
          <p:spPr>
            <a:xfrm>
              <a:off x="5518026"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1" name="Cube 3490"/>
            <p:cNvSpPr/>
            <p:nvPr/>
          </p:nvSpPr>
          <p:spPr>
            <a:xfrm>
              <a:off x="5836205" y="3517149"/>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2" name="Cube 3491"/>
            <p:cNvSpPr/>
            <p:nvPr/>
          </p:nvSpPr>
          <p:spPr>
            <a:xfrm>
              <a:off x="6154383"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3" name="Cube 3492"/>
            <p:cNvSpPr/>
            <p:nvPr/>
          </p:nvSpPr>
          <p:spPr>
            <a:xfrm>
              <a:off x="6472561"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4" name="Cube 3493"/>
            <p:cNvSpPr/>
            <p:nvPr/>
          </p:nvSpPr>
          <p:spPr>
            <a:xfrm>
              <a:off x="6790740"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5" name="Cube 3494"/>
            <p:cNvSpPr/>
            <p:nvPr/>
          </p:nvSpPr>
          <p:spPr>
            <a:xfrm>
              <a:off x="7108918"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6" name="Cube 3495"/>
            <p:cNvSpPr/>
            <p:nvPr/>
          </p:nvSpPr>
          <p:spPr>
            <a:xfrm>
              <a:off x="7427096" y="351714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7" name="Cube 3496"/>
            <p:cNvSpPr/>
            <p:nvPr/>
          </p:nvSpPr>
          <p:spPr>
            <a:xfrm>
              <a:off x="5199848"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8" name="Cube 3497"/>
            <p:cNvSpPr/>
            <p:nvPr/>
          </p:nvSpPr>
          <p:spPr>
            <a:xfrm>
              <a:off x="5518026"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99" name="Cube 3498"/>
            <p:cNvSpPr/>
            <p:nvPr/>
          </p:nvSpPr>
          <p:spPr>
            <a:xfrm>
              <a:off x="5836205" y="3179496"/>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0" name="Cube 3499"/>
            <p:cNvSpPr/>
            <p:nvPr/>
          </p:nvSpPr>
          <p:spPr>
            <a:xfrm>
              <a:off x="6154383"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1" name="Cube 3500"/>
            <p:cNvSpPr/>
            <p:nvPr/>
          </p:nvSpPr>
          <p:spPr>
            <a:xfrm>
              <a:off x="6472561"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2" name="Cube 3501"/>
            <p:cNvSpPr/>
            <p:nvPr/>
          </p:nvSpPr>
          <p:spPr>
            <a:xfrm>
              <a:off x="6790740"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3" name="Cube 3502"/>
            <p:cNvSpPr/>
            <p:nvPr/>
          </p:nvSpPr>
          <p:spPr>
            <a:xfrm>
              <a:off x="7108918"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4" name="Cube 3503"/>
            <p:cNvSpPr/>
            <p:nvPr/>
          </p:nvSpPr>
          <p:spPr>
            <a:xfrm>
              <a:off x="7427096" y="317949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5" name="Cube 3504"/>
            <p:cNvSpPr/>
            <p:nvPr/>
          </p:nvSpPr>
          <p:spPr>
            <a:xfrm>
              <a:off x="5199848"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6" name="Cube 3505"/>
            <p:cNvSpPr/>
            <p:nvPr/>
          </p:nvSpPr>
          <p:spPr>
            <a:xfrm>
              <a:off x="5518026"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7" name="Cube 3506"/>
            <p:cNvSpPr/>
            <p:nvPr/>
          </p:nvSpPr>
          <p:spPr>
            <a:xfrm>
              <a:off x="5836205" y="284184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8" name="Cube 3507"/>
            <p:cNvSpPr/>
            <p:nvPr/>
          </p:nvSpPr>
          <p:spPr>
            <a:xfrm>
              <a:off x="6154383"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09" name="Cube 3508"/>
            <p:cNvSpPr/>
            <p:nvPr/>
          </p:nvSpPr>
          <p:spPr>
            <a:xfrm>
              <a:off x="6472561"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0" name="Cube 3509"/>
            <p:cNvSpPr/>
            <p:nvPr/>
          </p:nvSpPr>
          <p:spPr>
            <a:xfrm>
              <a:off x="6790740"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1" name="Cube 3510"/>
            <p:cNvSpPr/>
            <p:nvPr/>
          </p:nvSpPr>
          <p:spPr>
            <a:xfrm>
              <a:off x="7108918"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2" name="Cube 3511"/>
            <p:cNvSpPr/>
            <p:nvPr/>
          </p:nvSpPr>
          <p:spPr>
            <a:xfrm>
              <a:off x="7427096" y="284184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3" name="Cube 3512"/>
            <p:cNvSpPr/>
            <p:nvPr/>
          </p:nvSpPr>
          <p:spPr>
            <a:xfrm>
              <a:off x="5199848"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4" name="Cube 3513"/>
            <p:cNvSpPr/>
            <p:nvPr/>
          </p:nvSpPr>
          <p:spPr>
            <a:xfrm>
              <a:off x="5518026"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5" name="Cube 3514"/>
            <p:cNvSpPr/>
            <p:nvPr/>
          </p:nvSpPr>
          <p:spPr>
            <a:xfrm>
              <a:off x="5836205" y="250419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6" name="Cube 3515"/>
            <p:cNvSpPr/>
            <p:nvPr/>
          </p:nvSpPr>
          <p:spPr>
            <a:xfrm>
              <a:off x="6154383"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7" name="Cube 3516"/>
            <p:cNvSpPr/>
            <p:nvPr/>
          </p:nvSpPr>
          <p:spPr>
            <a:xfrm>
              <a:off x="6472561"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8" name="Cube 3517"/>
            <p:cNvSpPr/>
            <p:nvPr/>
          </p:nvSpPr>
          <p:spPr>
            <a:xfrm>
              <a:off x="6790740"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19" name="Cube 3518"/>
            <p:cNvSpPr/>
            <p:nvPr/>
          </p:nvSpPr>
          <p:spPr>
            <a:xfrm>
              <a:off x="7108918"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0" name="Cube 3519"/>
            <p:cNvSpPr/>
            <p:nvPr/>
          </p:nvSpPr>
          <p:spPr>
            <a:xfrm>
              <a:off x="7427096" y="250419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1" name="Cube 3520"/>
            <p:cNvSpPr/>
            <p:nvPr/>
          </p:nvSpPr>
          <p:spPr>
            <a:xfrm>
              <a:off x="5199848"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2" name="Cube 3521"/>
            <p:cNvSpPr/>
            <p:nvPr/>
          </p:nvSpPr>
          <p:spPr>
            <a:xfrm>
              <a:off x="5518026"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3" name="Cube 3522"/>
            <p:cNvSpPr/>
            <p:nvPr/>
          </p:nvSpPr>
          <p:spPr>
            <a:xfrm>
              <a:off x="5836205"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4" name="Cube 3523"/>
            <p:cNvSpPr/>
            <p:nvPr/>
          </p:nvSpPr>
          <p:spPr>
            <a:xfrm>
              <a:off x="6154383" y="216653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5" name="Cube 3524"/>
            <p:cNvSpPr/>
            <p:nvPr/>
          </p:nvSpPr>
          <p:spPr>
            <a:xfrm>
              <a:off x="6472561"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6" name="Cube 3525"/>
            <p:cNvSpPr/>
            <p:nvPr/>
          </p:nvSpPr>
          <p:spPr>
            <a:xfrm>
              <a:off x="6790740"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7" name="Cube 3526"/>
            <p:cNvSpPr/>
            <p:nvPr/>
          </p:nvSpPr>
          <p:spPr>
            <a:xfrm>
              <a:off x="7108918"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8" name="Cube 3527"/>
            <p:cNvSpPr/>
            <p:nvPr/>
          </p:nvSpPr>
          <p:spPr>
            <a:xfrm>
              <a:off x="7427096" y="216653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29" name="Cube 3528"/>
            <p:cNvSpPr/>
            <p:nvPr/>
          </p:nvSpPr>
          <p:spPr>
            <a:xfrm>
              <a:off x="506558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0" name="Cube 3529"/>
            <p:cNvSpPr/>
            <p:nvPr/>
          </p:nvSpPr>
          <p:spPr>
            <a:xfrm>
              <a:off x="538376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1" name="Cube 3530"/>
            <p:cNvSpPr/>
            <p:nvPr/>
          </p:nvSpPr>
          <p:spPr>
            <a:xfrm>
              <a:off x="5701939"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2" name="Cube 3531"/>
            <p:cNvSpPr/>
            <p:nvPr/>
          </p:nvSpPr>
          <p:spPr>
            <a:xfrm>
              <a:off x="6020117"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3" name="Cube 3532"/>
            <p:cNvSpPr/>
            <p:nvPr/>
          </p:nvSpPr>
          <p:spPr>
            <a:xfrm>
              <a:off x="6338295"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4" name="Cube 3533"/>
            <p:cNvSpPr/>
            <p:nvPr/>
          </p:nvSpPr>
          <p:spPr>
            <a:xfrm>
              <a:off x="6656474"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5" name="Cube 3534"/>
            <p:cNvSpPr/>
            <p:nvPr/>
          </p:nvSpPr>
          <p:spPr>
            <a:xfrm>
              <a:off x="6974652"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6" name="Cube 3535"/>
            <p:cNvSpPr/>
            <p:nvPr/>
          </p:nvSpPr>
          <p:spPr>
            <a:xfrm>
              <a:off x="7292830" y="464907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7" name="Cube 3536"/>
            <p:cNvSpPr/>
            <p:nvPr/>
          </p:nvSpPr>
          <p:spPr>
            <a:xfrm>
              <a:off x="506558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8" name="Cube 3537"/>
            <p:cNvSpPr/>
            <p:nvPr/>
          </p:nvSpPr>
          <p:spPr>
            <a:xfrm>
              <a:off x="538376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39" name="Cube 3538"/>
            <p:cNvSpPr/>
            <p:nvPr/>
          </p:nvSpPr>
          <p:spPr>
            <a:xfrm>
              <a:off x="5701939"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0" name="Cube 3539"/>
            <p:cNvSpPr/>
            <p:nvPr/>
          </p:nvSpPr>
          <p:spPr>
            <a:xfrm>
              <a:off x="6020117"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1" name="Cube 3540"/>
            <p:cNvSpPr/>
            <p:nvPr/>
          </p:nvSpPr>
          <p:spPr>
            <a:xfrm>
              <a:off x="6338295"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2" name="Cube 3541"/>
            <p:cNvSpPr/>
            <p:nvPr/>
          </p:nvSpPr>
          <p:spPr>
            <a:xfrm>
              <a:off x="6656474"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3" name="Cube 3542"/>
            <p:cNvSpPr/>
            <p:nvPr/>
          </p:nvSpPr>
          <p:spPr>
            <a:xfrm>
              <a:off x="6974652"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4" name="Cube 3543"/>
            <p:cNvSpPr/>
            <p:nvPr/>
          </p:nvSpPr>
          <p:spPr>
            <a:xfrm>
              <a:off x="7292830" y="431141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5" name="Cube 3544"/>
            <p:cNvSpPr/>
            <p:nvPr/>
          </p:nvSpPr>
          <p:spPr>
            <a:xfrm>
              <a:off x="506558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6" name="Cube 3545"/>
            <p:cNvSpPr/>
            <p:nvPr/>
          </p:nvSpPr>
          <p:spPr>
            <a:xfrm>
              <a:off x="538376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7" name="Cube 3546"/>
            <p:cNvSpPr/>
            <p:nvPr/>
          </p:nvSpPr>
          <p:spPr>
            <a:xfrm>
              <a:off x="5701939"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8" name="Cube 3547"/>
            <p:cNvSpPr/>
            <p:nvPr/>
          </p:nvSpPr>
          <p:spPr>
            <a:xfrm>
              <a:off x="6020117"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49" name="Cube 3548"/>
            <p:cNvSpPr/>
            <p:nvPr/>
          </p:nvSpPr>
          <p:spPr>
            <a:xfrm>
              <a:off x="6338295"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0" name="Cube 3549"/>
            <p:cNvSpPr/>
            <p:nvPr/>
          </p:nvSpPr>
          <p:spPr>
            <a:xfrm>
              <a:off x="6656474"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1" name="Cube 3550"/>
            <p:cNvSpPr/>
            <p:nvPr/>
          </p:nvSpPr>
          <p:spPr>
            <a:xfrm>
              <a:off x="6974652"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2" name="Cube 3551"/>
            <p:cNvSpPr/>
            <p:nvPr/>
          </p:nvSpPr>
          <p:spPr>
            <a:xfrm>
              <a:off x="7292830" y="397376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3" name="Cube 3552"/>
            <p:cNvSpPr/>
            <p:nvPr/>
          </p:nvSpPr>
          <p:spPr>
            <a:xfrm>
              <a:off x="5065582"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4" name="Cube 3553"/>
            <p:cNvSpPr/>
            <p:nvPr/>
          </p:nvSpPr>
          <p:spPr>
            <a:xfrm>
              <a:off x="5383760"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5" name="Cube 3554"/>
            <p:cNvSpPr/>
            <p:nvPr/>
          </p:nvSpPr>
          <p:spPr>
            <a:xfrm>
              <a:off x="5701939" y="363611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6" name="Cube 3555"/>
            <p:cNvSpPr/>
            <p:nvPr/>
          </p:nvSpPr>
          <p:spPr>
            <a:xfrm>
              <a:off x="6020117"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7" name="Cube 3556"/>
            <p:cNvSpPr/>
            <p:nvPr/>
          </p:nvSpPr>
          <p:spPr>
            <a:xfrm>
              <a:off x="6338295"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8" name="Cube 3557"/>
            <p:cNvSpPr/>
            <p:nvPr/>
          </p:nvSpPr>
          <p:spPr>
            <a:xfrm>
              <a:off x="6656474"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59" name="Cube 3558"/>
            <p:cNvSpPr/>
            <p:nvPr/>
          </p:nvSpPr>
          <p:spPr>
            <a:xfrm>
              <a:off x="6974652"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0" name="Cube 3559"/>
            <p:cNvSpPr/>
            <p:nvPr/>
          </p:nvSpPr>
          <p:spPr>
            <a:xfrm>
              <a:off x="7292830" y="363611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1" name="Cube 3560"/>
            <p:cNvSpPr/>
            <p:nvPr/>
          </p:nvSpPr>
          <p:spPr>
            <a:xfrm>
              <a:off x="5065582"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2" name="Cube 3561"/>
            <p:cNvSpPr/>
            <p:nvPr/>
          </p:nvSpPr>
          <p:spPr>
            <a:xfrm>
              <a:off x="5383760"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3" name="Cube 3562"/>
            <p:cNvSpPr/>
            <p:nvPr/>
          </p:nvSpPr>
          <p:spPr>
            <a:xfrm>
              <a:off x="5701939" y="3298458"/>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4" name="Cube 3563"/>
            <p:cNvSpPr/>
            <p:nvPr/>
          </p:nvSpPr>
          <p:spPr>
            <a:xfrm>
              <a:off x="6020117"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5" name="Cube 3564"/>
            <p:cNvSpPr/>
            <p:nvPr/>
          </p:nvSpPr>
          <p:spPr>
            <a:xfrm>
              <a:off x="6338295"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6" name="Cube 3565"/>
            <p:cNvSpPr/>
            <p:nvPr/>
          </p:nvSpPr>
          <p:spPr>
            <a:xfrm>
              <a:off x="6656474"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7" name="Cube 3566"/>
            <p:cNvSpPr/>
            <p:nvPr/>
          </p:nvSpPr>
          <p:spPr>
            <a:xfrm>
              <a:off x="6974652"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8" name="Cube 3567"/>
            <p:cNvSpPr/>
            <p:nvPr/>
          </p:nvSpPr>
          <p:spPr>
            <a:xfrm>
              <a:off x="7292830" y="3298458"/>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69" name="Cube 3568"/>
            <p:cNvSpPr/>
            <p:nvPr/>
          </p:nvSpPr>
          <p:spPr>
            <a:xfrm>
              <a:off x="5065582"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0" name="Cube 3569"/>
            <p:cNvSpPr/>
            <p:nvPr/>
          </p:nvSpPr>
          <p:spPr>
            <a:xfrm>
              <a:off x="5383760"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1" name="Cube 3570"/>
            <p:cNvSpPr/>
            <p:nvPr/>
          </p:nvSpPr>
          <p:spPr>
            <a:xfrm>
              <a:off x="5701939" y="2960805"/>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2" name="Cube 3571"/>
            <p:cNvSpPr/>
            <p:nvPr/>
          </p:nvSpPr>
          <p:spPr>
            <a:xfrm>
              <a:off x="6020117"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3" name="Cube 3572"/>
            <p:cNvSpPr/>
            <p:nvPr/>
          </p:nvSpPr>
          <p:spPr>
            <a:xfrm>
              <a:off x="6338295"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4" name="Cube 3573"/>
            <p:cNvSpPr/>
            <p:nvPr/>
          </p:nvSpPr>
          <p:spPr>
            <a:xfrm>
              <a:off x="6656474"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5" name="Cube 3574"/>
            <p:cNvSpPr/>
            <p:nvPr/>
          </p:nvSpPr>
          <p:spPr>
            <a:xfrm>
              <a:off x="6974652"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6" name="Cube 3575"/>
            <p:cNvSpPr/>
            <p:nvPr/>
          </p:nvSpPr>
          <p:spPr>
            <a:xfrm>
              <a:off x="7292830" y="296080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7" name="Cube 3576"/>
            <p:cNvSpPr/>
            <p:nvPr/>
          </p:nvSpPr>
          <p:spPr>
            <a:xfrm>
              <a:off x="5065582"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8" name="Cube 3577"/>
            <p:cNvSpPr/>
            <p:nvPr/>
          </p:nvSpPr>
          <p:spPr>
            <a:xfrm>
              <a:off x="5383760"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79" name="Cube 3578"/>
            <p:cNvSpPr/>
            <p:nvPr/>
          </p:nvSpPr>
          <p:spPr>
            <a:xfrm>
              <a:off x="5701939" y="2623152"/>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0" name="Cube 3579"/>
            <p:cNvSpPr/>
            <p:nvPr/>
          </p:nvSpPr>
          <p:spPr>
            <a:xfrm>
              <a:off x="6020117"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1" name="Cube 3580"/>
            <p:cNvSpPr/>
            <p:nvPr/>
          </p:nvSpPr>
          <p:spPr>
            <a:xfrm>
              <a:off x="6338295"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2" name="Cube 3581"/>
            <p:cNvSpPr/>
            <p:nvPr/>
          </p:nvSpPr>
          <p:spPr>
            <a:xfrm>
              <a:off x="6656474"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3" name="Cube 3582"/>
            <p:cNvSpPr/>
            <p:nvPr/>
          </p:nvSpPr>
          <p:spPr>
            <a:xfrm>
              <a:off x="6974652"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4" name="Cube 3583"/>
            <p:cNvSpPr/>
            <p:nvPr/>
          </p:nvSpPr>
          <p:spPr>
            <a:xfrm>
              <a:off x="7292830" y="262315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5" name="Cube 3584"/>
            <p:cNvSpPr/>
            <p:nvPr/>
          </p:nvSpPr>
          <p:spPr>
            <a:xfrm>
              <a:off x="5065582"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6" name="Cube 3585"/>
            <p:cNvSpPr/>
            <p:nvPr/>
          </p:nvSpPr>
          <p:spPr>
            <a:xfrm>
              <a:off x="5383760"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7" name="Cube 3586"/>
            <p:cNvSpPr/>
            <p:nvPr/>
          </p:nvSpPr>
          <p:spPr>
            <a:xfrm>
              <a:off x="5701939"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8" name="Cube 3587"/>
            <p:cNvSpPr/>
            <p:nvPr/>
          </p:nvSpPr>
          <p:spPr>
            <a:xfrm>
              <a:off x="6020117" y="2285499"/>
              <a:ext cx="365943" cy="365943"/>
            </a:xfrm>
            <a:prstGeom prst="cube">
              <a:avLst/>
            </a:prstGeom>
            <a:solidFill>
              <a:schemeClr val="accent6"/>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89" name="Cube 3588"/>
            <p:cNvSpPr/>
            <p:nvPr/>
          </p:nvSpPr>
          <p:spPr>
            <a:xfrm>
              <a:off x="6338295"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0" name="Cube 3589"/>
            <p:cNvSpPr/>
            <p:nvPr/>
          </p:nvSpPr>
          <p:spPr>
            <a:xfrm>
              <a:off x="6656474"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1" name="Cube 3590"/>
            <p:cNvSpPr/>
            <p:nvPr/>
          </p:nvSpPr>
          <p:spPr>
            <a:xfrm>
              <a:off x="6974652"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2" name="Cube 3591"/>
            <p:cNvSpPr/>
            <p:nvPr/>
          </p:nvSpPr>
          <p:spPr>
            <a:xfrm>
              <a:off x="7292830" y="228549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3" name="Cube 3592"/>
            <p:cNvSpPr/>
            <p:nvPr/>
          </p:nvSpPr>
          <p:spPr>
            <a:xfrm>
              <a:off x="493131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4" name="Cube 3593"/>
            <p:cNvSpPr/>
            <p:nvPr/>
          </p:nvSpPr>
          <p:spPr>
            <a:xfrm>
              <a:off x="524949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5" name="Cube 3594"/>
            <p:cNvSpPr/>
            <p:nvPr/>
          </p:nvSpPr>
          <p:spPr>
            <a:xfrm>
              <a:off x="5567673"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6" name="Cube 3595"/>
            <p:cNvSpPr/>
            <p:nvPr/>
          </p:nvSpPr>
          <p:spPr>
            <a:xfrm>
              <a:off x="5885851"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7" name="Cube 3596"/>
            <p:cNvSpPr/>
            <p:nvPr/>
          </p:nvSpPr>
          <p:spPr>
            <a:xfrm>
              <a:off x="6204029"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8" name="Cube 3597"/>
            <p:cNvSpPr/>
            <p:nvPr/>
          </p:nvSpPr>
          <p:spPr>
            <a:xfrm>
              <a:off x="6522208"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99" name="Cube 3598"/>
            <p:cNvSpPr/>
            <p:nvPr/>
          </p:nvSpPr>
          <p:spPr>
            <a:xfrm>
              <a:off x="6840386"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0" name="Cube 3599"/>
            <p:cNvSpPr/>
            <p:nvPr/>
          </p:nvSpPr>
          <p:spPr>
            <a:xfrm>
              <a:off x="7158564" y="476803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1" name="Cube 3600"/>
            <p:cNvSpPr/>
            <p:nvPr/>
          </p:nvSpPr>
          <p:spPr>
            <a:xfrm>
              <a:off x="493131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2" name="Cube 3601"/>
            <p:cNvSpPr/>
            <p:nvPr/>
          </p:nvSpPr>
          <p:spPr>
            <a:xfrm>
              <a:off x="524949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3" name="Cube 3602"/>
            <p:cNvSpPr/>
            <p:nvPr/>
          </p:nvSpPr>
          <p:spPr>
            <a:xfrm>
              <a:off x="5567673"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4" name="Cube 3603"/>
            <p:cNvSpPr/>
            <p:nvPr/>
          </p:nvSpPr>
          <p:spPr>
            <a:xfrm>
              <a:off x="5885851"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5" name="Cube 3604"/>
            <p:cNvSpPr/>
            <p:nvPr/>
          </p:nvSpPr>
          <p:spPr>
            <a:xfrm>
              <a:off x="6204029"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6" name="Cube 3605"/>
            <p:cNvSpPr/>
            <p:nvPr/>
          </p:nvSpPr>
          <p:spPr>
            <a:xfrm>
              <a:off x="6522208"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7" name="Cube 3606"/>
            <p:cNvSpPr/>
            <p:nvPr/>
          </p:nvSpPr>
          <p:spPr>
            <a:xfrm>
              <a:off x="6840386"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8" name="Cube 3607"/>
            <p:cNvSpPr/>
            <p:nvPr/>
          </p:nvSpPr>
          <p:spPr>
            <a:xfrm>
              <a:off x="7158564" y="443037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09" name="Cube 3608"/>
            <p:cNvSpPr/>
            <p:nvPr/>
          </p:nvSpPr>
          <p:spPr>
            <a:xfrm>
              <a:off x="493131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0" name="Cube 3609"/>
            <p:cNvSpPr/>
            <p:nvPr/>
          </p:nvSpPr>
          <p:spPr>
            <a:xfrm>
              <a:off x="524949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1" name="Cube 3610"/>
            <p:cNvSpPr/>
            <p:nvPr/>
          </p:nvSpPr>
          <p:spPr>
            <a:xfrm>
              <a:off x="5567673"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2" name="Cube 3611"/>
            <p:cNvSpPr/>
            <p:nvPr/>
          </p:nvSpPr>
          <p:spPr>
            <a:xfrm>
              <a:off x="5885851"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3" name="Cube 3612"/>
            <p:cNvSpPr/>
            <p:nvPr/>
          </p:nvSpPr>
          <p:spPr>
            <a:xfrm>
              <a:off x="6204029"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4" name="Cube 3613"/>
            <p:cNvSpPr/>
            <p:nvPr/>
          </p:nvSpPr>
          <p:spPr>
            <a:xfrm>
              <a:off x="6522208"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5" name="Cube 3614"/>
            <p:cNvSpPr/>
            <p:nvPr/>
          </p:nvSpPr>
          <p:spPr>
            <a:xfrm>
              <a:off x="6840386"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6" name="Cube 3615"/>
            <p:cNvSpPr/>
            <p:nvPr/>
          </p:nvSpPr>
          <p:spPr>
            <a:xfrm>
              <a:off x="7158564" y="409272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7" name="Cube 3616"/>
            <p:cNvSpPr/>
            <p:nvPr/>
          </p:nvSpPr>
          <p:spPr>
            <a:xfrm>
              <a:off x="493131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8" name="Cube 3617"/>
            <p:cNvSpPr/>
            <p:nvPr/>
          </p:nvSpPr>
          <p:spPr>
            <a:xfrm>
              <a:off x="524949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19" name="Cube 3618"/>
            <p:cNvSpPr/>
            <p:nvPr/>
          </p:nvSpPr>
          <p:spPr>
            <a:xfrm>
              <a:off x="5567673"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0" name="Cube 3619"/>
            <p:cNvSpPr/>
            <p:nvPr/>
          </p:nvSpPr>
          <p:spPr>
            <a:xfrm>
              <a:off x="5885851"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1" name="Cube 3620"/>
            <p:cNvSpPr/>
            <p:nvPr/>
          </p:nvSpPr>
          <p:spPr>
            <a:xfrm>
              <a:off x="6204029"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2" name="Cube 3621"/>
            <p:cNvSpPr/>
            <p:nvPr/>
          </p:nvSpPr>
          <p:spPr>
            <a:xfrm>
              <a:off x="6522208"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3" name="Cube 3622"/>
            <p:cNvSpPr/>
            <p:nvPr/>
          </p:nvSpPr>
          <p:spPr>
            <a:xfrm>
              <a:off x="6840386"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4" name="Cube 3623"/>
            <p:cNvSpPr/>
            <p:nvPr/>
          </p:nvSpPr>
          <p:spPr>
            <a:xfrm>
              <a:off x="7158564" y="375507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5" name="Cube 3624"/>
            <p:cNvSpPr/>
            <p:nvPr/>
          </p:nvSpPr>
          <p:spPr>
            <a:xfrm>
              <a:off x="4931316"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6" name="Cube 3625"/>
            <p:cNvSpPr/>
            <p:nvPr/>
          </p:nvSpPr>
          <p:spPr>
            <a:xfrm>
              <a:off x="5249494"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7" name="Cube 3626"/>
            <p:cNvSpPr/>
            <p:nvPr/>
          </p:nvSpPr>
          <p:spPr>
            <a:xfrm>
              <a:off x="5567673"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8" name="Cube 3627"/>
            <p:cNvSpPr/>
            <p:nvPr/>
          </p:nvSpPr>
          <p:spPr>
            <a:xfrm>
              <a:off x="5885851" y="341742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29" name="Cube 3628"/>
            <p:cNvSpPr/>
            <p:nvPr/>
          </p:nvSpPr>
          <p:spPr>
            <a:xfrm>
              <a:off x="6204029"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0" name="Cube 3629"/>
            <p:cNvSpPr/>
            <p:nvPr/>
          </p:nvSpPr>
          <p:spPr>
            <a:xfrm>
              <a:off x="6522208"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1" name="Cube 3630"/>
            <p:cNvSpPr/>
            <p:nvPr/>
          </p:nvSpPr>
          <p:spPr>
            <a:xfrm>
              <a:off x="6840386"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2" name="Cube 3631"/>
            <p:cNvSpPr/>
            <p:nvPr/>
          </p:nvSpPr>
          <p:spPr>
            <a:xfrm>
              <a:off x="7158564" y="341742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3" name="Cube 3632"/>
            <p:cNvSpPr/>
            <p:nvPr/>
          </p:nvSpPr>
          <p:spPr>
            <a:xfrm>
              <a:off x="4931316"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4" name="Cube 3633"/>
            <p:cNvSpPr/>
            <p:nvPr/>
          </p:nvSpPr>
          <p:spPr>
            <a:xfrm>
              <a:off x="5249494"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5" name="Cube 3634"/>
            <p:cNvSpPr/>
            <p:nvPr/>
          </p:nvSpPr>
          <p:spPr>
            <a:xfrm>
              <a:off x="5567673"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6" name="Cube 3635"/>
            <p:cNvSpPr/>
            <p:nvPr/>
          </p:nvSpPr>
          <p:spPr>
            <a:xfrm>
              <a:off x="5885851" y="307976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7" name="Cube 3636"/>
            <p:cNvSpPr/>
            <p:nvPr/>
          </p:nvSpPr>
          <p:spPr>
            <a:xfrm>
              <a:off x="6204029"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8" name="Cube 3637"/>
            <p:cNvSpPr/>
            <p:nvPr/>
          </p:nvSpPr>
          <p:spPr>
            <a:xfrm>
              <a:off x="6522208"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39" name="Cube 3638"/>
            <p:cNvSpPr/>
            <p:nvPr/>
          </p:nvSpPr>
          <p:spPr>
            <a:xfrm>
              <a:off x="6840386"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0" name="Cube 3639"/>
            <p:cNvSpPr/>
            <p:nvPr/>
          </p:nvSpPr>
          <p:spPr>
            <a:xfrm>
              <a:off x="7158564" y="307976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1" name="Cube 3640"/>
            <p:cNvSpPr/>
            <p:nvPr/>
          </p:nvSpPr>
          <p:spPr>
            <a:xfrm>
              <a:off x="4931316"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2" name="Cube 3641"/>
            <p:cNvSpPr/>
            <p:nvPr/>
          </p:nvSpPr>
          <p:spPr>
            <a:xfrm>
              <a:off x="5249494"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3" name="Cube 3642"/>
            <p:cNvSpPr/>
            <p:nvPr/>
          </p:nvSpPr>
          <p:spPr>
            <a:xfrm>
              <a:off x="5567673"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4" name="Cube 3643"/>
            <p:cNvSpPr/>
            <p:nvPr/>
          </p:nvSpPr>
          <p:spPr>
            <a:xfrm>
              <a:off x="5885851" y="274211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5" name="Cube 3644"/>
            <p:cNvSpPr/>
            <p:nvPr/>
          </p:nvSpPr>
          <p:spPr>
            <a:xfrm>
              <a:off x="6204029"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6" name="Cube 3645"/>
            <p:cNvSpPr/>
            <p:nvPr/>
          </p:nvSpPr>
          <p:spPr>
            <a:xfrm>
              <a:off x="6522208"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7" name="Cube 3646"/>
            <p:cNvSpPr/>
            <p:nvPr/>
          </p:nvSpPr>
          <p:spPr>
            <a:xfrm>
              <a:off x="6840386"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8" name="Cube 3647"/>
            <p:cNvSpPr/>
            <p:nvPr/>
          </p:nvSpPr>
          <p:spPr>
            <a:xfrm>
              <a:off x="7158564" y="274211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49" name="Cube 3648"/>
            <p:cNvSpPr/>
            <p:nvPr/>
          </p:nvSpPr>
          <p:spPr>
            <a:xfrm>
              <a:off x="4931316"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0" name="Cube 3649"/>
            <p:cNvSpPr/>
            <p:nvPr/>
          </p:nvSpPr>
          <p:spPr>
            <a:xfrm>
              <a:off x="5249494"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1" name="Cube 3650"/>
            <p:cNvSpPr/>
            <p:nvPr/>
          </p:nvSpPr>
          <p:spPr>
            <a:xfrm>
              <a:off x="5567673"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2" name="Cube 3651"/>
            <p:cNvSpPr/>
            <p:nvPr/>
          </p:nvSpPr>
          <p:spPr>
            <a:xfrm>
              <a:off x="5885851" y="2404461"/>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3" name="Cube 3652"/>
            <p:cNvSpPr/>
            <p:nvPr/>
          </p:nvSpPr>
          <p:spPr>
            <a:xfrm>
              <a:off x="6204029"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4" name="Cube 3653"/>
            <p:cNvSpPr/>
            <p:nvPr/>
          </p:nvSpPr>
          <p:spPr>
            <a:xfrm>
              <a:off x="6522208"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5" name="Cube 3654"/>
            <p:cNvSpPr/>
            <p:nvPr/>
          </p:nvSpPr>
          <p:spPr>
            <a:xfrm>
              <a:off x="6840386"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6" name="Cube 3655"/>
            <p:cNvSpPr/>
            <p:nvPr/>
          </p:nvSpPr>
          <p:spPr>
            <a:xfrm>
              <a:off x="7158564" y="2404461"/>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7" name="Cube 3656"/>
            <p:cNvSpPr/>
            <p:nvPr/>
          </p:nvSpPr>
          <p:spPr>
            <a:xfrm>
              <a:off x="479705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8" name="Cube 3657"/>
            <p:cNvSpPr/>
            <p:nvPr/>
          </p:nvSpPr>
          <p:spPr>
            <a:xfrm>
              <a:off x="511522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59" name="Cube 3658"/>
            <p:cNvSpPr/>
            <p:nvPr/>
          </p:nvSpPr>
          <p:spPr>
            <a:xfrm>
              <a:off x="5433407"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0" name="Cube 3659"/>
            <p:cNvSpPr/>
            <p:nvPr/>
          </p:nvSpPr>
          <p:spPr>
            <a:xfrm>
              <a:off x="5751585"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1" name="Cube 3660"/>
            <p:cNvSpPr/>
            <p:nvPr/>
          </p:nvSpPr>
          <p:spPr>
            <a:xfrm>
              <a:off x="6069763"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2" name="Cube 3661"/>
            <p:cNvSpPr/>
            <p:nvPr/>
          </p:nvSpPr>
          <p:spPr>
            <a:xfrm>
              <a:off x="6387942"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3" name="Cube 3662"/>
            <p:cNvSpPr/>
            <p:nvPr/>
          </p:nvSpPr>
          <p:spPr>
            <a:xfrm>
              <a:off x="6706120"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4" name="Cube 3663"/>
            <p:cNvSpPr/>
            <p:nvPr/>
          </p:nvSpPr>
          <p:spPr>
            <a:xfrm>
              <a:off x="7024298" y="4886995"/>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5" name="Cube 3664"/>
            <p:cNvSpPr/>
            <p:nvPr/>
          </p:nvSpPr>
          <p:spPr>
            <a:xfrm>
              <a:off x="479705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6" name="Cube 3665"/>
            <p:cNvSpPr/>
            <p:nvPr/>
          </p:nvSpPr>
          <p:spPr>
            <a:xfrm>
              <a:off x="511522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7" name="Cube 3666"/>
            <p:cNvSpPr/>
            <p:nvPr/>
          </p:nvSpPr>
          <p:spPr>
            <a:xfrm>
              <a:off x="5433407"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8" name="Cube 3667"/>
            <p:cNvSpPr/>
            <p:nvPr/>
          </p:nvSpPr>
          <p:spPr>
            <a:xfrm>
              <a:off x="5751585"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69" name="Cube 3668"/>
            <p:cNvSpPr/>
            <p:nvPr/>
          </p:nvSpPr>
          <p:spPr>
            <a:xfrm>
              <a:off x="6069763"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0" name="Cube 3669"/>
            <p:cNvSpPr/>
            <p:nvPr/>
          </p:nvSpPr>
          <p:spPr>
            <a:xfrm>
              <a:off x="6387942"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1" name="Cube 3670"/>
            <p:cNvSpPr/>
            <p:nvPr/>
          </p:nvSpPr>
          <p:spPr>
            <a:xfrm>
              <a:off x="6706120"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2" name="Cube 3671"/>
            <p:cNvSpPr/>
            <p:nvPr/>
          </p:nvSpPr>
          <p:spPr>
            <a:xfrm>
              <a:off x="7024298" y="4549342"/>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3" name="Cube 3672"/>
            <p:cNvSpPr/>
            <p:nvPr/>
          </p:nvSpPr>
          <p:spPr>
            <a:xfrm>
              <a:off x="479705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4" name="Cube 3673"/>
            <p:cNvSpPr/>
            <p:nvPr/>
          </p:nvSpPr>
          <p:spPr>
            <a:xfrm>
              <a:off x="511522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5" name="Cube 3674"/>
            <p:cNvSpPr/>
            <p:nvPr/>
          </p:nvSpPr>
          <p:spPr>
            <a:xfrm>
              <a:off x="5433407"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6" name="Cube 3675"/>
            <p:cNvSpPr/>
            <p:nvPr/>
          </p:nvSpPr>
          <p:spPr>
            <a:xfrm>
              <a:off x="5751585"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7" name="Cube 3676"/>
            <p:cNvSpPr/>
            <p:nvPr/>
          </p:nvSpPr>
          <p:spPr>
            <a:xfrm>
              <a:off x="6069763"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8" name="Cube 3677"/>
            <p:cNvSpPr/>
            <p:nvPr/>
          </p:nvSpPr>
          <p:spPr>
            <a:xfrm>
              <a:off x="6387942"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79" name="Cube 3678"/>
            <p:cNvSpPr/>
            <p:nvPr/>
          </p:nvSpPr>
          <p:spPr>
            <a:xfrm>
              <a:off x="6706120"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0" name="Cube 3679"/>
            <p:cNvSpPr/>
            <p:nvPr/>
          </p:nvSpPr>
          <p:spPr>
            <a:xfrm>
              <a:off x="7024298" y="4211689"/>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1" name="Cube 3680"/>
            <p:cNvSpPr/>
            <p:nvPr/>
          </p:nvSpPr>
          <p:spPr>
            <a:xfrm>
              <a:off x="479705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2" name="Cube 3681"/>
            <p:cNvSpPr/>
            <p:nvPr/>
          </p:nvSpPr>
          <p:spPr>
            <a:xfrm>
              <a:off x="511522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3" name="Cube 3682"/>
            <p:cNvSpPr/>
            <p:nvPr/>
          </p:nvSpPr>
          <p:spPr>
            <a:xfrm>
              <a:off x="5433407"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4" name="Cube 3683"/>
            <p:cNvSpPr/>
            <p:nvPr/>
          </p:nvSpPr>
          <p:spPr>
            <a:xfrm>
              <a:off x="5751585"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5" name="Cube 3684"/>
            <p:cNvSpPr/>
            <p:nvPr/>
          </p:nvSpPr>
          <p:spPr>
            <a:xfrm>
              <a:off x="6069763"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6" name="Cube 3685"/>
            <p:cNvSpPr/>
            <p:nvPr/>
          </p:nvSpPr>
          <p:spPr>
            <a:xfrm>
              <a:off x="6387942"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7" name="Cube 3686"/>
            <p:cNvSpPr/>
            <p:nvPr/>
          </p:nvSpPr>
          <p:spPr>
            <a:xfrm>
              <a:off x="6706120"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8" name="Cube 3687"/>
            <p:cNvSpPr/>
            <p:nvPr/>
          </p:nvSpPr>
          <p:spPr>
            <a:xfrm>
              <a:off x="7024298" y="3874036"/>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89" name="Cube 3688"/>
            <p:cNvSpPr/>
            <p:nvPr/>
          </p:nvSpPr>
          <p:spPr>
            <a:xfrm>
              <a:off x="4797050"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0" name="Cube 3689"/>
            <p:cNvSpPr/>
            <p:nvPr/>
          </p:nvSpPr>
          <p:spPr>
            <a:xfrm>
              <a:off x="5115228"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1" name="Cube 3690"/>
            <p:cNvSpPr/>
            <p:nvPr/>
          </p:nvSpPr>
          <p:spPr>
            <a:xfrm>
              <a:off x="5433407"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2" name="Cube 3691"/>
            <p:cNvSpPr/>
            <p:nvPr/>
          </p:nvSpPr>
          <p:spPr>
            <a:xfrm>
              <a:off x="5751585" y="3536383"/>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3" name="Cube 3692"/>
            <p:cNvSpPr/>
            <p:nvPr/>
          </p:nvSpPr>
          <p:spPr>
            <a:xfrm>
              <a:off x="6069763"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4" name="Cube 3693"/>
            <p:cNvSpPr/>
            <p:nvPr/>
          </p:nvSpPr>
          <p:spPr>
            <a:xfrm>
              <a:off x="6387942"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5" name="Cube 3694"/>
            <p:cNvSpPr/>
            <p:nvPr/>
          </p:nvSpPr>
          <p:spPr>
            <a:xfrm>
              <a:off x="6706120"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6" name="Cube 3695"/>
            <p:cNvSpPr/>
            <p:nvPr/>
          </p:nvSpPr>
          <p:spPr>
            <a:xfrm>
              <a:off x="7024298" y="3536383"/>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7" name="Cube 3696"/>
            <p:cNvSpPr/>
            <p:nvPr/>
          </p:nvSpPr>
          <p:spPr>
            <a:xfrm>
              <a:off x="4797050"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8" name="Cube 3697"/>
            <p:cNvSpPr/>
            <p:nvPr/>
          </p:nvSpPr>
          <p:spPr>
            <a:xfrm>
              <a:off x="5115228"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99" name="Cube 3698"/>
            <p:cNvSpPr/>
            <p:nvPr/>
          </p:nvSpPr>
          <p:spPr>
            <a:xfrm>
              <a:off x="5433407"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0" name="Cube 3699"/>
            <p:cNvSpPr/>
            <p:nvPr/>
          </p:nvSpPr>
          <p:spPr>
            <a:xfrm>
              <a:off x="5751585" y="3198730"/>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1" name="Cube 3700"/>
            <p:cNvSpPr/>
            <p:nvPr/>
          </p:nvSpPr>
          <p:spPr>
            <a:xfrm>
              <a:off x="6069763"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2" name="Cube 3701"/>
            <p:cNvSpPr/>
            <p:nvPr/>
          </p:nvSpPr>
          <p:spPr>
            <a:xfrm>
              <a:off x="6387942"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3" name="Cube 3702"/>
            <p:cNvSpPr/>
            <p:nvPr/>
          </p:nvSpPr>
          <p:spPr>
            <a:xfrm>
              <a:off x="6706120"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4" name="Cube 3703"/>
            <p:cNvSpPr/>
            <p:nvPr/>
          </p:nvSpPr>
          <p:spPr>
            <a:xfrm>
              <a:off x="7024298" y="3198730"/>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5" name="Cube 3704"/>
            <p:cNvSpPr/>
            <p:nvPr/>
          </p:nvSpPr>
          <p:spPr>
            <a:xfrm>
              <a:off x="4797050"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6" name="Cube 3705"/>
            <p:cNvSpPr/>
            <p:nvPr/>
          </p:nvSpPr>
          <p:spPr>
            <a:xfrm>
              <a:off x="5115228"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7" name="Cube 3706"/>
            <p:cNvSpPr/>
            <p:nvPr/>
          </p:nvSpPr>
          <p:spPr>
            <a:xfrm>
              <a:off x="5433407"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8" name="Cube 3707"/>
            <p:cNvSpPr/>
            <p:nvPr/>
          </p:nvSpPr>
          <p:spPr>
            <a:xfrm>
              <a:off x="5751585" y="2861077"/>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09" name="Cube 3708"/>
            <p:cNvSpPr/>
            <p:nvPr/>
          </p:nvSpPr>
          <p:spPr>
            <a:xfrm>
              <a:off x="6069763"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0" name="Cube 3709"/>
            <p:cNvSpPr/>
            <p:nvPr/>
          </p:nvSpPr>
          <p:spPr>
            <a:xfrm>
              <a:off x="6387942"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1" name="Cube 3710"/>
            <p:cNvSpPr/>
            <p:nvPr/>
          </p:nvSpPr>
          <p:spPr>
            <a:xfrm>
              <a:off x="6706120"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2" name="Cube 3711"/>
            <p:cNvSpPr/>
            <p:nvPr/>
          </p:nvSpPr>
          <p:spPr>
            <a:xfrm>
              <a:off x="7024298" y="2861077"/>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3" name="Cube 3712"/>
            <p:cNvSpPr/>
            <p:nvPr/>
          </p:nvSpPr>
          <p:spPr>
            <a:xfrm>
              <a:off x="4797050"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4" name="Cube 3713"/>
            <p:cNvSpPr/>
            <p:nvPr/>
          </p:nvSpPr>
          <p:spPr>
            <a:xfrm>
              <a:off x="5115228"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5" name="Cube 3714"/>
            <p:cNvSpPr/>
            <p:nvPr/>
          </p:nvSpPr>
          <p:spPr>
            <a:xfrm>
              <a:off x="5433407"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6" name="Cube 3715"/>
            <p:cNvSpPr/>
            <p:nvPr/>
          </p:nvSpPr>
          <p:spPr>
            <a:xfrm>
              <a:off x="5751585" y="2523424"/>
              <a:ext cx="365943" cy="365943"/>
            </a:xfrm>
            <a:prstGeom prst="cube">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7" name="Cube 3716"/>
            <p:cNvSpPr/>
            <p:nvPr/>
          </p:nvSpPr>
          <p:spPr>
            <a:xfrm>
              <a:off x="6069763"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8" name="Cube 3717"/>
            <p:cNvSpPr/>
            <p:nvPr/>
          </p:nvSpPr>
          <p:spPr>
            <a:xfrm>
              <a:off x="6387942"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19" name="Cube 3718"/>
            <p:cNvSpPr/>
            <p:nvPr/>
          </p:nvSpPr>
          <p:spPr>
            <a:xfrm>
              <a:off x="6706120"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20" name="Cube 3719"/>
            <p:cNvSpPr/>
            <p:nvPr/>
          </p:nvSpPr>
          <p:spPr>
            <a:xfrm>
              <a:off x="7024298" y="2523424"/>
              <a:ext cx="365943" cy="365943"/>
            </a:xfrm>
            <a:prstGeom prst="cub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7" name="Group 6"/>
          <p:cNvGrpSpPr/>
          <p:nvPr/>
        </p:nvGrpSpPr>
        <p:grpSpPr>
          <a:xfrm>
            <a:off x="-34486" y="1740215"/>
            <a:ext cx="3002815" cy="2192404"/>
            <a:chOff x="-34486" y="2047575"/>
            <a:chExt cx="3002815" cy="2192404"/>
          </a:xfrm>
        </p:grpSpPr>
        <p:sp>
          <p:nvSpPr>
            <p:cNvPr id="1032" name="Cube 1031"/>
            <p:cNvSpPr/>
            <p:nvPr/>
          </p:nvSpPr>
          <p:spPr>
            <a:xfrm>
              <a:off x="1732474" y="371660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3" name="Cube 1032"/>
            <p:cNvSpPr/>
            <p:nvPr/>
          </p:nvSpPr>
          <p:spPr>
            <a:xfrm>
              <a:off x="2050652" y="371660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5" name="Cube 1034"/>
            <p:cNvSpPr/>
            <p:nvPr/>
          </p:nvSpPr>
          <p:spPr>
            <a:xfrm>
              <a:off x="1732474" y="337895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6" name="Cube 1035"/>
            <p:cNvSpPr/>
            <p:nvPr/>
          </p:nvSpPr>
          <p:spPr>
            <a:xfrm>
              <a:off x="2050652" y="337895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7" name="Cube 1036"/>
            <p:cNvSpPr/>
            <p:nvPr/>
          </p:nvSpPr>
          <p:spPr>
            <a:xfrm>
              <a:off x="2368831" y="337895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8" name="Cube 1037"/>
            <p:cNvSpPr/>
            <p:nvPr/>
          </p:nvSpPr>
          <p:spPr>
            <a:xfrm>
              <a:off x="1732474" y="304130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39" name="Cube 1038"/>
            <p:cNvSpPr/>
            <p:nvPr/>
          </p:nvSpPr>
          <p:spPr>
            <a:xfrm>
              <a:off x="2050652" y="304130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0" name="Cube 1039"/>
            <p:cNvSpPr/>
            <p:nvPr/>
          </p:nvSpPr>
          <p:spPr>
            <a:xfrm>
              <a:off x="2368831" y="304130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1" name="Cube 1040"/>
            <p:cNvSpPr/>
            <p:nvPr/>
          </p:nvSpPr>
          <p:spPr>
            <a:xfrm>
              <a:off x="1732474" y="270364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2" name="Cube 1041"/>
            <p:cNvSpPr/>
            <p:nvPr/>
          </p:nvSpPr>
          <p:spPr>
            <a:xfrm>
              <a:off x="2050652" y="270364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3" name="Cube 1042"/>
            <p:cNvSpPr/>
            <p:nvPr/>
          </p:nvSpPr>
          <p:spPr>
            <a:xfrm>
              <a:off x="2368831" y="270364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4" name="Cube 1043"/>
            <p:cNvSpPr/>
            <p:nvPr/>
          </p:nvSpPr>
          <p:spPr>
            <a:xfrm>
              <a:off x="1732474"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5" name="Cube 1044"/>
            <p:cNvSpPr/>
            <p:nvPr/>
          </p:nvSpPr>
          <p:spPr>
            <a:xfrm>
              <a:off x="2050652"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46" name="Cube 1045"/>
            <p:cNvSpPr/>
            <p:nvPr/>
          </p:nvSpPr>
          <p:spPr>
            <a:xfrm>
              <a:off x="2368831" y="236599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0" name="Cube 1049"/>
            <p:cNvSpPr/>
            <p:nvPr/>
          </p:nvSpPr>
          <p:spPr>
            <a:xfrm>
              <a:off x="1598205" y="383556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1" name="Cube 1050"/>
            <p:cNvSpPr/>
            <p:nvPr/>
          </p:nvSpPr>
          <p:spPr>
            <a:xfrm>
              <a:off x="1916383" y="383556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4" name="Cube 1053"/>
            <p:cNvSpPr/>
            <p:nvPr/>
          </p:nvSpPr>
          <p:spPr>
            <a:xfrm>
              <a:off x="1598205" y="349791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5" name="Cube 1054"/>
            <p:cNvSpPr/>
            <p:nvPr/>
          </p:nvSpPr>
          <p:spPr>
            <a:xfrm>
              <a:off x="1916383" y="349791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6" name="Cube 1055"/>
            <p:cNvSpPr/>
            <p:nvPr/>
          </p:nvSpPr>
          <p:spPr>
            <a:xfrm>
              <a:off x="2234562" y="349791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8" name="Cube 1057"/>
            <p:cNvSpPr/>
            <p:nvPr/>
          </p:nvSpPr>
          <p:spPr>
            <a:xfrm>
              <a:off x="1598205"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59" name="Cube 1058"/>
            <p:cNvSpPr/>
            <p:nvPr/>
          </p:nvSpPr>
          <p:spPr>
            <a:xfrm>
              <a:off x="1916383"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0" name="Cube 1059"/>
            <p:cNvSpPr/>
            <p:nvPr/>
          </p:nvSpPr>
          <p:spPr>
            <a:xfrm>
              <a:off x="2234562" y="316026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1" name="Cube 1060"/>
            <p:cNvSpPr/>
            <p:nvPr/>
          </p:nvSpPr>
          <p:spPr>
            <a:xfrm>
              <a:off x="2552740" y="316026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2" name="Cube 1061"/>
            <p:cNvSpPr/>
            <p:nvPr/>
          </p:nvSpPr>
          <p:spPr>
            <a:xfrm>
              <a:off x="1598205"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3" name="Cube 1062"/>
            <p:cNvSpPr/>
            <p:nvPr/>
          </p:nvSpPr>
          <p:spPr>
            <a:xfrm>
              <a:off x="1916383"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4" name="Cube 1063"/>
            <p:cNvSpPr/>
            <p:nvPr/>
          </p:nvSpPr>
          <p:spPr>
            <a:xfrm>
              <a:off x="2234562" y="282261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5" name="Cube 1064"/>
            <p:cNvSpPr/>
            <p:nvPr/>
          </p:nvSpPr>
          <p:spPr>
            <a:xfrm>
              <a:off x="2552740" y="282261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6" name="Cube 1065"/>
            <p:cNvSpPr/>
            <p:nvPr/>
          </p:nvSpPr>
          <p:spPr>
            <a:xfrm>
              <a:off x="1598205"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7" name="Cube 1066"/>
            <p:cNvSpPr/>
            <p:nvPr/>
          </p:nvSpPr>
          <p:spPr>
            <a:xfrm>
              <a:off x="1916383"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8" name="Cube 1067"/>
            <p:cNvSpPr/>
            <p:nvPr/>
          </p:nvSpPr>
          <p:spPr>
            <a:xfrm>
              <a:off x="2234562" y="248495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69" name="Cube 1068"/>
            <p:cNvSpPr/>
            <p:nvPr/>
          </p:nvSpPr>
          <p:spPr>
            <a:xfrm>
              <a:off x="2552740" y="248495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0" name="Cube 1069"/>
            <p:cNvSpPr/>
            <p:nvPr/>
          </p:nvSpPr>
          <p:spPr>
            <a:xfrm>
              <a:off x="1598205"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1" name="Cube 1070"/>
            <p:cNvSpPr/>
            <p:nvPr/>
          </p:nvSpPr>
          <p:spPr>
            <a:xfrm>
              <a:off x="1916383"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2" name="Cube 1071"/>
            <p:cNvSpPr/>
            <p:nvPr/>
          </p:nvSpPr>
          <p:spPr>
            <a:xfrm>
              <a:off x="2234562" y="214730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3" name="Cube 1072"/>
            <p:cNvSpPr/>
            <p:nvPr/>
          </p:nvSpPr>
          <p:spPr>
            <a:xfrm>
              <a:off x="2552740" y="214730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8" name="Cube 1077"/>
            <p:cNvSpPr/>
            <p:nvPr/>
          </p:nvSpPr>
          <p:spPr>
            <a:xfrm>
              <a:off x="1463939"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79" name="Cube 1078"/>
            <p:cNvSpPr/>
            <p:nvPr/>
          </p:nvSpPr>
          <p:spPr>
            <a:xfrm>
              <a:off x="1782117"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0" name="Cube 1079"/>
            <p:cNvSpPr/>
            <p:nvPr/>
          </p:nvSpPr>
          <p:spPr>
            <a:xfrm>
              <a:off x="2100296" y="361687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2" name="Cube 1081"/>
            <p:cNvSpPr/>
            <p:nvPr/>
          </p:nvSpPr>
          <p:spPr>
            <a:xfrm>
              <a:off x="1463939"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3" name="Cube 1082"/>
            <p:cNvSpPr/>
            <p:nvPr/>
          </p:nvSpPr>
          <p:spPr>
            <a:xfrm>
              <a:off x="1782117"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4" name="Cube 1083"/>
            <p:cNvSpPr/>
            <p:nvPr/>
          </p:nvSpPr>
          <p:spPr>
            <a:xfrm>
              <a:off x="2100296" y="327922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5" name="Cube 1084"/>
            <p:cNvSpPr/>
            <p:nvPr/>
          </p:nvSpPr>
          <p:spPr>
            <a:xfrm>
              <a:off x="2418474" y="327922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6" name="Cube 1085"/>
            <p:cNvSpPr/>
            <p:nvPr/>
          </p:nvSpPr>
          <p:spPr>
            <a:xfrm>
              <a:off x="1463939"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7" name="Cube 1086"/>
            <p:cNvSpPr/>
            <p:nvPr/>
          </p:nvSpPr>
          <p:spPr>
            <a:xfrm>
              <a:off x="1782117"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8" name="Cube 1087"/>
            <p:cNvSpPr/>
            <p:nvPr/>
          </p:nvSpPr>
          <p:spPr>
            <a:xfrm>
              <a:off x="2100296" y="294157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89" name="Cube 1088"/>
            <p:cNvSpPr/>
            <p:nvPr/>
          </p:nvSpPr>
          <p:spPr>
            <a:xfrm>
              <a:off x="2418474" y="294157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0" name="Cube 1089"/>
            <p:cNvSpPr/>
            <p:nvPr/>
          </p:nvSpPr>
          <p:spPr>
            <a:xfrm>
              <a:off x="1463939"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1" name="Cube 1090"/>
            <p:cNvSpPr/>
            <p:nvPr/>
          </p:nvSpPr>
          <p:spPr>
            <a:xfrm>
              <a:off x="1782117"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2" name="Cube 1091"/>
            <p:cNvSpPr/>
            <p:nvPr/>
          </p:nvSpPr>
          <p:spPr>
            <a:xfrm>
              <a:off x="2100296" y="260391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3" name="Cube 1092"/>
            <p:cNvSpPr/>
            <p:nvPr/>
          </p:nvSpPr>
          <p:spPr>
            <a:xfrm>
              <a:off x="2418474" y="260391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4" name="Cube 1093"/>
            <p:cNvSpPr/>
            <p:nvPr/>
          </p:nvSpPr>
          <p:spPr>
            <a:xfrm>
              <a:off x="1463939"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5" name="Cube 1094"/>
            <p:cNvSpPr/>
            <p:nvPr/>
          </p:nvSpPr>
          <p:spPr>
            <a:xfrm>
              <a:off x="1782117"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6" name="Cube 1095"/>
            <p:cNvSpPr/>
            <p:nvPr/>
          </p:nvSpPr>
          <p:spPr>
            <a:xfrm>
              <a:off x="2100296"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7" name="Cube 1096"/>
            <p:cNvSpPr/>
            <p:nvPr/>
          </p:nvSpPr>
          <p:spPr>
            <a:xfrm>
              <a:off x="2418474" y="226626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8" name="Cube 1097"/>
            <p:cNvSpPr/>
            <p:nvPr/>
          </p:nvSpPr>
          <p:spPr>
            <a:xfrm>
              <a:off x="1329673"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99" name="Cube 1098"/>
            <p:cNvSpPr/>
            <p:nvPr/>
          </p:nvSpPr>
          <p:spPr>
            <a:xfrm>
              <a:off x="1647851"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0" name="Cube 1099"/>
            <p:cNvSpPr/>
            <p:nvPr/>
          </p:nvSpPr>
          <p:spPr>
            <a:xfrm>
              <a:off x="1966030" y="373584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3" name="Cube 1102"/>
            <p:cNvSpPr/>
            <p:nvPr/>
          </p:nvSpPr>
          <p:spPr>
            <a:xfrm>
              <a:off x="1329673"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4" name="Cube 1103"/>
            <p:cNvSpPr/>
            <p:nvPr/>
          </p:nvSpPr>
          <p:spPr>
            <a:xfrm>
              <a:off x="1647851"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5" name="Cube 1104"/>
            <p:cNvSpPr/>
            <p:nvPr/>
          </p:nvSpPr>
          <p:spPr>
            <a:xfrm>
              <a:off x="1966030"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6" name="Cube 1105"/>
            <p:cNvSpPr/>
            <p:nvPr/>
          </p:nvSpPr>
          <p:spPr>
            <a:xfrm>
              <a:off x="2284208" y="339818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7" name="Cube 1106"/>
            <p:cNvSpPr/>
            <p:nvPr/>
          </p:nvSpPr>
          <p:spPr>
            <a:xfrm>
              <a:off x="2602386" y="339818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8" name="Cube 1107"/>
            <p:cNvSpPr/>
            <p:nvPr/>
          </p:nvSpPr>
          <p:spPr>
            <a:xfrm>
              <a:off x="1329673"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09" name="Cube 1108"/>
            <p:cNvSpPr/>
            <p:nvPr/>
          </p:nvSpPr>
          <p:spPr>
            <a:xfrm>
              <a:off x="1647851"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0" name="Cube 1109"/>
            <p:cNvSpPr/>
            <p:nvPr/>
          </p:nvSpPr>
          <p:spPr>
            <a:xfrm>
              <a:off x="1966030"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1" name="Cube 1110"/>
            <p:cNvSpPr/>
            <p:nvPr/>
          </p:nvSpPr>
          <p:spPr>
            <a:xfrm>
              <a:off x="2284208" y="306053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2" name="Cube 1111"/>
            <p:cNvSpPr/>
            <p:nvPr/>
          </p:nvSpPr>
          <p:spPr>
            <a:xfrm>
              <a:off x="2602386" y="306053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3" name="Cube 1112"/>
            <p:cNvSpPr/>
            <p:nvPr/>
          </p:nvSpPr>
          <p:spPr>
            <a:xfrm>
              <a:off x="1329673"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4" name="Cube 1113"/>
            <p:cNvSpPr/>
            <p:nvPr/>
          </p:nvSpPr>
          <p:spPr>
            <a:xfrm>
              <a:off x="1647851"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5" name="Cube 1114"/>
            <p:cNvSpPr/>
            <p:nvPr/>
          </p:nvSpPr>
          <p:spPr>
            <a:xfrm>
              <a:off x="1966030"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6" name="Cube 1115"/>
            <p:cNvSpPr/>
            <p:nvPr/>
          </p:nvSpPr>
          <p:spPr>
            <a:xfrm>
              <a:off x="2284208" y="272288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7" name="Cube 1116"/>
            <p:cNvSpPr/>
            <p:nvPr/>
          </p:nvSpPr>
          <p:spPr>
            <a:xfrm>
              <a:off x="2602386" y="272288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8" name="Cube 1117"/>
            <p:cNvSpPr/>
            <p:nvPr/>
          </p:nvSpPr>
          <p:spPr>
            <a:xfrm>
              <a:off x="1329673"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19" name="Cube 1118"/>
            <p:cNvSpPr/>
            <p:nvPr/>
          </p:nvSpPr>
          <p:spPr>
            <a:xfrm>
              <a:off x="1647851"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0" name="Cube 1119"/>
            <p:cNvSpPr/>
            <p:nvPr/>
          </p:nvSpPr>
          <p:spPr>
            <a:xfrm>
              <a:off x="1966030"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1" name="Cube 1120"/>
            <p:cNvSpPr/>
            <p:nvPr/>
          </p:nvSpPr>
          <p:spPr>
            <a:xfrm>
              <a:off x="2284208" y="238522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2" name="Cube 1121"/>
            <p:cNvSpPr/>
            <p:nvPr/>
          </p:nvSpPr>
          <p:spPr>
            <a:xfrm>
              <a:off x="2602386" y="238522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3" name="Cube 1122"/>
            <p:cNvSpPr/>
            <p:nvPr/>
          </p:nvSpPr>
          <p:spPr>
            <a:xfrm>
              <a:off x="1329673"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4" name="Cube 1123"/>
            <p:cNvSpPr/>
            <p:nvPr/>
          </p:nvSpPr>
          <p:spPr>
            <a:xfrm>
              <a:off x="1647851"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5" name="Cube 1124"/>
            <p:cNvSpPr/>
            <p:nvPr/>
          </p:nvSpPr>
          <p:spPr>
            <a:xfrm>
              <a:off x="1966030"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6" name="Cube 1125"/>
            <p:cNvSpPr/>
            <p:nvPr/>
          </p:nvSpPr>
          <p:spPr>
            <a:xfrm>
              <a:off x="2284208"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7" name="Cube 1126"/>
            <p:cNvSpPr/>
            <p:nvPr/>
          </p:nvSpPr>
          <p:spPr>
            <a:xfrm>
              <a:off x="2602386" y="204757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8" name="Cube 1127"/>
            <p:cNvSpPr/>
            <p:nvPr/>
          </p:nvSpPr>
          <p:spPr>
            <a:xfrm>
              <a:off x="1195407"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29" name="Cube 1128"/>
            <p:cNvSpPr/>
            <p:nvPr/>
          </p:nvSpPr>
          <p:spPr>
            <a:xfrm>
              <a:off x="1513585"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0" name="Cube 1129"/>
            <p:cNvSpPr/>
            <p:nvPr/>
          </p:nvSpPr>
          <p:spPr>
            <a:xfrm>
              <a:off x="1831764" y="385480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3" name="Cube 1132"/>
            <p:cNvSpPr/>
            <p:nvPr/>
          </p:nvSpPr>
          <p:spPr>
            <a:xfrm>
              <a:off x="1195407"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4" name="Cube 1133"/>
            <p:cNvSpPr/>
            <p:nvPr/>
          </p:nvSpPr>
          <p:spPr>
            <a:xfrm>
              <a:off x="1513585"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5" name="Cube 1134"/>
            <p:cNvSpPr/>
            <p:nvPr/>
          </p:nvSpPr>
          <p:spPr>
            <a:xfrm>
              <a:off x="1831764" y="3517149"/>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6" name="Cube 1135"/>
            <p:cNvSpPr/>
            <p:nvPr/>
          </p:nvSpPr>
          <p:spPr>
            <a:xfrm>
              <a:off x="2149942"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7" name="Cube 1136"/>
            <p:cNvSpPr/>
            <p:nvPr/>
          </p:nvSpPr>
          <p:spPr>
            <a:xfrm>
              <a:off x="2468120" y="351714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8" name="Cube 1137"/>
            <p:cNvSpPr/>
            <p:nvPr/>
          </p:nvSpPr>
          <p:spPr>
            <a:xfrm>
              <a:off x="1195407"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39" name="Cube 1138"/>
            <p:cNvSpPr/>
            <p:nvPr/>
          </p:nvSpPr>
          <p:spPr>
            <a:xfrm>
              <a:off x="1513585"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0" name="Cube 1139"/>
            <p:cNvSpPr/>
            <p:nvPr/>
          </p:nvSpPr>
          <p:spPr>
            <a:xfrm>
              <a:off x="1831764" y="317949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1" name="Cube 1140"/>
            <p:cNvSpPr/>
            <p:nvPr/>
          </p:nvSpPr>
          <p:spPr>
            <a:xfrm>
              <a:off x="2149942"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2" name="Cube 1141"/>
            <p:cNvSpPr/>
            <p:nvPr/>
          </p:nvSpPr>
          <p:spPr>
            <a:xfrm>
              <a:off x="2468120" y="3179496"/>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3" name="Cube 1142"/>
            <p:cNvSpPr/>
            <p:nvPr/>
          </p:nvSpPr>
          <p:spPr>
            <a:xfrm>
              <a:off x="1195407"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4" name="Cube 1143"/>
            <p:cNvSpPr/>
            <p:nvPr/>
          </p:nvSpPr>
          <p:spPr>
            <a:xfrm>
              <a:off x="1513585"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5" name="Cube 1144"/>
            <p:cNvSpPr/>
            <p:nvPr/>
          </p:nvSpPr>
          <p:spPr>
            <a:xfrm>
              <a:off x="1831764" y="284184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6" name="Cube 1145"/>
            <p:cNvSpPr/>
            <p:nvPr/>
          </p:nvSpPr>
          <p:spPr>
            <a:xfrm>
              <a:off x="2149942"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7" name="Cube 1146"/>
            <p:cNvSpPr/>
            <p:nvPr/>
          </p:nvSpPr>
          <p:spPr>
            <a:xfrm>
              <a:off x="2468120" y="284184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8" name="Cube 1147"/>
            <p:cNvSpPr/>
            <p:nvPr/>
          </p:nvSpPr>
          <p:spPr>
            <a:xfrm>
              <a:off x="1195407"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9" name="Cube 1148"/>
            <p:cNvSpPr/>
            <p:nvPr/>
          </p:nvSpPr>
          <p:spPr>
            <a:xfrm>
              <a:off x="1513585"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0" name="Cube 1149"/>
            <p:cNvSpPr/>
            <p:nvPr/>
          </p:nvSpPr>
          <p:spPr>
            <a:xfrm>
              <a:off x="1831764" y="250419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1" name="Cube 1150"/>
            <p:cNvSpPr/>
            <p:nvPr/>
          </p:nvSpPr>
          <p:spPr>
            <a:xfrm>
              <a:off x="2149942"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2" name="Cube 1151"/>
            <p:cNvSpPr/>
            <p:nvPr/>
          </p:nvSpPr>
          <p:spPr>
            <a:xfrm>
              <a:off x="2468120" y="250419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3" name="Cube 1152"/>
            <p:cNvSpPr/>
            <p:nvPr/>
          </p:nvSpPr>
          <p:spPr>
            <a:xfrm>
              <a:off x="1195407"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4" name="Cube 1153"/>
            <p:cNvSpPr/>
            <p:nvPr/>
          </p:nvSpPr>
          <p:spPr>
            <a:xfrm>
              <a:off x="1513585"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5" name="Cube 1154"/>
            <p:cNvSpPr/>
            <p:nvPr/>
          </p:nvSpPr>
          <p:spPr>
            <a:xfrm>
              <a:off x="1831764"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6" name="Cube 1155"/>
            <p:cNvSpPr/>
            <p:nvPr/>
          </p:nvSpPr>
          <p:spPr>
            <a:xfrm>
              <a:off x="2149942"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7" name="Cube 1156"/>
            <p:cNvSpPr/>
            <p:nvPr/>
          </p:nvSpPr>
          <p:spPr>
            <a:xfrm>
              <a:off x="2468120" y="216653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4" name="Cube 1163"/>
            <p:cNvSpPr/>
            <p:nvPr/>
          </p:nvSpPr>
          <p:spPr>
            <a:xfrm>
              <a:off x="1061141"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5" name="Cube 1164"/>
            <p:cNvSpPr/>
            <p:nvPr/>
          </p:nvSpPr>
          <p:spPr>
            <a:xfrm>
              <a:off x="1379319"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6" name="Cube 1165"/>
            <p:cNvSpPr/>
            <p:nvPr/>
          </p:nvSpPr>
          <p:spPr>
            <a:xfrm>
              <a:off x="1697498"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7" name="Cube 1166"/>
            <p:cNvSpPr/>
            <p:nvPr/>
          </p:nvSpPr>
          <p:spPr>
            <a:xfrm>
              <a:off x="2015676" y="3636111"/>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8" name="Cube 1167"/>
            <p:cNvSpPr/>
            <p:nvPr/>
          </p:nvSpPr>
          <p:spPr>
            <a:xfrm>
              <a:off x="2333854" y="363611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0" name="Cube 1169"/>
            <p:cNvSpPr/>
            <p:nvPr/>
          </p:nvSpPr>
          <p:spPr>
            <a:xfrm>
              <a:off x="1061141"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1" name="Cube 1170"/>
            <p:cNvSpPr/>
            <p:nvPr/>
          </p:nvSpPr>
          <p:spPr>
            <a:xfrm>
              <a:off x="1379319"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2" name="Cube 1171"/>
            <p:cNvSpPr/>
            <p:nvPr/>
          </p:nvSpPr>
          <p:spPr>
            <a:xfrm>
              <a:off x="1697498"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3" name="Cube 1172"/>
            <p:cNvSpPr/>
            <p:nvPr/>
          </p:nvSpPr>
          <p:spPr>
            <a:xfrm>
              <a:off x="2015676" y="3298458"/>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4" name="Cube 1173"/>
            <p:cNvSpPr/>
            <p:nvPr/>
          </p:nvSpPr>
          <p:spPr>
            <a:xfrm>
              <a:off x="2333854" y="3298458"/>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6" name="Cube 1175"/>
            <p:cNvSpPr/>
            <p:nvPr/>
          </p:nvSpPr>
          <p:spPr>
            <a:xfrm>
              <a:off x="1061141"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7" name="Cube 1176"/>
            <p:cNvSpPr/>
            <p:nvPr/>
          </p:nvSpPr>
          <p:spPr>
            <a:xfrm>
              <a:off x="1379319"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8" name="Cube 1177"/>
            <p:cNvSpPr/>
            <p:nvPr/>
          </p:nvSpPr>
          <p:spPr>
            <a:xfrm>
              <a:off x="1697498"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9" name="Cube 1178"/>
            <p:cNvSpPr/>
            <p:nvPr/>
          </p:nvSpPr>
          <p:spPr>
            <a:xfrm>
              <a:off x="2015676" y="2960805"/>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0" name="Cube 1179"/>
            <p:cNvSpPr/>
            <p:nvPr/>
          </p:nvSpPr>
          <p:spPr>
            <a:xfrm>
              <a:off x="2333854" y="2960805"/>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2" name="Cube 1181"/>
            <p:cNvSpPr/>
            <p:nvPr/>
          </p:nvSpPr>
          <p:spPr>
            <a:xfrm>
              <a:off x="1061141"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3" name="Cube 1182"/>
            <p:cNvSpPr/>
            <p:nvPr/>
          </p:nvSpPr>
          <p:spPr>
            <a:xfrm>
              <a:off x="1379319"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4" name="Cube 1183"/>
            <p:cNvSpPr/>
            <p:nvPr/>
          </p:nvSpPr>
          <p:spPr>
            <a:xfrm>
              <a:off x="1697498"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5" name="Cube 1184"/>
            <p:cNvSpPr/>
            <p:nvPr/>
          </p:nvSpPr>
          <p:spPr>
            <a:xfrm>
              <a:off x="2015676" y="2623152"/>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6" name="Cube 1185"/>
            <p:cNvSpPr/>
            <p:nvPr/>
          </p:nvSpPr>
          <p:spPr>
            <a:xfrm>
              <a:off x="2333854" y="2623152"/>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8" name="Cube 1187"/>
            <p:cNvSpPr/>
            <p:nvPr/>
          </p:nvSpPr>
          <p:spPr>
            <a:xfrm>
              <a:off x="1061141"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89" name="Cube 1188"/>
            <p:cNvSpPr/>
            <p:nvPr/>
          </p:nvSpPr>
          <p:spPr>
            <a:xfrm>
              <a:off x="1379319"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0" name="Cube 1189"/>
            <p:cNvSpPr/>
            <p:nvPr/>
          </p:nvSpPr>
          <p:spPr>
            <a:xfrm>
              <a:off x="1697498"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1" name="Cube 1190"/>
            <p:cNvSpPr/>
            <p:nvPr/>
          </p:nvSpPr>
          <p:spPr>
            <a:xfrm>
              <a:off x="2015676" y="2285499"/>
              <a:ext cx="365943" cy="365943"/>
            </a:xfrm>
            <a:prstGeom prst="cube">
              <a:avLst/>
            </a:prstGeom>
            <a:solidFill>
              <a:schemeClr val="accent5"/>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2" name="Cube 1191"/>
            <p:cNvSpPr/>
            <p:nvPr/>
          </p:nvSpPr>
          <p:spPr>
            <a:xfrm>
              <a:off x="2333854" y="2285499"/>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4" name="Cube 1193"/>
            <p:cNvSpPr/>
            <p:nvPr/>
          </p:nvSpPr>
          <p:spPr>
            <a:xfrm>
              <a:off x="926875"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5" name="Cube 1194"/>
            <p:cNvSpPr/>
            <p:nvPr/>
          </p:nvSpPr>
          <p:spPr>
            <a:xfrm>
              <a:off x="1245053"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6" name="Cube 1195"/>
            <p:cNvSpPr/>
            <p:nvPr/>
          </p:nvSpPr>
          <p:spPr>
            <a:xfrm>
              <a:off x="1563232"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7" name="Cube 1196"/>
            <p:cNvSpPr/>
            <p:nvPr/>
          </p:nvSpPr>
          <p:spPr>
            <a:xfrm>
              <a:off x="1881410" y="375507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98" name="Cube 1197"/>
            <p:cNvSpPr/>
            <p:nvPr/>
          </p:nvSpPr>
          <p:spPr>
            <a:xfrm>
              <a:off x="2199588" y="3755073"/>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0" name="Cube 1199"/>
            <p:cNvSpPr/>
            <p:nvPr/>
          </p:nvSpPr>
          <p:spPr>
            <a:xfrm>
              <a:off x="926875"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1" name="Cube 1200"/>
            <p:cNvSpPr/>
            <p:nvPr/>
          </p:nvSpPr>
          <p:spPr>
            <a:xfrm>
              <a:off x="1245053"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2" name="Cube 1201"/>
            <p:cNvSpPr/>
            <p:nvPr/>
          </p:nvSpPr>
          <p:spPr>
            <a:xfrm>
              <a:off x="1563232"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3" name="Cube 1202"/>
            <p:cNvSpPr/>
            <p:nvPr/>
          </p:nvSpPr>
          <p:spPr>
            <a:xfrm>
              <a:off x="1881410" y="341742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4" name="Cube 1203"/>
            <p:cNvSpPr/>
            <p:nvPr/>
          </p:nvSpPr>
          <p:spPr>
            <a:xfrm>
              <a:off x="2199588" y="3417420"/>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6" name="Cube 1205"/>
            <p:cNvSpPr/>
            <p:nvPr/>
          </p:nvSpPr>
          <p:spPr>
            <a:xfrm>
              <a:off x="926875"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7" name="Cube 1206"/>
            <p:cNvSpPr/>
            <p:nvPr/>
          </p:nvSpPr>
          <p:spPr>
            <a:xfrm>
              <a:off x="1245053"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8" name="Cube 1207"/>
            <p:cNvSpPr/>
            <p:nvPr/>
          </p:nvSpPr>
          <p:spPr>
            <a:xfrm>
              <a:off x="1563232"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09" name="Cube 1208"/>
            <p:cNvSpPr/>
            <p:nvPr/>
          </p:nvSpPr>
          <p:spPr>
            <a:xfrm>
              <a:off x="1881410" y="307976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0" name="Cube 1209"/>
            <p:cNvSpPr/>
            <p:nvPr/>
          </p:nvSpPr>
          <p:spPr>
            <a:xfrm>
              <a:off x="2199588" y="3079767"/>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2" name="Cube 1211"/>
            <p:cNvSpPr/>
            <p:nvPr/>
          </p:nvSpPr>
          <p:spPr>
            <a:xfrm>
              <a:off x="926875"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3" name="Cube 1212"/>
            <p:cNvSpPr/>
            <p:nvPr/>
          </p:nvSpPr>
          <p:spPr>
            <a:xfrm>
              <a:off x="1245053"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4" name="Cube 1213"/>
            <p:cNvSpPr/>
            <p:nvPr/>
          </p:nvSpPr>
          <p:spPr>
            <a:xfrm>
              <a:off x="1563232"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5" name="Cube 1214"/>
            <p:cNvSpPr/>
            <p:nvPr/>
          </p:nvSpPr>
          <p:spPr>
            <a:xfrm>
              <a:off x="1881410" y="274211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6" name="Cube 1215"/>
            <p:cNvSpPr/>
            <p:nvPr/>
          </p:nvSpPr>
          <p:spPr>
            <a:xfrm>
              <a:off x="2199588" y="2742114"/>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8" name="Cube 1217"/>
            <p:cNvSpPr/>
            <p:nvPr/>
          </p:nvSpPr>
          <p:spPr>
            <a:xfrm>
              <a:off x="926875"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19" name="Cube 1218"/>
            <p:cNvSpPr/>
            <p:nvPr/>
          </p:nvSpPr>
          <p:spPr>
            <a:xfrm>
              <a:off x="1245053"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0" name="Cube 1219"/>
            <p:cNvSpPr/>
            <p:nvPr/>
          </p:nvSpPr>
          <p:spPr>
            <a:xfrm>
              <a:off x="1563232"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1" name="Cube 1220"/>
            <p:cNvSpPr/>
            <p:nvPr/>
          </p:nvSpPr>
          <p:spPr>
            <a:xfrm>
              <a:off x="1881410"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2" name="Cube 1221"/>
            <p:cNvSpPr/>
            <p:nvPr/>
          </p:nvSpPr>
          <p:spPr>
            <a:xfrm>
              <a:off x="2199588" y="2404461"/>
              <a:ext cx="365943" cy="365943"/>
            </a:xfrm>
            <a:prstGeom prst="cube">
              <a:avLst/>
            </a:prstGeom>
            <a:solidFill>
              <a:schemeClr val="accent5">
                <a:lumMod val="40000"/>
                <a:lumOff val="6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4" name="Cube 1223"/>
            <p:cNvSpPr/>
            <p:nvPr/>
          </p:nvSpPr>
          <p:spPr>
            <a:xfrm>
              <a:off x="792609"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5" name="Cube 1224"/>
            <p:cNvSpPr/>
            <p:nvPr/>
          </p:nvSpPr>
          <p:spPr>
            <a:xfrm>
              <a:off x="1110787"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6" name="Cube 1225"/>
            <p:cNvSpPr/>
            <p:nvPr/>
          </p:nvSpPr>
          <p:spPr>
            <a:xfrm>
              <a:off x="1428966"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7" name="Cube 1226"/>
            <p:cNvSpPr/>
            <p:nvPr/>
          </p:nvSpPr>
          <p:spPr>
            <a:xfrm>
              <a:off x="1747144"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28" name="Cube 1227"/>
            <p:cNvSpPr/>
            <p:nvPr/>
          </p:nvSpPr>
          <p:spPr>
            <a:xfrm>
              <a:off x="2065322" y="3874036"/>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0" name="Cube 1229"/>
            <p:cNvSpPr/>
            <p:nvPr/>
          </p:nvSpPr>
          <p:spPr>
            <a:xfrm>
              <a:off x="792609"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1" name="Cube 1230"/>
            <p:cNvSpPr/>
            <p:nvPr/>
          </p:nvSpPr>
          <p:spPr>
            <a:xfrm>
              <a:off x="1110787"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2" name="Cube 1231"/>
            <p:cNvSpPr/>
            <p:nvPr/>
          </p:nvSpPr>
          <p:spPr>
            <a:xfrm>
              <a:off x="1428966"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3" name="Cube 1232"/>
            <p:cNvSpPr/>
            <p:nvPr/>
          </p:nvSpPr>
          <p:spPr>
            <a:xfrm>
              <a:off x="1747144"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4" name="Cube 1233"/>
            <p:cNvSpPr/>
            <p:nvPr/>
          </p:nvSpPr>
          <p:spPr>
            <a:xfrm>
              <a:off x="2065322" y="3536383"/>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6" name="Cube 1235"/>
            <p:cNvSpPr/>
            <p:nvPr/>
          </p:nvSpPr>
          <p:spPr>
            <a:xfrm>
              <a:off x="792609"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7" name="Cube 1236"/>
            <p:cNvSpPr/>
            <p:nvPr/>
          </p:nvSpPr>
          <p:spPr>
            <a:xfrm>
              <a:off x="1110787"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8" name="Cube 1237"/>
            <p:cNvSpPr/>
            <p:nvPr/>
          </p:nvSpPr>
          <p:spPr>
            <a:xfrm>
              <a:off x="1428966"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39" name="Cube 1238"/>
            <p:cNvSpPr/>
            <p:nvPr/>
          </p:nvSpPr>
          <p:spPr>
            <a:xfrm>
              <a:off x="1747144"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0" name="Cube 1239"/>
            <p:cNvSpPr/>
            <p:nvPr/>
          </p:nvSpPr>
          <p:spPr>
            <a:xfrm>
              <a:off x="2065322" y="3198730"/>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2" name="Cube 1241"/>
            <p:cNvSpPr/>
            <p:nvPr/>
          </p:nvSpPr>
          <p:spPr>
            <a:xfrm>
              <a:off x="792609"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3" name="Cube 1242"/>
            <p:cNvSpPr/>
            <p:nvPr/>
          </p:nvSpPr>
          <p:spPr>
            <a:xfrm>
              <a:off x="1110787"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4" name="Cube 1243"/>
            <p:cNvSpPr/>
            <p:nvPr/>
          </p:nvSpPr>
          <p:spPr>
            <a:xfrm>
              <a:off x="1428966"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5" name="Cube 1244"/>
            <p:cNvSpPr/>
            <p:nvPr/>
          </p:nvSpPr>
          <p:spPr>
            <a:xfrm>
              <a:off x="1747144"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6" name="Cube 1245"/>
            <p:cNvSpPr/>
            <p:nvPr/>
          </p:nvSpPr>
          <p:spPr>
            <a:xfrm>
              <a:off x="2065322" y="2861077"/>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8" name="Cube 1247"/>
            <p:cNvSpPr/>
            <p:nvPr/>
          </p:nvSpPr>
          <p:spPr>
            <a:xfrm>
              <a:off x="792609"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49" name="Cube 1248"/>
            <p:cNvSpPr/>
            <p:nvPr/>
          </p:nvSpPr>
          <p:spPr>
            <a:xfrm>
              <a:off x="1110787"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0" name="Cube 1249"/>
            <p:cNvSpPr/>
            <p:nvPr/>
          </p:nvSpPr>
          <p:spPr>
            <a:xfrm>
              <a:off x="1428966"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1" name="Cube 1250"/>
            <p:cNvSpPr/>
            <p:nvPr/>
          </p:nvSpPr>
          <p:spPr>
            <a:xfrm>
              <a:off x="1747144"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52" name="Cube 1251"/>
            <p:cNvSpPr/>
            <p:nvPr/>
          </p:nvSpPr>
          <p:spPr>
            <a:xfrm>
              <a:off x="2065322" y="2523424"/>
              <a:ext cx="365943" cy="365943"/>
            </a:xfrm>
            <a:prstGeom prst="cube">
              <a:avLst/>
            </a:prstGeom>
            <a:solidFill>
              <a:schemeClr val="bg1"/>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 name="Straight Arrow Connector 2"/>
            <p:cNvCxnSpPr/>
            <p:nvPr/>
          </p:nvCxnSpPr>
          <p:spPr>
            <a:xfrm>
              <a:off x="1028608" y="2216716"/>
              <a:ext cx="18288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34486" y="2313649"/>
              <a:ext cx="864339" cy="261610"/>
            </a:xfrm>
            <a:prstGeom prst="rect">
              <a:avLst/>
            </a:prstGeom>
            <a:noFill/>
          </p:spPr>
          <p:txBody>
            <a:bodyPr wrap="none" rtlCol="0">
              <a:spAutoFit/>
            </a:bodyPr>
            <a:lstStyle/>
            <a:p>
              <a:r>
                <a:rPr lang="en-US" sz="1100" dirty="0" err="1">
                  <a:latin typeface="Lucida Console" panose="020B0609040504020204" pitchFamily="49" charset="0"/>
                </a:rPr>
                <a:t>inPrev_s</a:t>
              </a:r>
              <a:endParaRPr lang="en-US" sz="1100" dirty="0">
                <a:latin typeface="Lucida Console" panose="020B0609040504020204" pitchFamily="49" charset="0"/>
              </a:endParaRPr>
            </a:p>
          </p:txBody>
        </p:sp>
        <p:sp>
          <p:nvSpPr>
            <p:cNvPr id="703" name="TextBox 702"/>
            <p:cNvSpPr txBox="1"/>
            <p:nvPr/>
          </p:nvSpPr>
          <p:spPr>
            <a:xfrm>
              <a:off x="106472" y="2197723"/>
              <a:ext cx="864339" cy="261610"/>
            </a:xfrm>
            <a:prstGeom prst="rect">
              <a:avLst/>
            </a:prstGeom>
            <a:noFill/>
          </p:spPr>
          <p:txBody>
            <a:bodyPr wrap="none" rtlCol="0">
              <a:spAutoFit/>
            </a:bodyPr>
            <a:lstStyle/>
            <a:p>
              <a:r>
                <a:rPr lang="en-US" sz="1100" dirty="0" err="1">
                  <a:latin typeface="Lucida Console" panose="020B0609040504020204" pitchFamily="49" charset="0"/>
                </a:rPr>
                <a:t>inCurr_s</a:t>
              </a:r>
              <a:endParaRPr lang="en-US" sz="1100" dirty="0">
                <a:latin typeface="Lucida Console" panose="020B0609040504020204" pitchFamily="49" charset="0"/>
              </a:endParaRPr>
            </a:p>
          </p:txBody>
        </p:sp>
        <p:sp>
          <p:nvSpPr>
            <p:cNvPr id="704" name="TextBox 703"/>
            <p:cNvSpPr txBox="1"/>
            <p:nvPr/>
          </p:nvSpPr>
          <p:spPr>
            <a:xfrm>
              <a:off x="234330" y="2081797"/>
              <a:ext cx="864339" cy="261610"/>
            </a:xfrm>
            <a:prstGeom prst="rect">
              <a:avLst/>
            </a:prstGeom>
            <a:noFill/>
          </p:spPr>
          <p:txBody>
            <a:bodyPr wrap="none" rtlCol="0">
              <a:spAutoFit/>
            </a:bodyPr>
            <a:lstStyle/>
            <a:p>
              <a:r>
                <a:rPr lang="en-US" sz="1100" dirty="0" err="1">
                  <a:latin typeface="Lucida Console" panose="020B0609040504020204" pitchFamily="49" charset="0"/>
                </a:rPr>
                <a:t>inNext_s</a:t>
              </a:r>
              <a:endParaRPr lang="en-US" sz="1100" dirty="0">
                <a:latin typeface="Lucida Console" panose="020B0609040504020204" pitchFamily="49" charset="0"/>
              </a:endParaRPr>
            </a:p>
          </p:txBody>
        </p:sp>
        <p:cxnSp>
          <p:nvCxnSpPr>
            <p:cNvPr id="705" name="Straight Arrow Connector 704"/>
            <p:cNvCxnSpPr/>
            <p:nvPr/>
          </p:nvCxnSpPr>
          <p:spPr>
            <a:xfrm>
              <a:off x="896221" y="2334161"/>
              <a:ext cx="18288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6" name="Straight Arrow Connector 705"/>
            <p:cNvCxnSpPr/>
            <p:nvPr/>
          </p:nvCxnSpPr>
          <p:spPr>
            <a:xfrm>
              <a:off x="763834" y="2451605"/>
              <a:ext cx="18288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 name="TextBox 5"/>
          <p:cNvSpPr txBox="1"/>
          <p:nvPr/>
        </p:nvSpPr>
        <p:spPr>
          <a:xfrm>
            <a:off x="-27546" y="5246906"/>
            <a:ext cx="9171546" cy="1338828"/>
          </a:xfrm>
          <a:prstGeom prst="rect">
            <a:avLst/>
          </a:prstGeom>
          <a:noFill/>
        </p:spPr>
        <p:txBody>
          <a:bodyPr wrap="square" rtlCol="0">
            <a:spAutoFit/>
          </a:bodyPr>
          <a:lstStyle/>
          <a:p>
            <a:pPr algn="ctr"/>
            <a:r>
              <a:rPr lang="en-US" b="1" u="sng" dirty="0"/>
              <a:t>Optimization:</a:t>
            </a:r>
            <a:r>
              <a:rPr lang="en-US" dirty="0"/>
              <a:t> Save shared memory by putting the next slice elements in registers, moving them to shared memory when they become the current slice, then moving them back to registers when they become the previous slice. We only need enough shared memory for one slice</a:t>
            </a:r>
          </a:p>
          <a:p>
            <a:pPr algn="ctr"/>
            <a:endParaRPr lang="en-US" sz="900" dirty="0"/>
          </a:p>
          <a:p>
            <a:pPr algn="ctr"/>
            <a:r>
              <a:rPr lang="en-US" dirty="0"/>
              <a:t>The registers of the different threads collectively form a tile (called </a:t>
            </a:r>
            <a:r>
              <a:rPr lang="en-US" b="1" dirty="0">
                <a:solidFill>
                  <a:schemeClr val="accent1"/>
                </a:solidFill>
              </a:rPr>
              <a:t>register tiling</a:t>
            </a:r>
            <a:r>
              <a:rPr lang="en-US" dirty="0"/>
              <a:t>).</a:t>
            </a:r>
          </a:p>
        </p:txBody>
      </p:sp>
      <p:sp>
        <p:nvSpPr>
          <p:cNvPr id="707" name="TextBox 706"/>
          <p:cNvSpPr txBox="1"/>
          <p:nvPr/>
        </p:nvSpPr>
        <p:spPr>
          <a:xfrm>
            <a:off x="5501368" y="4974491"/>
            <a:ext cx="1066800" cy="369332"/>
          </a:xfrm>
          <a:prstGeom prst="rect">
            <a:avLst/>
          </a:prstGeom>
          <a:noFill/>
        </p:spPr>
        <p:txBody>
          <a:bodyPr wrap="square" rtlCol="0">
            <a:spAutoFit/>
          </a:bodyPr>
          <a:lstStyle/>
          <a:p>
            <a:pPr algn="ctr"/>
            <a:r>
              <a:rPr lang="en-US" dirty="0"/>
              <a:t>output</a:t>
            </a:r>
          </a:p>
        </p:txBody>
      </p:sp>
      <p:sp>
        <p:nvSpPr>
          <p:cNvPr id="708" name="TextBox 707"/>
          <p:cNvSpPr txBox="1"/>
          <p:nvPr/>
        </p:nvSpPr>
        <p:spPr>
          <a:xfrm>
            <a:off x="902335" y="3947480"/>
            <a:ext cx="1466496" cy="800219"/>
          </a:xfrm>
          <a:prstGeom prst="rect">
            <a:avLst/>
          </a:prstGeom>
          <a:noFill/>
        </p:spPr>
        <p:txBody>
          <a:bodyPr wrap="square" rtlCol="0">
            <a:spAutoFit/>
          </a:bodyPr>
          <a:lstStyle/>
          <a:p>
            <a:pPr algn="ctr"/>
            <a:r>
              <a:rPr lang="en-US" dirty="0" err="1"/>
              <a:t>input</a:t>
            </a:r>
            <a:r>
              <a:rPr lang="en-US" baseline="-25000" dirty="0" err="1"/>
              <a:t>tile</a:t>
            </a:r>
            <a:endParaRPr lang="en-US" baseline="-25000" dirty="0"/>
          </a:p>
          <a:p>
            <a:pPr algn="ctr"/>
            <a:r>
              <a:rPr lang="en-US" sz="1400" dirty="0">
                <a:solidFill>
                  <a:schemeClr val="bg1">
                    <a:lumMod val="50000"/>
                  </a:schemeClr>
                </a:solidFill>
              </a:rPr>
              <a:t>(in shared memory)</a:t>
            </a:r>
          </a:p>
        </p:txBody>
      </p:sp>
      <p:sp>
        <p:nvSpPr>
          <p:cNvPr id="711" name="TextBox 710"/>
          <p:cNvSpPr txBox="1"/>
          <p:nvPr/>
        </p:nvSpPr>
        <p:spPr>
          <a:xfrm>
            <a:off x="3299742" y="1179470"/>
            <a:ext cx="1446330" cy="1569660"/>
          </a:xfrm>
          <a:prstGeom prst="rect">
            <a:avLst/>
          </a:prstGeom>
          <a:noFill/>
        </p:spPr>
        <p:txBody>
          <a:bodyPr wrap="square" rtlCol="0">
            <a:spAutoFit/>
          </a:bodyPr>
          <a:lstStyle/>
          <a:p>
            <a:pPr algn="ctr"/>
            <a:r>
              <a:rPr lang="en-US" sz="1600" b="1" dirty="0">
                <a:solidFill>
                  <a:schemeClr val="accent4">
                    <a:lumMod val="75000"/>
                  </a:schemeClr>
                </a:solidFill>
              </a:rPr>
              <a:t>These</a:t>
            </a:r>
            <a:r>
              <a:rPr lang="en-US" sz="1600" dirty="0"/>
              <a:t> input elements are only used with </a:t>
            </a:r>
            <a:r>
              <a:rPr lang="en-US" sz="1600" b="1" dirty="0">
                <a:solidFill>
                  <a:srgbClr val="7030A0"/>
                </a:solidFill>
              </a:rPr>
              <a:t>this</a:t>
            </a:r>
            <a:r>
              <a:rPr lang="en-US" sz="1600" dirty="0"/>
              <a:t> input element</a:t>
            </a:r>
          </a:p>
          <a:p>
            <a:pPr algn="ctr"/>
            <a:endParaRPr lang="en-US" sz="1600" dirty="0"/>
          </a:p>
        </p:txBody>
      </p:sp>
      <p:cxnSp>
        <p:nvCxnSpPr>
          <p:cNvPr id="712" name="Straight Arrow Connector 711"/>
          <p:cNvCxnSpPr/>
          <p:nvPr/>
        </p:nvCxnSpPr>
        <p:spPr>
          <a:xfrm flipH="1">
            <a:off x="2040774" y="1379509"/>
            <a:ext cx="1486760" cy="519078"/>
          </a:xfrm>
          <a:prstGeom prst="straightConnector1">
            <a:avLst/>
          </a:prstGeom>
          <a:ln w="12700">
            <a:solidFill>
              <a:schemeClr val="accent4">
                <a:lumMod val="75000"/>
              </a:schemeClr>
            </a:solidFill>
            <a:tailEnd type="triangle"/>
          </a:ln>
        </p:spPr>
        <p:style>
          <a:lnRef idx="1">
            <a:schemeClr val="accent5"/>
          </a:lnRef>
          <a:fillRef idx="0">
            <a:schemeClr val="accent5"/>
          </a:fillRef>
          <a:effectRef idx="0">
            <a:schemeClr val="accent5"/>
          </a:effectRef>
          <a:fontRef idx="minor">
            <a:schemeClr val="tx1"/>
          </a:fontRef>
        </p:style>
      </p:cxnSp>
      <p:cxnSp>
        <p:nvCxnSpPr>
          <p:cNvPr id="720" name="Straight Arrow Connector 719"/>
          <p:cNvCxnSpPr/>
          <p:nvPr/>
        </p:nvCxnSpPr>
        <p:spPr>
          <a:xfrm flipH="1">
            <a:off x="1731469" y="1383329"/>
            <a:ext cx="1796065" cy="768644"/>
          </a:xfrm>
          <a:prstGeom prst="straightConnector1">
            <a:avLst/>
          </a:prstGeom>
          <a:ln w="12700">
            <a:solidFill>
              <a:schemeClr val="accent4">
                <a:lumMod val="75000"/>
              </a:schemeClr>
            </a:solidFill>
            <a:tailEnd type="triangle"/>
          </a:ln>
        </p:spPr>
        <p:style>
          <a:lnRef idx="1">
            <a:schemeClr val="accent5"/>
          </a:lnRef>
          <a:fillRef idx="0">
            <a:schemeClr val="accent5"/>
          </a:fillRef>
          <a:effectRef idx="0">
            <a:schemeClr val="accent5"/>
          </a:effectRef>
          <a:fontRef idx="minor">
            <a:schemeClr val="tx1"/>
          </a:fontRef>
        </p:style>
      </p:cxnSp>
      <p:cxnSp>
        <p:nvCxnSpPr>
          <p:cNvPr id="722" name="Straight Arrow Connector 721"/>
          <p:cNvCxnSpPr/>
          <p:nvPr/>
        </p:nvCxnSpPr>
        <p:spPr>
          <a:xfrm flipH="1" flipV="1">
            <a:off x="1890744" y="2013608"/>
            <a:ext cx="1720408" cy="70292"/>
          </a:xfrm>
          <a:prstGeom prst="straightConnector1">
            <a:avLst/>
          </a:prstGeom>
          <a:ln w="12700">
            <a:solidFill>
              <a:srgbClr val="7030A0"/>
            </a:solidFill>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80032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a:grpSpLocks noChangeAspect="1"/>
          </p:cNvGrpSpPr>
          <p:nvPr/>
        </p:nvGrpSpPr>
        <p:grpSpPr>
          <a:xfrm>
            <a:off x="2045777" y="1513754"/>
            <a:ext cx="5750147" cy="4800600"/>
            <a:chOff x="2053460" y="1064170"/>
            <a:chExt cx="6014545" cy="5021337"/>
          </a:xfrm>
        </p:grpSpPr>
        <p:sp>
          <p:nvSpPr>
            <p:cNvPr id="12" name="Rectangle 11"/>
            <p:cNvSpPr/>
            <p:nvPr/>
          </p:nvSpPr>
          <p:spPr>
            <a:xfrm>
              <a:off x="3147850" y="1064170"/>
              <a:ext cx="2908738" cy="165538"/>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147850" y="1399187"/>
              <a:ext cx="2908738" cy="16553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053460" y="5754431"/>
              <a:ext cx="2908738" cy="165538"/>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159267" y="5919969"/>
              <a:ext cx="2908738" cy="16553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069224" y="1730265"/>
              <a:ext cx="2908738" cy="165538"/>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939946" y="4910975"/>
              <a:ext cx="2889504" cy="165538"/>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408183" y="3070350"/>
              <a:ext cx="2908738" cy="16553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939946" y="5076513"/>
              <a:ext cx="2889504" cy="16553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ext Placeholder 7"/>
          <p:cNvSpPr>
            <a:spLocks noGrp="1"/>
          </p:cNvSpPr>
          <p:nvPr>
            <p:ph type="body" idx="10"/>
          </p:nvPr>
        </p:nvSpPr>
        <p:spPr/>
        <p:txBody>
          <a:bodyPr/>
          <a:lstStyle/>
          <a:p>
            <a:r>
              <a:rPr lang="en-US" dirty="0"/>
              <a:t>Stencil with Thread Coarsening Code</a:t>
            </a:r>
          </a:p>
        </p:txBody>
      </p:sp>
      <p:sp>
        <p:nvSpPr>
          <p:cNvPr id="3" name="Rectangle 2"/>
          <p:cNvSpPr/>
          <p:nvPr/>
        </p:nvSpPr>
        <p:spPr>
          <a:xfrm>
            <a:off x="1325565" y="499460"/>
            <a:ext cx="7818434" cy="6394058"/>
          </a:xfrm>
          <a:prstGeom prst="rect">
            <a:avLst/>
          </a:prstGeom>
        </p:spPr>
        <p:txBody>
          <a:bodyPr wrap="square">
            <a:spAutoFit/>
          </a:bodyPr>
          <a:lstStyle/>
          <a:p>
            <a:r>
              <a:rPr lang="en-US" sz="1050" dirty="0">
                <a:solidFill>
                  <a:srgbClr val="00BF00"/>
                </a:solidFill>
                <a:latin typeface="Lucida Console" panose="020B0609040504020204" pitchFamily="49" charset="0"/>
              </a:rPr>
              <a:t>__global__</a:t>
            </a:r>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void</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stencil_kernel</a:t>
            </a:r>
            <a:r>
              <a:rPr lang="en-US" sz="1050" dirty="0">
                <a:solidFill>
                  <a:prstClr val="black"/>
                </a:solidFill>
                <a:latin typeface="Lucida Console" panose="020B0609040504020204" pitchFamily="49" charset="0"/>
              </a:rPr>
              <a:t>(</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in,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out, </a:t>
            </a:r>
            <a:r>
              <a:rPr lang="en-US" sz="1050" dirty="0">
                <a:solidFill>
                  <a:srgbClr val="00BF00"/>
                </a:solidFill>
                <a:latin typeface="Lucida Console" panose="020B0609040504020204" pitchFamily="49" charset="0"/>
              </a:rPr>
              <a:t>unsigned</a:t>
            </a:r>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N) {</a:t>
            </a:r>
          </a:p>
          <a:p>
            <a:endParaRPr lang="en-US" sz="1050" dirty="0">
              <a:solidFill>
                <a:prstClr val="black"/>
              </a:solidFill>
              <a:latin typeface="Lucida Console" panose="020B0609040504020204" pitchFamily="49" charset="0"/>
            </a:endParaRPr>
          </a:p>
          <a:p>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iStart</a:t>
            </a:r>
            <a:r>
              <a:rPr lang="en-US" sz="1050" dirty="0">
                <a:solidFill>
                  <a:prstClr val="black"/>
                </a:solidFill>
                <a:latin typeface="Lucida Console" panose="020B0609040504020204" pitchFamily="49" charset="0"/>
              </a:rPr>
              <a:t> = </a:t>
            </a:r>
            <a:r>
              <a:rPr lang="en-US" sz="1050" dirty="0" err="1">
                <a:solidFill>
                  <a:srgbClr val="00BFBF"/>
                </a:solidFill>
                <a:latin typeface="Lucida Console" panose="020B0609040504020204" pitchFamily="49" charset="0"/>
              </a:rPr>
              <a:t>blockIdx</a:t>
            </a:r>
            <a:r>
              <a:rPr lang="en-US" sz="1050" dirty="0" err="1">
                <a:solidFill>
                  <a:prstClr val="black"/>
                </a:solidFill>
                <a:latin typeface="Lucida Console" panose="020B0609040504020204" pitchFamily="49" charset="0"/>
              </a:rPr>
              <a:t>.z</a:t>
            </a:r>
            <a:r>
              <a:rPr lang="en-US" sz="1050" dirty="0">
                <a:solidFill>
                  <a:prstClr val="black"/>
                </a:solidFill>
                <a:latin typeface="Lucida Console" panose="020B0609040504020204" pitchFamily="49" charset="0"/>
              </a:rPr>
              <a:t>*OUT_TILE_DIM;</a:t>
            </a:r>
          </a:p>
          <a:p>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j = </a:t>
            </a:r>
            <a:r>
              <a:rPr lang="en-US" sz="1050" dirty="0" err="1">
                <a:solidFill>
                  <a:srgbClr val="00BFBF"/>
                </a:solidFill>
                <a:latin typeface="Lucida Console" panose="020B0609040504020204" pitchFamily="49" charset="0"/>
              </a:rPr>
              <a:t>blockIdx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*OUT_TILE_DIM +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k = </a:t>
            </a:r>
            <a:r>
              <a:rPr lang="en-US" sz="1050" dirty="0" err="1">
                <a:solidFill>
                  <a:srgbClr val="00BFBF"/>
                </a:solidFill>
                <a:latin typeface="Lucida Console" panose="020B0609040504020204" pitchFamily="49" charset="0"/>
              </a:rPr>
              <a:t>blockIdx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*OUT_TILE_DIM +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endParaRPr lang="en-US" sz="1050" dirty="0">
              <a:solidFill>
                <a:prstClr val="black"/>
              </a:solidFill>
              <a:latin typeface="Lucida Console" panose="020B0609040504020204" pitchFamily="49" charset="0"/>
            </a:endParaRPr>
          </a:p>
          <a:p>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__shared__</a:t>
            </a:r>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inPrev_s</a:t>
            </a:r>
            <a:r>
              <a:rPr lang="en-US" sz="1050" dirty="0">
                <a:solidFill>
                  <a:prstClr val="black"/>
                </a:solidFill>
                <a:latin typeface="Lucida Console" panose="020B0609040504020204" pitchFamily="49" charset="0"/>
              </a:rPr>
              <a:t>[IN_TILE_DIM][IN_TILE_DIM];</a:t>
            </a:r>
          </a:p>
          <a:p>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__shared__</a:t>
            </a:r>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[IN_TILE_DIM][IN_TILE_DIM];</a:t>
            </a:r>
          </a:p>
          <a:p>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__shared__</a:t>
            </a:r>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inNext_s</a:t>
            </a:r>
            <a:r>
              <a:rPr lang="en-US" sz="1050" dirty="0">
                <a:solidFill>
                  <a:prstClr val="black"/>
                </a:solidFill>
                <a:latin typeface="Lucida Console" panose="020B0609040504020204" pitchFamily="49" charset="0"/>
              </a:rPr>
              <a:t>[IN_TILE_DIM][IN_TILE_DIM];</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(iStart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iStart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&lt; N &amp;&amp; j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j &lt; N &amp;&amp; k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k &lt; N) {</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inPrev_s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in[(</a:t>
            </a:r>
            <a:r>
              <a:rPr lang="en-US" sz="1050" dirty="0" err="1">
                <a:solidFill>
                  <a:prstClr val="black"/>
                </a:solidFill>
                <a:latin typeface="Lucida Console" panose="020B0609040504020204" pitchFamily="49" charset="0"/>
              </a:rPr>
              <a:t>iStart</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)*N*N + j*N + k];</a:t>
            </a:r>
          </a:p>
          <a:p>
            <a:r>
              <a:rPr lang="en-US" sz="1050" dirty="0">
                <a:solidFill>
                  <a:prstClr val="black"/>
                </a:solidFill>
                <a:latin typeface="Lucida Console" panose="020B0609040504020204" pitchFamily="49" charset="0"/>
              </a:rPr>
              <a:t>    }</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(iStart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iStart &lt; N &amp;&amp; j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j &lt; N &amp;&amp; k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k &lt; N) {</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in[</a:t>
            </a:r>
            <a:r>
              <a:rPr lang="en-US" sz="1050" dirty="0" err="1">
                <a:solidFill>
                  <a:prstClr val="black"/>
                </a:solidFill>
                <a:latin typeface="Lucida Console" panose="020B0609040504020204" pitchFamily="49" charset="0"/>
              </a:rPr>
              <a:t>iStart</a:t>
            </a:r>
            <a:r>
              <a:rPr lang="en-US" sz="1050" dirty="0">
                <a:solidFill>
                  <a:prstClr val="black"/>
                </a:solidFill>
                <a:latin typeface="Lucida Console" panose="020B0609040504020204" pitchFamily="49" charset="0"/>
              </a:rPr>
              <a:t>*N*N + j*N + k];</a:t>
            </a:r>
          </a:p>
          <a:p>
            <a:r>
              <a:rPr lang="en-US" sz="1050" dirty="0">
                <a:solidFill>
                  <a:prstClr val="black"/>
                </a:solidFill>
                <a:latin typeface="Lucida Console" panose="020B0609040504020204" pitchFamily="49" charset="0"/>
              </a:rPr>
              <a:t>    }</a:t>
            </a:r>
          </a:p>
          <a:p>
            <a:endParaRPr lang="en-US" sz="1050" dirty="0">
              <a:solidFill>
                <a:prstClr val="black"/>
              </a:solidFill>
              <a:latin typeface="Lucida Console" panose="020B0609040504020204" pitchFamily="49" charset="0"/>
            </a:endParaRPr>
          </a:p>
          <a:p>
            <a:r>
              <a:rPr lang="nn-NO" sz="1050" dirty="0">
                <a:solidFill>
                  <a:prstClr val="black"/>
                </a:solidFill>
                <a:latin typeface="Lucida Console" panose="020B0609040504020204" pitchFamily="49" charset="0"/>
              </a:rPr>
              <a:t>    </a:t>
            </a:r>
            <a:r>
              <a:rPr lang="nn-NO" sz="1050" dirty="0">
                <a:solidFill>
                  <a:srgbClr val="BFBF00"/>
                </a:solidFill>
                <a:latin typeface="Lucida Console" panose="020B0609040504020204" pitchFamily="49" charset="0"/>
              </a:rPr>
              <a:t>for</a:t>
            </a:r>
            <a:r>
              <a:rPr lang="nn-NO" sz="1050" dirty="0">
                <a:solidFill>
                  <a:prstClr val="black"/>
                </a:solidFill>
                <a:latin typeface="Lucida Console" panose="020B0609040504020204" pitchFamily="49" charset="0"/>
              </a:rPr>
              <a:t>(</a:t>
            </a:r>
            <a:r>
              <a:rPr lang="nn-NO" sz="1050" dirty="0">
                <a:solidFill>
                  <a:srgbClr val="00BF00"/>
                </a:solidFill>
                <a:latin typeface="Lucida Console" panose="020B0609040504020204" pitchFamily="49" charset="0"/>
              </a:rPr>
              <a:t>int</a:t>
            </a:r>
            <a:r>
              <a:rPr lang="nn-NO" sz="1050" dirty="0">
                <a:solidFill>
                  <a:prstClr val="black"/>
                </a:solidFill>
                <a:latin typeface="Lucida Console" panose="020B0609040504020204" pitchFamily="49" charset="0"/>
              </a:rPr>
              <a:t> i = iStart; i &lt; iStart + OUT_TILE_DIM; ++i) {</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i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&lt; N &amp;&amp; j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j &lt; N &amp;&amp; k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k &lt; N) {</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inNext_s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in[(</a:t>
            </a:r>
            <a:r>
              <a:rPr lang="en-US" sz="1050" dirty="0" err="1">
                <a:solidFill>
                  <a:prstClr val="black"/>
                </a:solidFill>
                <a:latin typeface="Lucida Console" panose="020B0609040504020204" pitchFamily="49" charset="0"/>
              </a:rPr>
              <a:t>i</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)*N*N + j*N + k];</a:t>
            </a:r>
          </a:p>
          <a:p>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__</a:t>
            </a:r>
            <a:r>
              <a:rPr lang="en-US" sz="1050" dirty="0" err="1">
                <a:solidFill>
                  <a:prstClr val="black"/>
                </a:solidFill>
                <a:latin typeface="Lucida Console" panose="020B0609040504020204" pitchFamily="49" charset="0"/>
              </a:rPr>
              <a:t>syncthreads</a:t>
            </a:r>
            <a:r>
              <a:rPr lang="en-US" sz="1050" dirty="0">
                <a:solidFill>
                  <a:prstClr val="black"/>
                </a:solidFill>
                <a:latin typeface="Lucida Console" panose="020B0609040504020204" pitchFamily="49" charset="0"/>
              </a:rPr>
              <a:t>();</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 &gt;=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i &lt; N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j &gt;=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j &lt; N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k &gt;=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k &lt; N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a:t>
            </a:r>
            <a:r>
              <a:rPr lang="en-US" sz="1050" dirty="0">
                <a:solidFill>
                  <a:srgbClr val="BFBF00"/>
                </a:solidFill>
                <a:latin typeface="Lucida Console" panose="020B0609040504020204" pitchFamily="49" charset="0"/>
              </a:rPr>
              <a:t>if</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&gt;=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&amp;&amp;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&lt; IN_TILE_DIM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&amp;&amp;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&gt;=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&amp;&amp;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&lt; IN_TILE_DIM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out[</a:t>
            </a:r>
            <a:r>
              <a:rPr lang="en-US" sz="1050" dirty="0" err="1">
                <a:solidFill>
                  <a:prstClr val="black"/>
                </a:solidFill>
                <a:latin typeface="Lucida Console" panose="020B0609040504020204" pitchFamily="49" charset="0"/>
              </a:rPr>
              <a:t>i</a:t>
            </a:r>
            <a:r>
              <a:rPr lang="en-US" sz="1050" dirty="0">
                <a:solidFill>
                  <a:prstClr val="black"/>
                </a:solidFill>
                <a:latin typeface="Lucida Console" panose="020B0609040504020204" pitchFamily="49" charset="0"/>
              </a:rPr>
              <a:t>*N*N + j*N + k] = C0*</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C1*</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C2*</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C3*</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C4*</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C5*</a:t>
            </a:r>
            <a:r>
              <a:rPr lang="en-US" sz="1050" dirty="0" err="1">
                <a:solidFill>
                  <a:prstClr val="black"/>
                </a:solidFill>
                <a:latin typeface="Lucida Console" panose="020B0609040504020204" pitchFamily="49" charset="0"/>
              </a:rPr>
              <a:t>inPrev_s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C6*</a:t>
            </a:r>
            <a:r>
              <a:rPr lang="en-US" sz="1050" dirty="0" err="1">
                <a:solidFill>
                  <a:prstClr val="black"/>
                </a:solidFill>
                <a:latin typeface="Lucida Console" panose="020B0609040504020204" pitchFamily="49" charset="0"/>
              </a:rPr>
              <a:t>inNext_s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__</a:t>
            </a:r>
            <a:r>
              <a:rPr lang="en-US" sz="1050" dirty="0" err="1">
                <a:solidFill>
                  <a:prstClr val="black"/>
                </a:solidFill>
                <a:latin typeface="Lucida Console" panose="020B0609040504020204" pitchFamily="49" charset="0"/>
              </a:rPr>
              <a:t>syncthreads</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inPrev_s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err="1">
                <a:solidFill>
                  <a:prstClr val="black"/>
                </a:solidFill>
                <a:latin typeface="Lucida Console" panose="020B0609040504020204" pitchFamily="49" charset="0"/>
              </a:rPr>
              <a:t>inNext_s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p>
          <a:p>
            <a:endParaRPr lang="en-US" sz="1050" dirty="0">
              <a:solidFill>
                <a:prstClr val="black"/>
              </a:solidFill>
              <a:latin typeface="Lucida Console" panose="020B0609040504020204" pitchFamily="49" charset="0"/>
            </a:endParaRPr>
          </a:p>
          <a:p>
            <a:r>
              <a:rPr lang="en-US" sz="1050" dirty="0">
                <a:solidFill>
                  <a:prstClr val="black"/>
                </a:solidFill>
                <a:latin typeface="Lucida Console" panose="020B0609040504020204" pitchFamily="49" charset="0"/>
              </a:rPr>
              <a:t>}</a:t>
            </a:r>
            <a:endParaRPr lang="en-US" sz="1050" dirty="0"/>
          </a:p>
        </p:txBody>
      </p:sp>
    </p:spTree>
    <p:extLst>
      <p:ext uri="{BB962C8B-B14F-4D97-AF65-F5344CB8AC3E}">
        <p14:creationId xmlns:p14="http://schemas.microsoft.com/office/powerpoint/2010/main" val="3995335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a:grpSpLocks noChangeAspect="1"/>
          </p:cNvGrpSpPr>
          <p:nvPr/>
        </p:nvGrpSpPr>
        <p:grpSpPr>
          <a:xfrm>
            <a:off x="2045776" y="1517526"/>
            <a:ext cx="3493798" cy="4800600"/>
            <a:chOff x="2053460" y="1064170"/>
            <a:chExt cx="3654447" cy="5021337"/>
          </a:xfrm>
        </p:grpSpPr>
        <p:sp>
          <p:nvSpPr>
            <p:cNvPr id="4" name="Rectangle 3"/>
            <p:cNvSpPr/>
            <p:nvPr/>
          </p:nvSpPr>
          <p:spPr>
            <a:xfrm>
              <a:off x="2229513" y="1064170"/>
              <a:ext cx="548640" cy="165538"/>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229513" y="1399187"/>
              <a:ext cx="548640" cy="16553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053460" y="5754431"/>
              <a:ext cx="548640" cy="165538"/>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159267" y="5919969"/>
              <a:ext cx="548640" cy="16553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069224" y="1730265"/>
              <a:ext cx="548640" cy="165538"/>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947630" y="4910975"/>
              <a:ext cx="521208" cy="165538"/>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408183" y="3070350"/>
              <a:ext cx="548640" cy="16553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947630" y="5076513"/>
              <a:ext cx="521208" cy="165538"/>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 Placeholder 11"/>
          <p:cNvSpPr>
            <a:spLocks noGrp="1"/>
          </p:cNvSpPr>
          <p:nvPr>
            <p:ph type="body" idx="10"/>
          </p:nvPr>
        </p:nvSpPr>
        <p:spPr/>
        <p:txBody>
          <a:bodyPr/>
          <a:lstStyle/>
          <a:p>
            <a:r>
              <a:rPr lang="en-US" dirty="0"/>
              <a:t>Stencil with Register Tiling Code</a:t>
            </a:r>
          </a:p>
        </p:txBody>
      </p:sp>
      <p:sp>
        <p:nvSpPr>
          <p:cNvPr id="3" name="Rectangle 2"/>
          <p:cNvSpPr/>
          <p:nvPr/>
        </p:nvSpPr>
        <p:spPr>
          <a:xfrm>
            <a:off x="1325566" y="499460"/>
            <a:ext cx="7818434" cy="6394058"/>
          </a:xfrm>
          <a:prstGeom prst="rect">
            <a:avLst/>
          </a:prstGeom>
        </p:spPr>
        <p:txBody>
          <a:bodyPr wrap="square">
            <a:spAutoFit/>
          </a:bodyPr>
          <a:lstStyle/>
          <a:p>
            <a:r>
              <a:rPr lang="en-US" sz="1050" dirty="0">
                <a:solidFill>
                  <a:srgbClr val="00BF00"/>
                </a:solidFill>
                <a:latin typeface="Lucida Console" panose="020B0609040504020204" pitchFamily="49" charset="0"/>
              </a:rPr>
              <a:t>__global__</a:t>
            </a:r>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void</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stencil_kernel</a:t>
            </a:r>
            <a:r>
              <a:rPr lang="en-US" sz="1050" dirty="0">
                <a:solidFill>
                  <a:prstClr val="black"/>
                </a:solidFill>
                <a:latin typeface="Lucida Console" panose="020B0609040504020204" pitchFamily="49" charset="0"/>
              </a:rPr>
              <a:t>(</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in,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out, </a:t>
            </a:r>
            <a:r>
              <a:rPr lang="en-US" sz="1050" dirty="0">
                <a:solidFill>
                  <a:srgbClr val="00BF00"/>
                </a:solidFill>
                <a:latin typeface="Lucida Console" panose="020B0609040504020204" pitchFamily="49" charset="0"/>
              </a:rPr>
              <a:t>unsigned</a:t>
            </a:r>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N) {</a:t>
            </a:r>
          </a:p>
          <a:p>
            <a:endParaRPr lang="en-US" sz="1050" dirty="0">
              <a:solidFill>
                <a:prstClr val="black"/>
              </a:solidFill>
              <a:latin typeface="Lucida Console" panose="020B0609040504020204" pitchFamily="49" charset="0"/>
            </a:endParaRPr>
          </a:p>
          <a:p>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iStart</a:t>
            </a:r>
            <a:r>
              <a:rPr lang="en-US" sz="1050" dirty="0">
                <a:solidFill>
                  <a:prstClr val="black"/>
                </a:solidFill>
                <a:latin typeface="Lucida Console" panose="020B0609040504020204" pitchFamily="49" charset="0"/>
              </a:rPr>
              <a:t> = </a:t>
            </a:r>
            <a:r>
              <a:rPr lang="en-US" sz="1050" dirty="0" err="1">
                <a:solidFill>
                  <a:srgbClr val="00BFBF"/>
                </a:solidFill>
                <a:latin typeface="Lucida Console" panose="020B0609040504020204" pitchFamily="49" charset="0"/>
              </a:rPr>
              <a:t>blockIdx</a:t>
            </a:r>
            <a:r>
              <a:rPr lang="en-US" sz="1050" dirty="0" err="1">
                <a:solidFill>
                  <a:prstClr val="black"/>
                </a:solidFill>
                <a:latin typeface="Lucida Console" panose="020B0609040504020204" pitchFamily="49" charset="0"/>
              </a:rPr>
              <a:t>.z</a:t>
            </a:r>
            <a:r>
              <a:rPr lang="en-US" sz="1050" dirty="0">
                <a:solidFill>
                  <a:prstClr val="black"/>
                </a:solidFill>
                <a:latin typeface="Lucida Console" panose="020B0609040504020204" pitchFamily="49" charset="0"/>
              </a:rPr>
              <a:t>*OUT_TILE_DIM;</a:t>
            </a:r>
          </a:p>
          <a:p>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j = </a:t>
            </a:r>
            <a:r>
              <a:rPr lang="en-US" sz="1050" dirty="0" err="1">
                <a:solidFill>
                  <a:srgbClr val="00BFBF"/>
                </a:solidFill>
                <a:latin typeface="Lucida Console" panose="020B0609040504020204" pitchFamily="49" charset="0"/>
              </a:rPr>
              <a:t>blockIdx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*OUT_TILE_DIM +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r>
              <a:rPr lang="en-US" sz="1050" dirty="0" err="1">
                <a:solidFill>
                  <a:srgbClr val="00BF00"/>
                </a:solidFill>
                <a:latin typeface="Lucida Console" panose="020B0609040504020204" pitchFamily="49" charset="0"/>
              </a:rPr>
              <a:t>int</a:t>
            </a:r>
            <a:r>
              <a:rPr lang="en-US" sz="1050" dirty="0">
                <a:solidFill>
                  <a:prstClr val="black"/>
                </a:solidFill>
                <a:latin typeface="Lucida Console" panose="020B0609040504020204" pitchFamily="49" charset="0"/>
              </a:rPr>
              <a:t> k = </a:t>
            </a:r>
            <a:r>
              <a:rPr lang="en-US" sz="1050" dirty="0" err="1">
                <a:solidFill>
                  <a:srgbClr val="00BFBF"/>
                </a:solidFill>
                <a:latin typeface="Lucida Console" panose="020B0609040504020204" pitchFamily="49" charset="0"/>
              </a:rPr>
              <a:t>blockIdx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*OUT_TILE_DIM +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endParaRPr lang="en-US" sz="1050" dirty="0">
              <a:solidFill>
                <a:prstClr val="black"/>
              </a:solidFill>
              <a:latin typeface="Lucida Console" panose="020B0609040504020204" pitchFamily="49" charset="0"/>
            </a:endParaRPr>
          </a:p>
          <a:p>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inPrev</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__shared__</a:t>
            </a:r>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[IN_TILE_DIM][IN_TILE_DIM];</a:t>
            </a:r>
          </a:p>
          <a:p>
            <a:r>
              <a:rPr lang="en-US" sz="1050" dirty="0">
                <a:solidFill>
                  <a:prstClr val="black"/>
                </a:solidFill>
                <a:latin typeface="Lucida Console" panose="020B0609040504020204" pitchFamily="49" charset="0"/>
              </a:rPr>
              <a:t>    </a:t>
            </a:r>
            <a:r>
              <a:rPr lang="en-US" sz="1050" dirty="0">
                <a:solidFill>
                  <a:srgbClr val="00BF00"/>
                </a:solidFill>
                <a:latin typeface="Lucida Console" panose="020B0609040504020204" pitchFamily="49" charset="0"/>
              </a:rPr>
              <a:t>float</a:t>
            </a:r>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inNext</a:t>
            </a:r>
            <a:r>
              <a:rPr lang="en-US" sz="1050" dirty="0">
                <a:solidFill>
                  <a:prstClr val="black"/>
                </a:solidFill>
                <a:latin typeface="Lucida Console" panose="020B0609040504020204" pitchFamily="49" charset="0"/>
              </a:rPr>
              <a:t>;</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(iStart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iStart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&lt; N &amp;&amp; j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j &lt; N &amp;&amp; k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k &lt; N) {</a:t>
            </a:r>
          </a:p>
          <a:p>
            <a:r>
              <a:rPr lang="pt-BR" sz="1050" dirty="0">
                <a:solidFill>
                  <a:prstClr val="black"/>
                </a:solidFill>
                <a:latin typeface="Lucida Console" panose="020B0609040504020204" pitchFamily="49" charset="0"/>
              </a:rPr>
              <a:t>        inPrev = in[(iStart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)*N*N + j*N + k];</a:t>
            </a:r>
          </a:p>
          <a:p>
            <a:r>
              <a:rPr lang="en-US" sz="1050" dirty="0">
                <a:solidFill>
                  <a:prstClr val="black"/>
                </a:solidFill>
                <a:latin typeface="Lucida Console" panose="020B0609040504020204" pitchFamily="49" charset="0"/>
              </a:rPr>
              <a:t>    }</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(iStart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iStart &lt; N &amp;&amp; j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j &lt; N &amp;&amp; k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k &lt; N) {</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in[</a:t>
            </a:r>
            <a:r>
              <a:rPr lang="en-US" sz="1050" dirty="0" err="1">
                <a:solidFill>
                  <a:prstClr val="black"/>
                </a:solidFill>
                <a:latin typeface="Lucida Console" panose="020B0609040504020204" pitchFamily="49" charset="0"/>
              </a:rPr>
              <a:t>iStart</a:t>
            </a:r>
            <a:r>
              <a:rPr lang="en-US" sz="1050" dirty="0">
                <a:solidFill>
                  <a:prstClr val="black"/>
                </a:solidFill>
                <a:latin typeface="Lucida Console" panose="020B0609040504020204" pitchFamily="49" charset="0"/>
              </a:rPr>
              <a:t>*N*N + j*N + k];</a:t>
            </a:r>
          </a:p>
          <a:p>
            <a:r>
              <a:rPr lang="en-US" sz="1050" dirty="0">
                <a:solidFill>
                  <a:prstClr val="black"/>
                </a:solidFill>
                <a:latin typeface="Lucida Console" panose="020B0609040504020204" pitchFamily="49" charset="0"/>
              </a:rPr>
              <a:t>    }</a:t>
            </a:r>
          </a:p>
          <a:p>
            <a:endParaRPr lang="en-US" sz="1050" dirty="0">
              <a:solidFill>
                <a:prstClr val="black"/>
              </a:solidFill>
              <a:latin typeface="Lucida Console" panose="020B0609040504020204" pitchFamily="49" charset="0"/>
            </a:endParaRPr>
          </a:p>
          <a:p>
            <a:r>
              <a:rPr lang="nn-NO" sz="1050" dirty="0">
                <a:solidFill>
                  <a:prstClr val="black"/>
                </a:solidFill>
                <a:latin typeface="Lucida Console" panose="020B0609040504020204" pitchFamily="49" charset="0"/>
              </a:rPr>
              <a:t>    </a:t>
            </a:r>
            <a:r>
              <a:rPr lang="nn-NO" sz="1050" dirty="0">
                <a:solidFill>
                  <a:srgbClr val="BFBF00"/>
                </a:solidFill>
                <a:latin typeface="Lucida Console" panose="020B0609040504020204" pitchFamily="49" charset="0"/>
              </a:rPr>
              <a:t>for</a:t>
            </a:r>
            <a:r>
              <a:rPr lang="nn-NO" sz="1050" dirty="0">
                <a:solidFill>
                  <a:prstClr val="black"/>
                </a:solidFill>
                <a:latin typeface="Lucida Console" panose="020B0609040504020204" pitchFamily="49" charset="0"/>
              </a:rPr>
              <a:t>(</a:t>
            </a:r>
            <a:r>
              <a:rPr lang="nn-NO" sz="1050" dirty="0">
                <a:solidFill>
                  <a:srgbClr val="00BF00"/>
                </a:solidFill>
                <a:latin typeface="Lucida Console" panose="020B0609040504020204" pitchFamily="49" charset="0"/>
              </a:rPr>
              <a:t>int</a:t>
            </a:r>
            <a:r>
              <a:rPr lang="nn-NO" sz="1050" dirty="0">
                <a:solidFill>
                  <a:prstClr val="black"/>
                </a:solidFill>
                <a:latin typeface="Lucida Console" panose="020B0609040504020204" pitchFamily="49" charset="0"/>
              </a:rPr>
              <a:t> i = iStart; i &lt; iStart + OUT_TILE_DIM; ++i) {</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i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&lt; N &amp;&amp; j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j &lt; N &amp;&amp; k &gt;= </a:t>
            </a:r>
            <a:r>
              <a:rPr lang="pt-BR" sz="1050" dirty="0">
                <a:solidFill>
                  <a:srgbClr val="BF0000"/>
                </a:solidFill>
                <a:latin typeface="Lucida Console" panose="020B0609040504020204" pitchFamily="49" charset="0"/>
              </a:rPr>
              <a:t>0</a:t>
            </a:r>
            <a:r>
              <a:rPr lang="pt-BR" sz="1050" dirty="0">
                <a:solidFill>
                  <a:prstClr val="black"/>
                </a:solidFill>
                <a:latin typeface="Lucida Console" panose="020B0609040504020204" pitchFamily="49" charset="0"/>
              </a:rPr>
              <a:t> &amp;&amp; k &lt; N) {</a:t>
            </a:r>
          </a:p>
          <a:p>
            <a:r>
              <a:rPr lang="pt-BR" sz="1050" dirty="0">
                <a:solidFill>
                  <a:prstClr val="black"/>
                </a:solidFill>
                <a:latin typeface="Lucida Console" panose="020B0609040504020204" pitchFamily="49" charset="0"/>
              </a:rPr>
              <a:t>            inNext = in[(i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)*N*N + j*N + k];</a:t>
            </a:r>
          </a:p>
          <a:p>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__</a:t>
            </a:r>
            <a:r>
              <a:rPr lang="en-US" sz="1050" dirty="0" err="1">
                <a:solidFill>
                  <a:prstClr val="black"/>
                </a:solidFill>
                <a:latin typeface="Lucida Console" panose="020B0609040504020204" pitchFamily="49" charset="0"/>
              </a:rPr>
              <a:t>syncthreads</a:t>
            </a:r>
            <a:r>
              <a:rPr lang="en-US" sz="1050" dirty="0">
                <a:solidFill>
                  <a:prstClr val="black"/>
                </a:solidFill>
                <a:latin typeface="Lucida Console" panose="020B0609040504020204" pitchFamily="49" charset="0"/>
              </a:rPr>
              <a:t>();</a:t>
            </a:r>
          </a:p>
          <a:p>
            <a:r>
              <a:rPr lang="pt-BR" sz="1050" dirty="0">
                <a:solidFill>
                  <a:prstClr val="black"/>
                </a:solidFill>
                <a:latin typeface="Lucida Console" panose="020B0609040504020204" pitchFamily="49" charset="0"/>
              </a:rPr>
              <a:t>        </a:t>
            </a:r>
            <a:r>
              <a:rPr lang="pt-BR" sz="1050" dirty="0">
                <a:solidFill>
                  <a:srgbClr val="BFBF00"/>
                </a:solidFill>
                <a:latin typeface="Lucida Console" panose="020B0609040504020204" pitchFamily="49" charset="0"/>
              </a:rPr>
              <a:t>if</a:t>
            </a:r>
            <a:r>
              <a:rPr lang="pt-BR" sz="1050" dirty="0">
                <a:solidFill>
                  <a:prstClr val="black"/>
                </a:solidFill>
                <a:latin typeface="Lucida Console" panose="020B0609040504020204" pitchFamily="49" charset="0"/>
              </a:rPr>
              <a:t>(i &gt;=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i &lt; N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j &gt;=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j &lt; N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k &gt;=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&amp;&amp; k &lt; N - </a:t>
            </a:r>
            <a:r>
              <a:rPr lang="pt-BR" sz="1050" dirty="0">
                <a:solidFill>
                  <a:srgbClr val="BF0000"/>
                </a:solidFill>
                <a:latin typeface="Lucida Console" panose="020B0609040504020204" pitchFamily="49" charset="0"/>
              </a:rPr>
              <a:t>1</a:t>
            </a:r>
            <a:r>
              <a:rPr lang="pt-BR"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a:t>
            </a:r>
            <a:r>
              <a:rPr lang="en-US" sz="1050" dirty="0">
                <a:solidFill>
                  <a:srgbClr val="BFBF00"/>
                </a:solidFill>
                <a:latin typeface="Lucida Console" panose="020B0609040504020204" pitchFamily="49" charset="0"/>
              </a:rPr>
              <a:t>if</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&gt;=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&amp;&amp;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&lt; IN_TILE_DIM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&amp;&amp;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&gt;=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&amp;&amp; </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&lt; IN_TILE_DIM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out[</a:t>
            </a:r>
            <a:r>
              <a:rPr lang="en-US" sz="1050" dirty="0" err="1">
                <a:solidFill>
                  <a:prstClr val="black"/>
                </a:solidFill>
                <a:latin typeface="Lucida Console" panose="020B0609040504020204" pitchFamily="49" charset="0"/>
              </a:rPr>
              <a:t>i</a:t>
            </a:r>
            <a:r>
              <a:rPr lang="en-US" sz="1050" dirty="0">
                <a:solidFill>
                  <a:prstClr val="black"/>
                </a:solidFill>
                <a:latin typeface="Lucida Console" panose="020B0609040504020204" pitchFamily="49" charset="0"/>
              </a:rPr>
              <a:t>*N*N + j*N + k] = C0*</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C1*</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C2*</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C3*</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C4*</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 + </a:t>
            </a:r>
            <a:r>
              <a:rPr lang="en-US" sz="1050" dirty="0">
                <a:solidFill>
                  <a:srgbClr val="BF0000"/>
                </a:solidFill>
                <a:latin typeface="Lucida Console" panose="020B0609040504020204" pitchFamily="49" charset="0"/>
              </a:rPr>
              <a:t>1</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 C5*</a:t>
            </a:r>
            <a:r>
              <a:rPr lang="en-US" sz="1050" dirty="0" err="1">
                <a:solidFill>
                  <a:prstClr val="black"/>
                </a:solidFill>
                <a:latin typeface="Lucida Console" panose="020B0609040504020204" pitchFamily="49" charset="0"/>
              </a:rPr>
              <a:t>inPrev</a:t>
            </a:r>
            <a:endParaRPr lang="en-US" sz="1050" dirty="0">
              <a:solidFill>
                <a:prstClr val="black"/>
              </a:solidFill>
              <a:latin typeface="Lucida Console" panose="020B0609040504020204" pitchFamily="49" charset="0"/>
            </a:endParaRPr>
          </a:p>
          <a:p>
            <a:r>
              <a:rPr lang="en-US" sz="1050" dirty="0">
                <a:solidFill>
                  <a:prstClr val="black"/>
                </a:solidFill>
                <a:latin typeface="Lucida Console" panose="020B0609040504020204" pitchFamily="49" charset="0"/>
              </a:rPr>
              <a:t>                                     + C6*</a:t>
            </a:r>
            <a:r>
              <a:rPr lang="en-US" sz="1050" dirty="0" err="1">
                <a:solidFill>
                  <a:prstClr val="black"/>
                </a:solidFill>
                <a:latin typeface="Lucida Console" panose="020B0609040504020204" pitchFamily="49" charset="0"/>
              </a:rPr>
              <a:t>inNext</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a:t>
            </a:r>
          </a:p>
          <a:p>
            <a:r>
              <a:rPr lang="en-US" sz="1050" dirty="0">
                <a:solidFill>
                  <a:prstClr val="black"/>
                </a:solidFill>
                <a:latin typeface="Lucida Console" panose="020B0609040504020204" pitchFamily="49" charset="0"/>
              </a:rPr>
              <a:t>        __</a:t>
            </a:r>
            <a:r>
              <a:rPr lang="en-US" sz="1050" dirty="0" err="1">
                <a:solidFill>
                  <a:prstClr val="black"/>
                </a:solidFill>
                <a:latin typeface="Lucida Console" panose="020B0609040504020204" pitchFamily="49" charset="0"/>
              </a:rPr>
              <a:t>syncthreads</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inPrev</a:t>
            </a:r>
            <a:r>
              <a:rPr lang="en-US" sz="1050" dirty="0">
                <a:solidFill>
                  <a:prstClr val="black"/>
                </a:solidFill>
                <a:latin typeface="Lucida Console" panose="020B0609040504020204" pitchFamily="49" charset="0"/>
              </a:rPr>
              <a:t> =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r>
              <a:rPr lang="en-US" sz="1050" dirty="0" err="1">
                <a:solidFill>
                  <a:prstClr val="black"/>
                </a:solidFill>
                <a:latin typeface="Lucida Console" panose="020B0609040504020204" pitchFamily="49" charset="0"/>
              </a:rPr>
              <a:t>inCurr_s</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.y</a:t>
            </a:r>
            <a:r>
              <a:rPr lang="en-US" sz="1050" dirty="0">
                <a:solidFill>
                  <a:prstClr val="black"/>
                </a:solidFill>
                <a:latin typeface="Lucida Console" panose="020B0609040504020204" pitchFamily="49" charset="0"/>
              </a:rPr>
              <a:t>][</a:t>
            </a:r>
            <a:r>
              <a:rPr lang="en-US" sz="1050" dirty="0" err="1">
                <a:solidFill>
                  <a:srgbClr val="00BFBF"/>
                </a:solidFill>
                <a:latin typeface="Lucida Console" panose="020B0609040504020204" pitchFamily="49" charset="0"/>
              </a:rPr>
              <a:t>threadIdx</a:t>
            </a:r>
            <a:r>
              <a:rPr lang="en-US" sz="1050" dirty="0" err="1">
                <a:solidFill>
                  <a:prstClr val="black"/>
                </a:solidFill>
                <a:latin typeface="Lucida Console" panose="020B0609040504020204" pitchFamily="49" charset="0"/>
              </a:rPr>
              <a:t>.x</a:t>
            </a:r>
            <a:r>
              <a:rPr lang="en-US" sz="1050" dirty="0">
                <a:solidFill>
                  <a:prstClr val="black"/>
                </a:solidFill>
                <a:latin typeface="Lucida Console" panose="020B0609040504020204" pitchFamily="49" charset="0"/>
              </a:rPr>
              <a:t>] = </a:t>
            </a:r>
            <a:r>
              <a:rPr lang="en-US" sz="1050" dirty="0" err="1">
                <a:solidFill>
                  <a:prstClr val="black"/>
                </a:solidFill>
                <a:latin typeface="Lucida Console" panose="020B0609040504020204" pitchFamily="49" charset="0"/>
              </a:rPr>
              <a:t>inNext</a:t>
            </a:r>
            <a:r>
              <a:rPr lang="en-US" sz="1050" dirty="0">
                <a:solidFill>
                  <a:prstClr val="black"/>
                </a:solidFill>
                <a:latin typeface="Lucida Console" panose="020B0609040504020204" pitchFamily="49" charset="0"/>
              </a:rPr>
              <a:t>;</a:t>
            </a:r>
          </a:p>
          <a:p>
            <a:r>
              <a:rPr lang="en-US" sz="1050" dirty="0">
                <a:solidFill>
                  <a:prstClr val="black"/>
                </a:solidFill>
                <a:latin typeface="Lucida Console" panose="020B0609040504020204" pitchFamily="49" charset="0"/>
              </a:rPr>
              <a:t>    }</a:t>
            </a:r>
          </a:p>
          <a:p>
            <a:endParaRPr lang="en-US" sz="1050" dirty="0">
              <a:solidFill>
                <a:prstClr val="black"/>
              </a:solidFill>
              <a:latin typeface="Lucida Console" panose="020B0609040504020204" pitchFamily="49" charset="0"/>
            </a:endParaRPr>
          </a:p>
          <a:p>
            <a:r>
              <a:rPr lang="en-US" sz="1050" dirty="0">
                <a:solidFill>
                  <a:prstClr val="black"/>
                </a:solidFill>
                <a:latin typeface="Lucida Console" panose="020B0609040504020204" pitchFamily="49" charset="0"/>
              </a:rPr>
              <a:t>}</a:t>
            </a:r>
            <a:endParaRPr lang="en-US" sz="1050" dirty="0"/>
          </a:p>
        </p:txBody>
      </p:sp>
    </p:spTree>
    <p:extLst>
      <p:ext uri="{BB962C8B-B14F-4D97-AF65-F5344CB8AC3E}">
        <p14:creationId xmlns:p14="http://schemas.microsoft.com/office/powerpoint/2010/main" val="2674346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p:cNvGrpSpPr/>
          <p:nvPr/>
        </p:nvGrpSpPr>
        <p:grpSpPr>
          <a:xfrm>
            <a:off x="4646724" y="1191919"/>
            <a:ext cx="2011680" cy="169277"/>
            <a:chOff x="4648200" y="3521102"/>
            <a:chExt cx="2011680" cy="169277"/>
          </a:xfrm>
        </p:grpSpPr>
        <p:cxnSp>
          <p:nvCxnSpPr>
            <p:cNvPr id="46" name="Straight Arrow Connector 4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16" name="Group 15"/>
          <p:cNvGrpSpPr/>
          <p:nvPr/>
        </p:nvGrpSpPr>
        <p:grpSpPr>
          <a:xfrm>
            <a:off x="4525767" y="3655147"/>
            <a:ext cx="91371" cy="2077284"/>
            <a:chOff x="4515210" y="3721867"/>
            <a:chExt cx="91371" cy="2077284"/>
          </a:xfrm>
        </p:grpSpPr>
        <p:cxnSp>
          <p:nvCxnSpPr>
            <p:cNvPr id="14" name="Straight Arrow Connector 13"/>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grpSp>
        <p:nvGrpSpPr>
          <p:cNvPr id="21" name="Group 20"/>
          <p:cNvGrpSpPr/>
          <p:nvPr/>
        </p:nvGrpSpPr>
        <p:grpSpPr>
          <a:xfrm>
            <a:off x="4633452" y="3455057"/>
            <a:ext cx="2011680" cy="169277"/>
            <a:chOff x="4648200" y="3521102"/>
            <a:chExt cx="2011680" cy="169277"/>
          </a:xfrm>
        </p:grpSpPr>
        <p:cxnSp>
          <p:nvCxnSpPr>
            <p:cNvPr id="18" name="Straight Arrow Connector 17"/>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0" name="TextBox 19"/>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12" name="Table 11"/>
          <p:cNvGraphicFramePr>
            <a:graphicFrameLocks noGrp="1"/>
          </p:cNvGraphicFramePr>
          <p:nvPr>
            <p:extLst>
              <p:ext uri="{D42A27DB-BD31-4B8C-83A1-F6EECF244321}">
                <p14:modId xmlns:p14="http://schemas.microsoft.com/office/powerpoint/2010/main" val="2553371622"/>
              </p:ext>
            </p:extLst>
          </p:nvPr>
        </p:nvGraphicFramePr>
        <p:xfrm>
          <a:off x="4649676" y="364719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
        <p:nvSpPr>
          <p:cNvPr id="3" name="Text Placeholder 2"/>
          <p:cNvSpPr>
            <a:spLocks noGrp="1"/>
          </p:cNvSpPr>
          <p:nvPr>
            <p:ph type="body" idx="10"/>
          </p:nvPr>
        </p:nvSpPr>
        <p:spPr/>
        <p:txBody>
          <a:bodyPr/>
          <a:lstStyle/>
          <a:p>
            <a:r>
              <a:rPr lang="en-US" dirty="0"/>
              <a:t>Have we seen register tiling before?</a:t>
            </a:r>
          </a:p>
        </p:txBody>
      </p:sp>
      <p:sp>
        <p:nvSpPr>
          <p:cNvPr id="7" name="TextBox 6"/>
          <p:cNvSpPr txBox="1"/>
          <p:nvPr/>
        </p:nvSpPr>
        <p:spPr>
          <a:xfrm>
            <a:off x="1600200" y="2106349"/>
            <a:ext cx="1981200" cy="646331"/>
          </a:xfrm>
          <a:prstGeom prst="rect">
            <a:avLst/>
          </a:prstGeom>
          <a:noFill/>
        </p:spPr>
        <p:txBody>
          <a:bodyPr wrap="square" rtlCol="0">
            <a:spAutoFit/>
          </a:bodyPr>
          <a:lstStyle/>
          <a:p>
            <a:pPr algn="ctr"/>
            <a:r>
              <a:rPr lang="en-US" sz="3600" dirty="0"/>
              <a:t>C = A x B</a:t>
            </a:r>
          </a:p>
        </p:txBody>
      </p:sp>
      <p:sp>
        <p:nvSpPr>
          <p:cNvPr id="8" name="TextBox 7"/>
          <p:cNvSpPr txBox="1"/>
          <p:nvPr/>
        </p:nvSpPr>
        <p:spPr>
          <a:xfrm>
            <a:off x="1828800" y="4424615"/>
            <a:ext cx="609600" cy="461665"/>
          </a:xfrm>
          <a:prstGeom prst="rect">
            <a:avLst/>
          </a:prstGeom>
          <a:noFill/>
        </p:spPr>
        <p:txBody>
          <a:bodyPr wrap="square" rtlCol="0">
            <a:spAutoFit/>
          </a:bodyPr>
          <a:lstStyle/>
          <a:p>
            <a:pPr algn="ctr"/>
            <a:r>
              <a:rPr lang="en-US" sz="2400" dirty="0"/>
              <a:t>A</a:t>
            </a:r>
          </a:p>
        </p:txBody>
      </p:sp>
      <p:sp>
        <p:nvSpPr>
          <p:cNvPr id="9" name="TextBox 8"/>
          <p:cNvSpPr txBox="1"/>
          <p:nvPr/>
        </p:nvSpPr>
        <p:spPr>
          <a:xfrm>
            <a:off x="6705600" y="2214815"/>
            <a:ext cx="609600" cy="461665"/>
          </a:xfrm>
          <a:prstGeom prst="rect">
            <a:avLst/>
          </a:prstGeom>
          <a:noFill/>
        </p:spPr>
        <p:txBody>
          <a:bodyPr wrap="square" rtlCol="0">
            <a:spAutoFit/>
          </a:bodyPr>
          <a:lstStyle/>
          <a:p>
            <a:pPr algn="ctr"/>
            <a:r>
              <a:rPr lang="en-US" sz="2400" dirty="0"/>
              <a:t>B</a:t>
            </a:r>
          </a:p>
        </p:txBody>
      </p:sp>
      <p:sp>
        <p:nvSpPr>
          <p:cNvPr id="10" name="TextBox 9"/>
          <p:cNvSpPr txBox="1"/>
          <p:nvPr/>
        </p:nvSpPr>
        <p:spPr>
          <a:xfrm>
            <a:off x="6705600" y="4424615"/>
            <a:ext cx="609600" cy="461665"/>
          </a:xfrm>
          <a:prstGeom prst="rect">
            <a:avLst/>
          </a:prstGeom>
          <a:noFill/>
        </p:spPr>
        <p:txBody>
          <a:bodyPr wrap="square" rtlCol="0">
            <a:spAutoFit/>
          </a:bodyPr>
          <a:lstStyle/>
          <a:p>
            <a:pPr algn="ctr"/>
            <a:r>
              <a:rPr lang="en-US" sz="2400" dirty="0"/>
              <a:t>C</a:t>
            </a:r>
          </a:p>
        </p:txBody>
      </p:sp>
      <p:grpSp>
        <p:nvGrpSpPr>
          <p:cNvPr id="22" name="Group 21"/>
          <p:cNvGrpSpPr/>
          <p:nvPr/>
        </p:nvGrpSpPr>
        <p:grpSpPr>
          <a:xfrm>
            <a:off x="4525767" y="1361196"/>
            <a:ext cx="91372" cy="2077284"/>
            <a:chOff x="4513483" y="3721867"/>
            <a:chExt cx="91372" cy="2077284"/>
          </a:xfrm>
        </p:grpSpPr>
        <p:cxnSp>
          <p:nvCxnSpPr>
            <p:cNvPr id="23" name="Straight Arrow Connector 22"/>
            <p:cNvCxnSpPr/>
            <p:nvPr/>
          </p:nvCxnSpPr>
          <p:spPr>
            <a:xfrm>
              <a:off x="4545543"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4513483" y="4668176"/>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pSp>
        <p:nvGrpSpPr>
          <p:cNvPr id="25" name="Group 24"/>
          <p:cNvGrpSpPr/>
          <p:nvPr/>
        </p:nvGrpSpPr>
        <p:grpSpPr>
          <a:xfrm>
            <a:off x="2484120" y="3455057"/>
            <a:ext cx="2011680" cy="169277"/>
            <a:chOff x="4648200" y="3521102"/>
            <a:chExt cx="2011680" cy="169277"/>
          </a:xfrm>
        </p:grpSpPr>
        <p:cxnSp>
          <p:nvCxnSpPr>
            <p:cNvPr id="26" name="Straight Arrow Connector 25"/>
            <p:cNvCxnSpPr/>
            <p:nvPr/>
          </p:nvCxnSpPr>
          <p:spPr>
            <a:xfrm rot="16200000">
              <a:off x="5654040" y="2599901"/>
              <a:ext cx="0" cy="2011680"/>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7" name="TextBox 26"/>
            <p:cNvSpPr txBox="1"/>
            <p:nvPr/>
          </p:nvSpPr>
          <p:spPr>
            <a:xfrm>
              <a:off x="5617171" y="3521102"/>
              <a:ext cx="91372" cy="169277"/>
            </a:xfrm>
            <a:prstGeom prst="rect">
              <a:avLst/>
            </a:prstGeom>
            <a:solidFill>
              <a:schemeClr val="bg1"/>
            </a:solidFill>
            <a:ln>
              <a:noFill/>
            </a:ln>
          </p:spPr>
          <p:txBody>
            <a:bodyPr wrap="none" lIns="0" tIns="0" rIns="0" bIns="0" rtlCol="0">
              <a:spAutoFit/>
            </a:bodyPr>
            <a:lstStyle/>
            <a:p>
              <a:r>
                <a:rPr lang="en-US" sz="1100" dirty="0"/>
                <a:t>N</a:t>
              </a:r>
            </a:p>
          </p:txBody>
        </p:sp>
      </p:grpSp>
      <p:graphicFrame>
        <p:nvGraphicFramePr>
          <p:cNvPr id="28" name="Table 27"/>
          <p:cNvGraphicFramePr>
            <a:graphicFrameLocks noGrp="1"/>
          </p:cNvGraphicFramePr>
          <p:nvPr>
            <p:extLst>
              <p:ext uri="{D42A27DB-BD31-4B8C-83A1-F6EECF244321}">
                <p14:modId xmlns:p14="http://schemas.microsoft.com/office/powerpoint/2010/main" val="3830467224"/>
              </p:ext>
            </p:extLst>
          </p:nvPr>
        </p:nvGraphicFramePr>
        <p:xfrm>
          <a:off x="4646724" y="138108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6">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6">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657512347"/>
              </p:ext>
            </p:extLst>
          </p:nvPr>
        </p:nvGraphicFramePr>
        <p:xfrm>
          <a:off x="2482644" y="364719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solidFill>
                      <a:schemeClr val="accent5">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solidFill>
                      <a:schemeClr val="accent5">
                        <a:lumMod val="60000"/>
                        <a:lumOff val="40000"/>
                      </a:schemeClr>
                    </a:solid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solidFill>
                      <a:schemeClr val="accent5">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T w="57150" cap="flat" cmpd="sng" algn="ctr">
                      <a:solidFill>
                        <a:schemeClr val="tx1"/>
                      </a:solidFill>
                      <a:prstDash val="solid"/>
                      <a:round/>
                      <a:headEnd type="none" w="med" len="med"/>
                      <a:tailEnd type="none" w="med" len="med"/>
                    </a:lnT>
                    <a:noFill/>
                  </a:tcPr>
                </a:tc>
                <a:tc>
                  <a:txBody>
                    <a:bodyPr/>
                    <a:lstStyle/>
                    <a:p>
                      <a:endParaRPr lang="en-US" sz="100"/>
                    </a:p>
                  </a:txBody>
                  <a:tcPr marL="41910" marR="41910" marT="20955" marB="20955">
                    <a:lnR w="57150" cap="flat" cmpd="sng" algn="ctr">
                      <a:solidFill>
                        <a:schemeClr val="tx1"/>
                      </a:solidFill>
                      <a:prstDash val="solid"/>
                      <a:round/>
                      <a:headEnd type="none" w="med" len="med"/>
                      <a:tailEnd type="none" w="med" len="med"/>
                    </a:lnR>
                    <a:lnT w="571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noFill/>
                  </a:tcPr>
                </a:tc>
                <a:tc>
                  <a:txBody>
                    <a:bodyPr/>
                    <a:lstStyle/>
                    <a:p>
                      <a:endParaRPr lang="en-US" sz="100"/>
                    </a:p>
                  </a:txBody>
                  <a:tcPr marL="41910" marR="41910" marT="20955" marB="20955">
                    <a:noFill/>
                  </a:tcPr>
                </a:tc>
                <a:tc>
                  <a:txBody>
                    <a:bodyPr/>
                    <a:lstStyle/>
                    <a:p>
                      <a:endParaRPr lang="en-US" sz="100"/>
                    </a:p>
                  </a:txBody>
                  <a:tcPr marL="41910" marR="41910" marT="20955" marB="20955">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L w="57150" cap="flat" cmpd="sng" algn="ctr">
                      <a:solidFill>
                        <a:schemeClr val="tx1"/>
                      </a:solidFill>
                      <a:prstDash val="solid"/>
                      <a:round/>
                      <a:headEnd type="none" w="med" len="med"/>
                      <a:tailEnd type="none" w="med" len="med"/>
                    </a:lnL>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a:p>
                  </a:txBody>
                  <a:tcPr marL="41910" marR="41910" marT="20955" marB="20955">
                    <a:lnB w="57150" cap="flat" cmpd="sng" algn="ctr">
                      <a:solidFill>
                        <a:schemeClr val="tx1"/>
                      </a:solidFill>
                      <a:prstDash val="solid"/>
                      <a:round/>
                      <a:headEnd type="none" w="med" len="med"/>
                      <a:tailEnd type="none" w="med" len="med"/>
                    </a:lnB>
                    <a:noFill/>
                  </a:tcPr>
                </a:tc>
                <a:tc>
                  <a:txBody>
                    <a:bodyPr/>
                    <a:lstStyle/>
                    <a:p>
                      <a:endParaRPr lang="en-US" sz="100" dirty="0"/>
                    </a:p>
                  </a:txBody>
                  <a:tcPr marL="41910" marR="41910" marT="20955" marB="20955">
                    <a:lnR w="57150" cap="flat" cmpd="sng" algn="ctr">
                      <a:solidFill>
                        <a:schemeClr val="tx1"/>
                      </a:solidFill>
                      <a:prstDash val="solid"/>
                      <a:round/>
                      <a:headEnd type="none" w="med" len="med"/>
                      <a:tailEnd type="none" w="med" len="med"/>
                    </a:lnR>
                    <a:lnB w="571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grpSp>
        <p:nvGrpSpPr>
          <p:cNvPr id="48" name="Group 47"/>
          <p:cNvGrpSpPr/>
          <p:nvPr/>
        </p:nvGrpSpPr>
        <p:grpSpPr>
          <a:xfrm>
            <a:off x="2341719" y="3655147"/>
            <a:ext cx="91371" cy="2077284"/>
            <a:chOff x="4515210" y="3721867"/>
            <a:chExt cx="91371" cy="2077284"/>
          </a:xfrm>
        </p:grpSpPr>
        <p:cxnSp>
          <p:nvCxnSpPr>
            <p:cNvPr id="49" name="Straight Arrow Connector 48"/>
            <p:cNvCxnSpPr/>
            <p:nvPr/>
          </p:nvCxnSpPr>
          <p:spPr>
            <a:xfrm>
              <a:off x="4561637" y="3721867"/>
              <a:ext cx="0" cy="2077284"/>
            </a:xfrm>
            <a:prstGeom prst="straightConnector1">
              <a:avLst/>
            </a:prstGeom>
            <a:ln>
              <a:solidFill>
                <a:schemeClr val="tx1"/>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50" name="TextBox 49"/>
            <p:cNvSpPr txBox="1"/>
            <p:nvPr/>
          </p:nvSpPr>
          <p:spPr>
            <a:xfrm>
              <a:off x="4515210" y="4668176"/>
              <a:ext cx="91371" cy="169277"/>
            </a:xfrm>
            <a:prstGeom prst="rect">
              <a:avLst/>
            </a:prstGeom>
            <a:solidFill>
              <a:schemeClr val="bg1"/>
            </a:solidFill>
            <a:ln>
              <a:noFill/>
            </a:ln>
          </p:spPr>
          <p:txBody>
            <a:bodyPr wrap="none" lIns="0" tIns="0" rIns="0" bIns="0" rtlCol="0">
              <a:spAutoFit/>
            </a:bodyPr>
            <a:lstStyle/>
            <a:p>
              <a:pPr algn="ctr"/>
              <a:r>
                <a:rPr lang="en-US" sz="1100" dirty="0"/>
                <a:t>N</a:t>
              </a:r>
            </a:p>
          </p:txBody>
        </p:sp>
      </p:grpSp>
    </p:spTree>
    <p:extLst>
      <p:ext uri="{BB962C8B-B14F-4D97-AF65-F5344CB8AC3E}">
        <p14:creationId xmlns:p14="http://schemas.microsoft.com/office/powerpoint/2010/main" val="2813004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par>
                                <p:cTn id="38" presetID="10" presetClass="entr" presetSubtype="0" fill="hold"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par>
                                <p:cTn id="41" presetID="10" presetClass="entr" presetSubtype="0" fill="hold" nodeType="withEffect">
                                  <p:stCondLst>
                                    <p:cond delay="0"/>
                                  </p:stCondLst>
                                  <p:childTnLst>
                                    <p:set>
                                      <p:cBhvr>
                                        <p:cTn id="42" dur="1" fill="hold">
                                          <p:stCondLst>
                                            <p:cond delay="0"/>
                                          </p:stCondLst>
                                        </p:cTn>
                                        <p:tgtEl>
                                          <p:spTgt spid="48"/>
                                        </p:tgtEl>
                                        <p:attrNameLst>
                                          <p:attrName>style.visibility</p:attrName>
                                        </p:attrNameLst>
                                      </p:cBhvr>
                                      <p:to>
                                        <p:strVal val="visible"/>
                                      </p:to>
                                    </p:set>
                                    <p:animEffect transition="in" filter="fade">
                                      <p:cBhvr>
                                        <p:cTn id="4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p:cNvGraphicFramePr>
            <a:graphicFrameLocks noGrp="1"/>
          </p:cNvGraphicFramePr>
          <p:nvPr>
            <p:extLst>
              <p:ext uri="{D42A27DB-BD31-4B8C-83A1-F6EECF244321}">
                <p14:modId xmlns:p14="http://schemas.microsoft.com/office/powerpoint/2010/main" val="4091521639"/>
              </p:ext>
            </p:extLst>
          </p:nvPr>
        </p:nvGraphicFramePr>
        <p:xfrm>
          <a:off x="4649676" y="364719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sp>
        <p:nvSpPr>
          <p:cNvPr id="3" name="Text Placeholder 2"/>
          <p:cNvSpPr>
            <a:spLocks noGrp="1"/>
          </p:cNvSpPr>
          <p:nvPr>
            <p:ph type="body" idx="10"/>
          </p:nvPr>
        </p:nvSpPr>
        <p:spPr/>
        <p:txBody>
          <a:bodyPr/>
          <a:lstStyle/>
          <a:p>
            <a:r>
              <a:rPr lang="en-US" dirty="0"/>
              <a:t>Have we seen register tiling before?</a:t>
            </a:r>
          </a:p>
        </p:txBody>
      </p:sp>
      <p:sp>
        <p:nvSpPr>
          <p:cNvPr id="7" name="TextBox 6"/>
          <p:cNvSpPr txBox="1"/>
          <p:nvPr/>
        </p:nvSpPr>
        <p:spPr>
          <a:xfrm>
            <a:off x="1029050" y="2106349"/>
            <a:ext cx="3123500" cy="646331"/>
          </a:xfrm>
          <a:prstGeom prst="rect">
            <a:avLst/>
          </a:prstGeom>
          <a:noFill/>
        </p:spPr>
        <p:txBody>
          <a:bodyPr wrap="square" rtlCol="0">
            <a:spAutoFit/>
          </a:bodyPr>
          <a:lstStyle/>
          <a:p>
            <a:pPr algn="ctr"/>
            <a:r>
              <a:rPr lang="en-US" sz="3600" dirty="0" err="1"/>
              <a:t>C</a:t>
            </a:r>
            <a:r>
              <a:rPr lang="en-US" sz="3600" baseline="-25000" dirty="0" err="1"/>
              <a:t>tile</a:t>
            </a:r>
            <a:r>
              <a:rPr lang="en-US" sz="3600" dirty="0"/>
              <a:t> = </a:t>
            </a:r>
            <a:r>
              <a:rPr lang="en-US" sz="3600" dirty="0" err="1"/>
              <a:t>A</a:t>
            </a:r>
            <a:r>
              <a:rPr lang="en-US" sz="3600" baseline="-25000" dirty="0" err="1"/>
              <a:t>tile</a:t>
            </a:r>
            <a:r>
              <a:rPr lang="en-US" sz="3600" dirty="0"/>
              <a:t> x </a:t>
            </a:r>
            <a:r>
              <a:rPr lang="en-US" sz="3600" dirty="0" err="1"/>
              <a:t>B</a:t>
            </a:r>
            <a:r>
              <a:rPr lang="en-US" sz="3600" baseline="-25000" dirty="0" err="1"/>
              <a:t>tile</a:t>
            </a:r>
            <a:endParaRPr lang="en-US" sz="3600" dirty="0"/>
          </a:p>
        </p:txBody>
      </p:sp>
      <p:sp>
        <p:nvSpPr>
          <p:cNvPr id="8" name="TextBox 7"/>
          <p:cNvSpPr txBox="1"/>
          <p:nvPr/>
        </p:nvSpPr>
        <p:spPr>
          <a:xfrm>
            <a:off x="1803633" y="4424615"/>
            <a:ext cx="634767" cy="461665"/>
          </a:xfrm>
          <a:prstGeom prst="rect">
            <a:avLst/>
          </a:prstGeom>
          <a:noFill/>
        </p:spPr>
        <p:txBody>
          <a:bodyPr wrap="square" rtlCol="0">
            <a:spAutoFit/>
          </a:bodyPr>
          <a:lstStyle/>
          <a:p>
            <a:pPr algn="ctr"/>
            <a:r>
              <a:rPr lang="en-US" sz="2400" dirty="0" err="1"/>
              <a:t>A</a:t>
            </a:r>
            <a:r>
              <a:rPr lang="en-US" sz="2400" baseline="-25000" dirty="0" err="1"/>
              <a:t>tile</a:t>
            </a:r>
            <a:endParaRPr lang="en-US" sz="2400" dirty="0"/>
          </a:p>
        </p:txBody>
      </p:sp>
      <p:sp>
        <p:nvSpPr>
          <p:cNvPr id="9" name="TextBox 8"/>
          <p:cNvSpPr txBox="1"/>
          <p:nvPr/>
        </p:nvSpPr>
        <p:spPr>
          <a:xfrm>
            <a:off x="5978554" y="1443028"/>
            <a:ext cx="609600" cy="461665"/>
          </a:xfrm>
          <a:prstGeom prst="rect">
            <a:avLst/>
          </a:prstGeom>
          <a:noFill/>
        </p:spPr>
        <p:txBody>
          <a:bodyPr wrap="square" rtlCol="0">
            <a:spAutoFit/>
          </a:bodyPr>
          <a:lstStyle/>
          <a:p>
            <a:pPr algn="ctr"/>
            <a:r>
              <a:rPr lang="en-US" sz="2400" dirty="0" err="1"/>
              <a:t>B</a:t>
            </a:r>
            <a:r>
              <a:rPr lang="en-US" sz="2400" baseline="-25000" dirty="0" err="1"/>
              <a:t>tile</a:t>
            </a:r>
            <a:endParaRPr lang="en-US" sz="2400" dirty="0"/>
          </a:p>
        </p:txBody>
      </p:sp>
      <p:sp>
        <p:nvSpPr>
          <p:cNvPr id="10" name="TextBox 9"/>
          <p:cNvSpPr txBox="1"/>
          <p:nvPr/>
        </p:nvSpPr>
        <p:spPr>
          <a:xfrm>
            <a:off x="5978554" y="4455005"/>
            <a:ext cx="609600" cy="461665"/>
          </a:xfrm>
          <a:prstGeom prst="rect">
            <a:avLst/>
          </a:prstGeom>
          <a:noFill/>
        </p:spPr>
        <p:txBody>
          <a:bodyPr wrap="square" rtlCol="0">
            <a:spAutoFit/>
          </a:bodyPr>
          <a:lstStyle/>
          <a:p>
            <a:pPr algn="ctr"/>
            <a:r>
              <a:rPr lang="en-US" sz="2400" dirty="0" err="1"/>
              <a:t>C</a:t>
            </a:r>
            <a:r>
              <a:rPr lang="en-US" sz="2400" baseline="-25000" dirty="0" err="1"/>
              <a:t>tile</a:t>
            </a:r>
            <a:endParaRPr lang="en-US" sz="2400" dirty="0"/>
          </a:p>
        </p:txBody>
      </p:sp>
      <p:graphicFrame>
        <p:nvGraphicFramePr>
          <p:cNvPr id="28" name="Table 27"/>
          <p:cNvGraphicFramePr>
            <a:graphicFrameLocks noGrp="1"/>
          </p:cNvGraphicFramePr>
          <p:nvPr>
            <p:extLst>
              <p:ext uri="{D42A27DB-BD31-4B8C-83A1-F6EECF244321}">
                <p14:modId xmlns:p14="http://schemas.microsoft.com/office/powerpoint/2010/main" val="626028289"/>
              </p:ext>
            </p:extLst>
          </p:nvPr>
        </p:nvGraphicFramePr>
        <p:xfrm>
          <a:off x="4646724" y="1381080"/>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ap="flat" cmpd="sng" algn="ctr">
                      <a:solidFill>
                        <a:schemeClr val="tx1"/>
                      </a:solid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2231015501"/>
              </p:ext>
            </p:extLst>
          </p:nvPr>
        </p:nvGraphicFramePr>
        <p:xfrm>
          <a:off x="2482644" y="3647196"/>
          <a:ext cx="2011680" cy="2077284"/>
        </p:xfrm>
        <a:graphic>
          <a:graphicData uri="http://schemas.openxmlformats.org/drawingml/2006/table">
            <a:tbl>
              <a:tblPr firstRow="1" bandRow="1">
                <a:tableStyleId>{5940675A-B579-460E-94D1-54222C63F5DA}</a:tableStyleId>
              </a:tblPr>
              <a:tblGrid>
                <a:gridCol w="167640">
                  <a:extLst>
                    <a:ext uri="{9D8B030D-6E8A-4147-A177-3AD203B41FA5}">
                      <a16:colId xmlns:a16="http://schemas.microsoft.com/office/drawing/2014/main" val="20000"/>
                    </a:ext>
                  </a:extLst>
                </a:gridCol>
                <a:gridCol w="167640">
                  <a:extLst>
                    <a:ext uri="{9D8B030D-6E8A-4147-A177-3AD203B41FA5}">
                      <a16:colId xmlns:a16="http://schemas.microsoft.com/office/drawing/2014/main" val="20001"/>
                    </a:ext>
                  </a:extLst>
                </a:gridCol>
                <a:gridCol w="167640">
                  <a:extLst>
                    <a:ext uri="{9D8B030D-6E8A-4147-A177-3AD203B41FA5}">
                      <a16:colId xmlns:a16="http://schemas.microsoft.com/office/drawing/2014/main" val="20002"/>
                    </a:ext>
                  </a:extLst>
                </a:gridCol>
                <a:gridCol w="167640">
                  <a:extLst>
                    <a:ext uri="{9D8B030D-6E8A-4147-A177-3AD203B41FA5}">
                      <a16:colId xmlns:a16="http://schemas.microsoft.com/office/drawing/2014/main" val="20003"/>
                    </a:ext>
                  </a:extLst>
                </a:gridCol>
                <a:gridCol w="167640">
                  <a:extLst>
                    <a:ext uri="{9D8B030D-6E8A-4147-A177-3AD203B41FA5}">
                      <a16:colId xmlns:a16="http://schemas.microsoft.com/office/drawing/2014/main" val="20004"/>
                    </a:ext>
                  </a:extLst>
                </a:gridCol>
                <a:gridCol w="167640">
                  <a:extLst>
                    <a:ext uri="{9D8B030D-6E8A-4147-A177-3AD203B41FA5}">
                      <a16:colId xmlns:a16="http://schemas.microsoft.com/office/drawing/2014/main" val="20005"/>
                    </a:ext>
                  </a:extLst>
                </a:gridCol>
                <a:gridCol w="167640">
                  <a:extLst>
                    <a:ext uri="{9D8B030D-6E8A-4147-A177-3AD203B41FA5}">
                      <a16:colId xmlns:a16="http://schemas.microsoft.com/office/drawing/2014/main" val="20006"/>
                    </a:ext>
                  </a:extLst>
                </a:gridCol>
                <a:gridCol w="167640">
                  <a:extLst>
                    <a:ext uri="{9D8B030D-6E8A-4147-A177-3AD203B41FA5}">
                      <a16:colId xmlns:a16="http://schemas.microsoft.com/office/drawing/2014/main" val="20007"/>
                    </a:ext>
                  </a:extLst>
                </a:gridCol>
                <a:gridCol w="167640">
                  <a:extLst>
                    <a:ext uri="{9D8B030D-6E8A-4147-A177-3AD203B41FA5}">
                      <a16:colId xmlns:a16="http://schemas.microsoft.com/office/drawing/2014/main" val="20008"/>
                    </a:ext>
                  </a:extLst>
                </a:gridCol>
                <a:gridCol w="167640">
                  <a:extLst>
                    <a:ext uri="{9D8B030D-6E8A-4147-A177-3AD203B41FA5}">
                      <a16:colId xmlns:a16="http://schemas.microsoft.com/office/drawing/2014/main" val="20009"/>
                    </a:ext>
                  </a:extLst>
                </a:gridCol>
                <a:gridCol w="167640">
                  <a:extLst>
                    <a:ext uri="{9D8B030D-6E8A-4147-A177-3AD203B41FA5}">
                      <a16:colId xmlns:a16="http://schemas.microsoft.com/office/drawing/2014/main" val="20010"/>
                    </a:ext>
                  </a:extLst>
                </a:gridCol>
                <a:gridCol w="167640">
                  <a:extLst>
                    <a:ext uri="{9D8B030D-6E8A-4147-A177-3AD203B41FA5}">
                      <a16:colId xmlns:a16="http://schemas.microsoft.com/office/drawing/2014/main" val="20011"/>
                    </a:ext>
                  </a:extLst>
                </a:gridCol>
              </a:tblGrid>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107">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107">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107">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107">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endParaRPr lang="en-US" sz="100" dirty="0"/>
                    </a:p>
                  </a:txBody>
                  <a:tcPr marL="41910" marR="41910" marT="20955" marB="20955">
                    <a:lnL w="12700" cap="flat" cmpd="sng" algn="ctr">
                      <a:solidFill>
                        <a:schemeClr val="tx1"/>
                      </a:solid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73107">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57150" cap="flat" cmpd="sng" algn="ctr">
                      <a:noFill/>
                      <a:prstDash val="solid"/>
                      <a:round/>
                      <a:headEnd type="none" w="med" len="med"/>
                      <a:tailEnd type="none" w="med" len="med"/>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a:p>
                  </a:txBody>
                  <a:tcPr marL="41910" marR="41910" marT="20955" marB="20955">
                    <a:lnL w="12700" cmpd="sng">
                      <a:noFill/>
                    </a:lnL>
                    <a:lnR w="12700" cmpd="sng">
                      <a:noFill/>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 dirty="0"/>
                    </a:p>
                  </a:txBody>
                  <a:tcPr marL="41910" marR="41910" marT="20955" marB="20955">
                    <a:lnL w="12700" cmpd="sng">
                      <a:noFill/>
                    </a:lnL>
                    <a:lnR w="57150" cap="flat" cmpd="sng" algn="ctr">
                      <a:noFill/>
                      <a:prstDash val="solid"/>
                      <a:round/>
                      <a:headEnd type="none" w="med" len="med"/>
                      <a:tailEnd type="none" w="med" len="med"/>
                    </a:lnR>
                    <a:lnT w="12700" cmpd="sng">
                      <a:noFill/>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bl>
          </a:graphicData>
        </a:graphic>
      </p:graphicFrame>
      <p:sp>
        <p:nvSpPr>
          <p:cNvPr id="11" name="TextBox 10"/>
          <p:cNvSpPr txBox="1"/>
          <p:nvPr/>
        </p:nvSpPr>
        <p:spPr>
          <a:xfrm>
            <a:off x="1075997" y="5316344"/>
            <a:ext cx="6992006" cy="1384995"/>
          </a:xfrm>
          <a:prstGeom prst="rect">
            <a:avLst/>
          </a:prstGeom>
          <a:noFill/>
        </p:spPr>
        <p:txBody>
          <a:bodyPr wrap="square" rtlCol="0">
            <a:spAutoFit/>
          </a:bodyPr>
          <a:lstStyle/>
          <a:p>
            <a:pPr algn="ctr"/>
            <a:r>
              <a:rPr lang="en-US" dirty="0"/>
              <a:t>The A and B input tiles were stored in shared memory.</a:t>
            </a:r>
          </a:p>
          <a:p>
            <a:pPr algn="ctr"/>
            <a:endParaRPr lang="en-US" sz="600" dirty="0"/>
          </a:p>
          <a:p>
            <a:pPr algn="ctr"/>
            <a:r>
              <a:rPr lang="en-US" dirty="0"/>
              <a:t>The C output tile was stored in the registers of the threads collectively.</a:t>
            </a:r>
          </a:p>
          <a:p>
            <a:pPr algn="ctr"/>
            <a:endParaRPr lang="en-US" sz="600" dirty="0"/>
          </a:p>
          <a:p>
            <a:pPr algn="ctr"/>
            <a:r>
              <a:rPr lang="en-US" dirty="0"/>
              <a:t>Stencil just made register tiling more apparent because the same tile was sometimes stored in registers and other times in shared memory.</a:t>
            </a:r>
          </a:p>
        </p:txBody>
      </p:sp>
    </p:spTree>
    <p:extLst>
      <p:ext uri="{BB962C8B-B14F-4D97-AF65-F5344CB8AC3E}">
        <p14:creationId xmlns:p14="http://schemas.microsoft.com/office/powerpoint/2010/main" val="180180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animEffect transition="in" filter="fade">
                                      <p:cBhvr>
                                        <p:cTn id="17"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References</a:t>
            </a:r>
          </a:p>
        </p:txBody>
      </p:sp>
      <p:sp>
        <p:nvSpPr>
          <p:cNvPr id="6" name="Content Placeholder 5"/>
          <p:cNvSpPr>
            <a:spLocks noGrp="1"/>
          </p:cNvSpPr>
          <p:nvPr>
            <p:ph sz="half" idx="1"/>
          </p:nvPr>
        </p:nvSpPr>
        <p:spPr/>
        <p:txBody>
          <a:bodyPr/>
          <a:lstStyle/>
          <a:p>
            <a:r>
              <a:rPr lang="en-US" dirty="0"/>
              <a:t>Wen-</a:t>
            </a:r>
            <a:r>
              <a:rPr lang="en-US" dirty="0" err="1"/>
              <a:t>mei</a:t>
            </a:r>
            <a:r>
              <a:rPr lang="en-US" dirty="0"/>
              <a:t> W. </a:t>
            </a:r>
            <a:r>
              <a:rPr lang="en-US" dirty="0" err="1"/>
              <a:t>Hwu</a:t>
            </a:r>
            <a:r>
              <a:rPr lang="en-US" dirty="0"/>
              <a:t>, David B. Kirk, and Izzat El Hajj. </a:t>
            </a:r>
            <a:r>
              <a:rPr lang="en-US" i="1" dirty="0"/>
              <a:t>Programming Massively Parallel Processors: A Hands-on Approach</a:t>
            </a:r>
            <a:r>
              <a:rPr lang="en-US" dirty="0"/>
              <a:t>. Morgan Kaufmann, 2022.</a:t>
            </a:r>
          </a:p>
        </p:txBody>
      </p:sp>
    </p:spTree>
    <p:extLst>
      <p:ext uri="{BB962C8B-B14F-4D97-AF65-F5344CB8AC3E}">
        <p14:creationId xmlns:p14="http://schemas.microsoft.com/office/powerpoint/2010/main" val="2063475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471</TotalTime>
  <Words>3901</Words>
  <Application>Microsoft Office PowerPoint</Application>
  <PresentationFormat>On-screen Show (4:3)</PresentationFormat>
  <Paragraphs>411</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Lucida Console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Tejasvi Waghmare (IL-IN)</dc:creator>
  <cp:lastModifiedBy>Izzat El Hajj</cp:lastModifiedBy>
  <cp:revision>102</cp:revision>
  <dcterms:created xsi:type="dcterms:W3CDTF">2022-03-30T06:33:52Z</dcterms:created>
  <dcterms:modified xsi:type="dcterms:W3CDTF">2022-09-28T09:48:32Z</dcterms:modified>
</cp:coreProperties>
</file>