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70" r:id="rId2"/>
    <p:sldId id="421" r:id="rId3"/>
    <p:sldId id="422" r:id="rId4"/>
    <p:sldId id="423" r:id="rId5"/>
    <p:sldId id="424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6" r:id="rId17"/>
    <p:sldId id="437" r:id="rId18"/>
    <p:sldId id="44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445" r:id="rId27"/>
    <p:sldId id="446" r:id="rId28"/>
    <p:sldId id="31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8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2b2ecd582ba5a00" providerId="LiveId" clId="{A28D5811-6D43-436A-B470-E6DA4D6092E7}"/>
    <pc:docChg chg="custSel addSld delSld modSld">
      <pc:chgData name="" userId="12b2ecd582ba5a00" providerId="LiveId" clId="{A28D5811-6D43-436A-B470-E6DA4D6092E7}" dt="2022-11-22T17:26:10.225" v="306" actId="478"/>
      <pc:docMkLst>
        <pc:docMk/>
      </pc:docMkLst>
      <pc:sldChg chg="modSp">
        <pc:chgData name="" userId="12b2ecd582ba5a00" providerId="LiveId" clId="{A28D5811-6D43-436A-B470-E6DA4D6092E7}" dt="2022-11-22T16:51:12.029" v="10"/>
        <pc:sldMkLst>
          <pc:docMk/>
          <pc:sldMk cId="3831425952" sldId="270"/>
        </pc:sldMkLst>
        <pc:spChg chg="mod">
          <ac:chgData name="" userId="12b2ecd582ba5a00" providerId="LiveId" clId="{A28D5811-6D43-436A-B470-E6DA4D6092E7}" dt="2022-11-22T16:51:10.285" v="9" actId="20577"/>
          <ac:spMkLst>
            <pc:docMk/>
            <pc:sldMk cId="3831425952" sldId="270"/>
            <ac:spMk id="4" creationId="{00000000-0000-0000-0000-000000000000}"/>
          </ac:spMkLst>
        </pc:spChg>
        <pc:spChg chg="mod">
          <ac:chgData name="" userId="12b2ecd582ba5a00" providerId="LiveId" clId="{A28D5811-6D43-436A-B470-E6DA4D6092E7}" dt="2022-11-22T16:51:12.029" v="10"/>
          <ac:spMkLst>
            <pc:docMk/>
            <pc:sldMk cId="3831425952" sldId="270"/>
            <ac:spMk id="5" creationId="{00000000-0000-0000-0000-000000000000}"/>
          </ac:spMkLst>
        </pc:spChg>
      </pc:sldChg>
      <pc:sldChg chg="del">
        <pc:chgData name="" userId="12b2ecd582ba5a00" providerId="LiveId" clId="{A28D5811-6D43-436A-B470-E6DA4D6092E7}" dt="2022-11-22T16:51:58.195" v="11" actId="2696"/>
        <pc:sldMkLst>
          <pc:docMk/>
          <pc:sldMk cId="1561629024" sldId="271"/>
        </pc:sldMkLst>
      </pc:sldChg>
      <pc:sldChg chg="del">
        <pc:chgData name="" userId="12b2ecd582ba5a00" providerId="LiveId" clId="{A28D5811-6D43-436A-B470-E6DA4D6092E7}" dt="2022-11-22T16:51:58.205" v="13" actId="2696"/>
        <pc:sldMkLst>
          <pc:docMk/>
          <pc:sldMk cId="1801594161" sldId="272"/>
        </pc:sldMkLst>
      </pc:sldChg>
      <pc:sldChg chg="del">
        <pc:chgData name="" userId="12b2ecd582ba5a00" providerId="LiveId" clId="{A28D5811-6D43-436A-B470-E6DA4D6092E7}" dt="2022-11-22T16:51:58.212" v="14" actId="2696"/>
        <pc:sldMkLst>
          <pc:docMk/>
          <pc:sldMk cId="2598838132" sldId="273"/>
        </pc:sldMkLst>
      </pc:sldChg>
      <pc:sldChg chg="del">
        <pc:chgData name="" userId="12b2ecd582ba5a00" providerId="LiveId" clId="{A28D5811-6D43-436A-B470-E6DA4D6092E7}" dt="2022-11-22T16:51:58.202" v="12" actId="2696"/>
        <pc:sldMkLst>
          <pc:docMk/>
          <pc:sldMk cId="1411272740" sldId="274"/>
        </pc:sldMkLst>
      </pc:sldChg>
      <pc:sldChg chg="add">
        <pc:chgData name="" userId="12b2ecd582ba5a00" providerId="LiveId" clId="{A28D5811-6D43-436A-B470-E6DA4D6092E7}" dt="2022-11-22T16:52:31.931" v="15"/>
        <pc:sldMkLst>
          <pc:docMk/>
          <pc:sldMk cId="2928556213" sldId="315"/>
        </pc:sldMkLst>
      </pc:sldChg>
      <pc:sldChg chg="addSp delSp modSp add modTransition">
        <pc:chgData name="" userId="12b2ecd582ba5a00" providerId="LiveId" clId="{A28D5811-6D43-436A-B470-E6DA4D6092E7}" dt="2022-11-22T17:25:29.256" v="281" actId="478"/>
        <pc:sldMkLst>
          <pc:docMk/>
          <pc:sldMk cId="4173700694" sldId="421"/>
        </pc:sldMkLst>
        <pc:spChg chg="del mod">
          <ac:chgData name="" userId="12b2ecd582ba5a00" providerId="LiveId" clId="{A28D5811-6D43-436A-B470-E6DA4D6092E7}" dt="2022-11-22T17:13:46.388" v="29" actId="478"/>
          <ac:spMkLst>
            <pc:docMk/>
            <pc:sldMk cId="4173700694" sldId="421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3:48" v="30"/>
          <ac:spMkLst>
            <pc:docMk/>
            <pc:sldMk cId="4173700694" sldId="421"/>
            <ac:spMk id="4" creationId="{83BAA99C-65D6-4A0A-B8E8-6D52F9FB7778}"/>
          </ac:spMkLst>
        </pc:spChg>
        <pc:spChg chg="del">
          <ac:chgData name="" userId="12b2ecd582ba5a00" providerId="LiveId" clId="{A28D5811-6D43-436A-B470-E6DA4D6092E7}" dt="2022-11-22T17:25:29.256" v="281" actId="478"/>
          <ac:spMkLst>
            <pc:docMk/>
            <pc:sldMk cId="4173700694" sldId="421"/>
            <ac:spMk id="6" creationId="{00000000-0000-0000-0000-000000000000}"/>
          </ac:spMkLst>
        </pc:spChg>
        <pc:grpChg chg="mod">
          <ac:chgData name="" userId="12b2ecd582ba5a00" providerId="LiveId" clId="{A28D5811-6D43-436A-B470-E6DA4D6092E7}" dt="2022-11-22T17:20:30.867" v="121" actId="1035"/>
          <ac:grpSpMkLst>
            <pc:docMk/>
            <pc:sldMk cId="4173700694" sldId="421"/>
            <ac:grpSpMk id="15" creationId="{00000000-0000-0000-0000-000000000000}"/>
          </ac:grpSpMkLst>
        </pc:grpChg>
        <pc:grpChg chg="mod">
          <ac:chgData name="" userId="12b2ecd582ba5a00" providerId="LiveId" clId="{A28D5811-6D43-436A-B470-E6DA4D6092E7}" dt="2022-11-22T17:20:30.867" v="121" actId="1035"/>
          <ac:grpSpMkLst>
            <pc:docMk/>
            <pc:sldMk cId="4173700694" sldId="421"/>
            <ac:grpSpMk id="16" creationId="{00000000-0000-0000-0000-000000000000}"/>
          </ac:grpSpMkLst>
        </pc:grpChg>
        <pc:grpChg chg="mod">
          <ac:chgData name="" userId="12b2ecd582ba5a00" providerId="LiveId" clId="{A28D5811-6D43-436A-B470-E6DA4D6092E7}" dt="2022-11-22T17:20:30.867" v="121" actId="1035"/>
          <ac:grpSpMkLst>
            <pc:docMk/>
            <pc:sldMk cId="4173700694" sldId="421"/>
            <ac:grpSpMk id="22" creationId="{00000000-0000-0000-0000-000000000000}"/>
          </ac:grpSpMkLst>
        </pc:grpChg>
        <pc:grpChg chg="mod">
          <ac:chgData name="" userId="12b2ecd582ba5a00" providerId="LiveId" clId="{A28D5811-6D43-436A-B470-E6DA4D6092E7}" dt="2022-11-22T17:20:30.867" v="121" actId="1035"/>
          <ac:grpSpMkLst>
            <pc:docMk/>
            <pc:sldMk cId="4173700694" sldId="421"/>
            <ac:grpSpMk id="46" creationId="{00000000-0000-0000-0000-000000000000}"/>
          </ac:grpSpMkLst>
        </pc:grpChg>
        <pc:cxnChg chg="mod">
          <ac:chgData name="" userId="12b2ecd582ba5a00" providerId="LiveId" clId="{A28D5811-6D43-436A-B470-E6DA4D6092E7}" dt="2022-11-22T17:20:30.867" v="121" actId="1035"/>
          <ac:cxnSpMkLst>
            <pc:docMk/>
            <pc:sldMk cId="4173700694" sldId="421"/>
            <ac:cxnSpMk id="53" creationId="{00000000-0000-0000-0000-000000000000}"/>
          </ac:cxnSpMkLst>
        </pc:cxnChg>
        <pc:cxnChg chg="mod">
          <ac:chgData name="" userId="12b2ecd582ba5a00" providerId="LiveId" clId="{A28D5811-6D43-436A-B470-E6DA4D6092E7}" dt="2022-11-22T17:20:30.867" v="121" actId="1035"/>
          <ac:cxnSpMkLst>
            <pc:docMk/>
            <pc:sldMk cId="4173700694" sldId="421"/>
            <ac:cxnSpMk id="54" creationId="{00000000-0000-0000-0000-000000000000}"/>
          </ac:cxnSpMkLst>
        </pc:cxnChg>
        <pc:cxnChg chg="mod">
          <ac:chgData name="" userId="12b2ecd582ba5a00" providerId="LiveId" clId="{A28D5811-6D43-436A-B470-E6DA4D6092E7}" dt="2022-11-22T17:20:30.867" v="121" actId="1035"/>
          <ac:cxnSpMkLst>
            <pc:docMk/>
            <pc:sldMk cId="4173700694" sldId="421"/>
            <ac:cxnSpMk id="57" creationId="{00000000-0000-0000-0000-000000000000}"/>
          </ac:cxnSpMkLst>
        </pc:cxnChg>
      </pc:sldChg>
      <pc:sldChg chg="addSp delSp modSp add modTransition">
        <pc:chgData name="" userId="12b2ecd582ba5a00" providerId="LiveId" clId="{A28D5811-6D43-436A-B470-E6DA4D6092E7}" dt="2022-11-22T17:25:34.146" v="282" actId="478"/>
        <pc:sldMkLst>
          <pc:docMk/>
          <pc:sldMk cId="1435031847" sldId="422"/>
        </pc:sldMkLst>
        <pc:spChg chg="del mod">
          <ac:chgData name="" userId="12b2ecd582ba5a00" providerId="LiveId" clId="{A28D5811-6D43-436A-B470-E6DA4D6092E7}" dt="2022-11-22T17:18:19.098" v="32" actId="478"/>
          <ac:spMkLst>
            <pc:docMk/>
            <pc:sldMk cId="1435031847" sldId="422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20.113" v="33"/>
          <ac:spMkLst>
            <pc:docMk/>
            <pc:sldMk cId="1435031847" sldId="422"/>
            <ac:spMk id="4" creationId="{8135A3D3-6FCD-4D87-93B2-88014E7F991D}"/>
          </ac:spMkLst>
        </pc:spChg>
        <pc:spChg chg="del">
          <ac:chgData name="" userId="12b2ecd582ba5a00" providerId="LiveId" clId="{A28D5811-6D43-436A-B470-E6DA4D6092E7}" dt="2022-11-22T17:25:34.146" v="282" actId="478"/>
          <ac:spMkLst>
            <pc:docMk/>
            <pc:sldMk cId="1435031847" sldId="422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35.608" v="283" actId="478"/>
        <pc:sldMkLst>
          <pc:docMk/>
          <pc:sldMk cId="4059520360" sldId="423"/>
        </pc:sldMkLst>
        <pc:spChg chg="del mod">
          <ac:chgData name="" userId="12b2ecd582ba5a00" providerId="LiveId" clId="{A28D5811-6D43-436A-B470-E6DA4D6092E7}" dt="2022-11-22T17:18:24.729" v="35" actId="478"/>
          <ac:spMkLst>
            <pc:docMk/>
            <pc:sldMk cId="4059520360" sldId="423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25.799" v="36"/>
          <ac:spMkLst>
            <pc:docMk/>
            <pc:sldMk cId="4059520360" sldId="423"/>
            <ac:spMk id="4" creationId="{8BB08F40-B2BF-4992-8EB9-5618403414E2}"/>
          </ac:spMkLst>
        </pc:spChg>
        <pc:spChg chg="del">
          <ac:chgData name="" userId="12b2ecd582ba5a00" providerId="LiveId" clId="{A28D5811-6D43-436A-B470-E6DA4D6092E7}" dt="2022-11-22T17:25:35.608" v="283" actId="478"/>
          <ac:spMkLst>
            <pc:docMk/>
            <pc:sldMk cId="4059520360" sldId="423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36.632" v="284" actId="478"/>
        <pc:sldMkLst>
          <pc:docMk/>
          <pc:sldMk cId="1919515669" sldId="424"/>
        </pc:sldMkLst>
        <pc:spChg chg="del mod">
          <ac:chgData name="" userId="12b2ecd582ba5a00" providerId="LiveId" clId="{A28D5811-6D43-436A-B470-E6DA4D6092E7}" dt="2022-11-22T17:18:28.560" v="38" actId="478"/>
          <ac:spMkLst>
            <pc:docMk/>
            <pc:sldMk cId="1919515669" sldId="424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30.139" v="39"/>
          <ac:spMkLst>
            <pc:docMk/>
            <pc:sldMk cId="1919515669" sldId="424"/>
            <ac:spMk id="4" creationId="{82B6A8E2-CFD4-4F83-A03B-D427ADBBC4E6}"/>
          </ac:spMkLst>
        </pc:spChg>
        <pc:spChg chg="del">
          <ac:chgData name="" userId="12b2ecd582ba5a00" providerId="LiveId" clId="{A28D5811-6D43-436A-B470-E6DA4D6092E7}" dt="2022-11-22T17:25:36.632" v="284" actId="478"/>
          <ac:spMkLst>
            <pc:docMk/>
            <pc:sldMk cId="1919515669" sldId="424"/>
            <ac:spMk id="6" creationId="{00000000-0000-0000-0000-000000000000}"/>
          </ac:spMkLst>
        </pc:spChg>
        <pc:grpChg chg="mod">
          <ac:chgData name="" userId="12b2ecd582ba5a00" providerId="LiveId" clId="{A28D5811-6D43-436A-B470-E6DA4D6092E7}" dt="2022-11-22T17:23:24.528" v="201" actId="1036"/>
          <ac:grpSpMkLst>
            <pc:docMk/>
            <pc:sldMk cId="1919515669" sldId="424"/>
            <ac:grpSpMk id="37" creationId="{00000000-0000-0000-0000-000000000000}"/>
          </ac:grpSpMkLst>
        </pc:grpChg>
        <pc:cxnChg chg="mod">
          <ac:chgData name="" userId="12b2ecd582ba5a00" providerId="LiveId" clId="{A28D5811-6D43-436A-B470-E6DA4D6092E7}" dt="2022-11-22T17:23:24.528" v="201" actId="1036"/>
          <ac:cxnSpMkLst>
            <pc:docMk/>
            <pc:sldMk cId="1919515669" sldId="424"/>
            <ac:cxnSpMk id="66" creationId="{00000000-0000-0000-0000-000000000000}"/>
          </ac:cxnSpMkLst>
        </pc:cxnChg>
        <pc:cxnChg chg="mod">
          <ac:chgData name="" userId="12b2ecd582ba5a00" providerId="LiveId" clId="{A28D5811-6D43-436A-B470-E6DA4D6092E7}" dt="2022-11-22T17:23:24.528" v="201" actId="1036"/>
          <ac:cxnSpMkLst>
            <pc:docMk/>
            <pc:sldMk cId="1919515669" sldId="424"/>
            <ac:cxnSpMk id="67" creationId="{00000000-0000-0000-0000-000000000000}"/>
          </ac:cxnSpMkLst>
        </pc:cxnChg>
        <pc:cxnChg chg="mod">
          <ac:chgData name="" userId="12b2ecd582ba5a00" providerId="LiveId" clId="{A28D5811-6D43-436A-B470-E6DA4D6092E7}" dt="2022-11-22T17:23:24.528" v="201" actId="1036"/>
          <ac:cxnSpMkLst>
            <pc:docMk/>
            <pc:sldMk cId="1919515669" sldId="424"/>
            <ac:cxnSpMk id="68" creationId="{00000000-0000-0000-0000-000000000000}"/>
          </ac:cxnSpMkLst>
        </pc:cxnChg>
      </pc:sldChg>
      <pc:sldChg chg="addSp delSp modSp add modTransition">
        <pc:chgData name="" userId="12b2ecd582ba5a00" providerId="LiveId" clId="{A28D5811-6D43-436A-B470-E6DA4D6092E7}" dt="2022-11-22T17:25:39.666" v="285" actId="478"/>
        <pc:sldMkLst>
          <pc:docMk/>
          <pc:sldMk cId="499548466" sldId="425"/>
        </pc:sldMkLst>
        <pc:spChg chg="del mod">
          <ac:chgData name="" userId="12b2ecd582ba5a00" providerId="LiveId" clId="{A28D5811-6D43-436A-B470-E6DA4D6092E7}" dt="2022-11-22T17:18:32.929" v="41" actId="478"/>
          <ac:spMkLst>
            <pc:docMk/>
            <pc:sldMk cId="499548466" sldId="425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34.010" v="42"/>
          <ac:spMkLst>
            <pc:docMk/>
            <pc:sldMk cId="499548466" sldId="425"/>
            <ac:spMk id="4" creationId="{57AC43FF-2CFC-422E-9D97-35058DA6A1A0}"/>
          </ac:spMkLst>
        </pc:spChg>
        <pc:spChg chg="del">
          <ac:chgData name="" userId="12b2ecd582ba5a00" providerId="LiveId" clId="{A28D5811-6D43-436A-B470-E6DA4D6092E7}" dt="2022-11-22T17:25:39.666" v="285" actId="478"/>
          <ac:spMkLst>
            <pc:docMk/>
            <pc:sldMk cId="499548466" sldId="425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40.817" v="286" actId="478"/>
        <pc:sldMkLst>
          <pc:docMk/>
          <pc:sldMk cId="511766295" sldId="426"/>
        </pc:sldMkLst>
        <pc:spChg chg="del mod">
          <ac:chgData name="" userId="12b2ecd582ba5a00" providerId="LiveId" clId="{A28D5811-6D43-436A-B470-E6DA4D6092E7}" dt="2022-11-22T17:18:37.745" v="44" actId="478"/>
          <ac:spMkLst>
            <pc:docMk/>
            <pc:sldMk cId="511766295" sldId="426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38.905" v="45"/>
          <ac:spMkLst>
            <pc:docMk/>
            <pc:sldMk cId="511766295" sldId="426"/>
            <ac:spMk id="4" creationId="{EDE38227-9E39-4B8B-B6D4-44CC436399D5}"/>
          </ac:spMkLst>
        </pc:spChg>
        <pc:spChg chg="del">
          <ac:chgData name="" userId="12b2ecd582ba5a00" providerId="LiveId" clId="{A28D5811-6D43-436A-B470-E6DA4D6092E7}" dt="2022-11-22T17:25:40.817" v="286" actId="478"/>
          <ac:spMkLst>
            <pc:docMk/>
            <pc:sldMk cId="511766295" sldId="426"/>
            <ac:spMk id="6" creationId="{00000000-0000-0000-0000-000000000000}"/>
          </ac:spMkLst>
        </pc:spChg>
        <pc:grpChg chg="mod">
          <ac:chgData name="" userId="12b2ecd582ba5a00" providerId="LiveId" clId="{A28D5811-6D43-436A-B470-E6DA4D6092E7}" dt="2022-11-22T17:22:34.089" v="161" actId="1036"/>
          <ac:grpSpMkLst>
            <pc:docMk/>
            <pc:sldMk cId="511766295" sldId="426"/>
            <ac:grpSpMk id="5" creationId="{00000000-0000-0000-0000-000000000000}"/>
          </ac:grpSpMkLst>
        </pc:grpChg>
        <pc:cxnChg chg="mod">
          <ac:chgData name="" userId="12b2ecd582ba5a00" providerId="LiveId" clId="{A28D5811-6D43-436A-B470-E6DA4D6092E7}" dt="2022-11-22T17:22:34.089" v="161" actId="1036"/>
          <ac:cxnSpMkLst>
            <pc:docMk/>
            <pc:sldMk cId="511766295" sldId="426"/>
            <ac:cxnSpMk id="34" creationId="{00000000-0000-0000-0000-000000000000}"/>
          </ac:cxnSpMkLst>
        </pc:cxnChg>
        <pc:cxnChg chg="mod">
          <ac:chgData name="" userId="12b2ecd582ba5a00" providerId="LiveId" clId="{A28D5811-6D43-436A-B470-E6DA4D6092E7}" dt="2022-11-22T17:22:34.089" v="161" actId="1036"/>
          <ac:cxnSpMkLst>
            <pc:docMk/>
            <pc:sldMk cId="511766295" sldId="426"/>
            <ac:cxnSpMk id="35" creationId="{00000000-0000-0000-0000-000000000000}"/>
          </ac:cxnSpMkLst>
        </pc:cxnChg>
        <pc:cxnChg chg="mod">
          <ac:chgData name="" userId="12b2ecd582ba5a00" providerId="LiveId" clId="{A28D5811-6D43-436A-B470-E6DA4D6092E7}" dt="2022-11-22T17:22:34.089" v="161" actId="1036"/>
          <ac:cxnSpMkLst>
            <pc:docMk/>
            <pc:sldMk cId="511766295" sldId="426"/>
            <ac:cxnSpMk id="36" creationId="{00000000-0000-0000-0000-000000000000}"/>
          </ac:cxnSpMkLst>
        </pc:cxnChg>
      </pc:sldChg>
      <pc:sldChg chg="addSp delSp modSp add modTransition">
        <pc:chgData name="" userId="12b2ecd582ba5a00" providerId="LiveId" clId="{A28D5811-6D43-436A-B470-E6DA4D6092E7}" dt="2022-11-22T17:25:41.865" v="287" actId="478"/>
        <pc:sldMkLst>
          <pc:docMk/>
          <pc:sldMk cId="492143164" sldId="427"/>
        </pc:sldMkLst>
        <pc:spChg chg="del mod">
          <ac:chgData name="" userId="12b2ecd582ba5a00" providerId="LiveId" clId="{A28D5811-6D43-436A-B470-E6DA4D6092E7}" dt="2022-11-22T17:18:42.088" v="47" actId="478"/>
          <ac:spMkLst>
            <pc:docMk/>
            <pc:sldMk cId="492143164" sldId="427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43.343" v="48"/>
          <ac:spMkLst>
            <pc:docMk/>
            <pc:sldMk cId="492143164" sldId="427"/>
            <ac:spMk id="4" creationId="{C0E2478D-5FDC-460F-8272-01900F629309}"/>
          </ac:spMkLst>
        </pc:spChg>
        <pc:spChg chg="del">
          <ac:chgData name="" userId="12b2ecd582ba5a00" providerId="LiveId" clId="{A28D5811-6D43-436A-B470-E6DA4D6092E7}" dt="2022-11-22T17:25:41.865" v="287" actId="478"/>
          <ac:spMkLst>
            <pc:docMk/>
            <pc:sldMk cId="492143164" sldId="427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43.699" v="288" actId="478"/>
        <pc:sldMkLst>
          <pc:docMk/>
          <pc:sldMk cId="1386285809" sldId="428"/>
        </pc:sldMkLst>
        <pc:spChg chg="del mod">
          <ac:chgData name="" userId="12b2ecd582ba5a00" providerId="LiveId" clId="{A28D5811-6D43-436A-B470-E6DA4D6092E7}" dt="2022-11-22T17:18:46.490" v="50" actId="478"/>
          <ac:spMkLst>
            <pc:docMk/>
            <pc:sldMk cId="1386285809" sldId="428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47.593" v="51"/>
          <ac:spMkLst>
            <pc:docMk/>
            <pc:sldMk cId="1386285809" sldId="428"/>
            <ac:spMk id="4" creationId="{1EC46588-3CAF-4F34-A074-5127A568EFE2}"/>
          </ac:spMkLst>
        </pc:spChg>
        <pc:spChg chg="del">
          <ac:chgData name="" userId="12b2ecd582ba5a00" providerId="LiveId" clId="{A28D5811-6D43-436A-B470-E6DA4D6092E7}" dt="2022-11-22T17:25:43.699" v="288" actId="478"/>
          <ac:spMkLst>
            <pc:docMk/>
            <pc:sldMk cId="1386285809" sldId="428"/>
            <ac:spMk id="6" creationId="{00000000-0000-0000-0000-000000000000}"/>
          </ac:spMkLst>
        </pc:spChg>
        <pc:grpChg chg="mod">
          <ac:chgData name="" userId="12b2ecd582ba5a00" providerId="LiveId" clId="{A28D5811-6D43-436A-B470-E6DA4D6092E7}" dt="2022-11-22T17:23:42.889" v="241" actId="1036"/>
          <ac:grpSpMkLst>
            <pc:docMk/>
            <pc:sldMk cId="1386285809" sldId="428"/>
            <ac:grpSpMk id="5" creationId="{00000000-0000-0000-0000-000000000000}"/>
          </ac:grpSpMkLst>
        </pc:grpChg>
        <pc:cxnChg chg="mod">
          <ac:chgData name="" userId="12b2ecd582ba5a00" providerId="LiveId" clId="{A28D5811-6D43-436A-B470-E6DA4D6092E7}" dt="2022-11-22T17:23:42.889" v="241" actId="1036"/>
          <ac:cxnSpMkLst>
            <pc:docMk/>
            <pc:sldMk cId="1386285809" sldId="428"/>
            <ac:cxnSpMk id="34" creationId="{00000000-0000-0000-0000-000000000000}"/>
          </ac:cxnSpMkLst>
        </pc:cxnChg>
        <pc:cxnChg chg="mod">
          <ac:chgData name="" userId="12b2ecd582ba5a00" providerId="LiveId" clId="{A28D5811-6D43-436A-B470-E6DA4D6092E7}" dt="2022-11-22T17:23:42.889" v="241" actId="1036"/>
          <ac:cxnSpMkLst>
            <pc:docMk/>
            <pc:sldMk cId="1386285809" sldId="428"/>
            <ac:cxnSpMk id="35" creationId="{00000000-0000-0000-0000-000000000000}"/>
          </ac:cxnSpMkLst>
        </pc:cxnChg>
        <pc:cxnChg chg="mod">
          <ac:chgData name="" userId="12b2ecd582ba5a00" providerId="LiveId" clId="{A28D5811-6D43-436A-B470-E6DA4D6092E7}" dt="2022-11-22T17:23:42.889" v="241" actId="1036"/>
          <ac:cxnSpMkLst>
            <pc:docMk/>
            <pc:sldMk cId="1386285809" sldId="428"/>
            <ac:cxnSpMk id="36" creationId="{00000000-0000-0000-0000-000000000000}"/>
          </ac:cxnSpMkLst>
        </pc:cxnChg>
      </pc:sldChg>
      <pc:sldChg chg="addSp delSp modSp add modTransition">
        <pc:chgData name="" userId="12b2ecd582ba5a00" providerId="LiveId" clId="{A28D5811-6D43-436A-B470-E6DA4D6092E7}" dt="2022-11-22T17:25:44.721" v="289" actId="478"/>
        <pc:sldMkLst>
          <pc:docMk/>
          <pc:sldMk cId="1870549637" sldId="429"/>
        </pc:sldMkLst>
        <pc:spChg chg="del mod">
          <ac:chgData name="" userId="12b2ecd582ba5a00" providerId="LiveId" clId="{A28D5811-6D43-436A-B470-E6DA4D6092E7}" dt="2022-11-22T17:18:51.827" v="53" actId="478"/>
          <ac:spMkLst>
            <pc:docMk/>
            <pc:sldMk cId="1870549637" sldId="429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8:52.833" v="54"/>
          <ac:spMkLst>
            <pc:docMk/>
            <pc:sldMk cId="1870549637" sldId="429"/>
            <ac:spMk id="4" creationId="{6EEAAE57-8681-469B-9198-EBA177247F7D}"/>
          </ac:spMkLst>
        </pc:spChg>
        <pc:spChg chg="del">
          <ac:chgData name="" userId="12b2ecd582ba5a00" providerId="LiveId" clId="{A28D5811-6D43-436A-B470-E6DA4D6092E7}" dt="2022-11-22T17:25:44.721" v="289" actId="478"/>
          <ac:spMkLst>
            <pc:docMk/>
            <pc:sldMk cId="1870549637" sldId="429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45.744" v="290" actId="478"/>
        <pc:sldMkLst>
          <pc:docMk/>
          <pc:sldMk cId="1305446809" sldId="430"/>
        </pc:sldMkLst>
        <pc:spChg chg="del mod">
          <ac:chgData name="" userId="12b2ecd582ba5a00" providerId="LiveId" clId="{A28D5811-6D43-436A-B470-E6DA4D6092E7}" dt="2022-11-22T17:19:04.739" v="56" actId="478"/>
          <ac:spMkLst>
            <pc:docMk/>
            <pc:sldMk cId="1305446809" sldId="430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05.879" v="57"/>
          <ac:spMkLst>
            <pc:docMk/>
            <pc:sldMk cId="1305446809" sldId="430"/>
            <ac:spMk id="5" creationId="{13A7D2E1-6BA0-4886-AF8B-A5871A9F3468}"/>
          </ac:spMkLst>
        </pc:spChg>
        <pc:spChg chg="del">
          <ac:chgData name="" userId="12b2ecd582ba5a00" providerId="LiveId" clId="{A28D5811-6D43-436A-B470-E6DA4D6092E7}" dt="2022-11-22T17:25:45.744" v="290" actId="478"/>
          <ac:spMkLst>
            <pc:docMk/>
            <pc:sldMk cId="1305446809" sldId="430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46.819" v="291" actId="478"/>
        <pc:sldMkLst>
          <pc:docMk/>
          <pc:sldMk cId="367312878" sldId="431"/>
        </pc:sldMkLst>
        <pc:spChg chg="del mod">
          <ac:chgData name="" userId="12b2ecd582ba5a00" providerId="LiveId" clId="{A28D5811-6D43-436A-B470-E6DA4D6092E7}" dt="2022-11-22T17:19:08.900" v="59" actId="478"/>
          <ac:spMkLst>
            <pc:docMk/>
            <pc:sldMk cId="367312878" sldId="431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10.243" v="60"/>
          <ac:spMkLst>
            <pc:docMk/>
            <pc:sldMk cId="367312878" sldId="431"/>
            <ac:spMk id="5" creationId="{BE622340-B9F9-4E9D-B95E-F5B128095E67}"/>
          </ac:spMkLst>
        </pc:spChg>
        <pc:spChg chg="del">
          <ac:chgData name="" userId="12b2ecd582ba5a00" providerId="LiveId" clId="{A28D5811-6D43-436A-B470-E6DA4D6092E7}" dt="2022-11-22T17:25:46.819" v="291" actId="478"/>
          <ac:spMkLst>
            <pc:docMk/>
            <pc:sldMk cId="367312878" sldId="431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47.947" v="292" actId="478"/>
        <pc:sldMkLst>
          <pc:docMk/>
          <pc:sldMk cId="646756414" sldId="432"/>
        </pc:sldMkLst>
        <pc:spChg chg="del mod">
          <ac:chgData name="" userId="12b2ecd582ba5a00" providerId="LiveId" clId="{A28D5811-6D43-436A-B470-E6DA4D6092E7}" dt="2022-11-22T17:19:13.330" v="62" actId="478"/>
          <ac:spMkLst>
            <pc:docMk/>
            <pc:sldMk cId="646756414" sldId="432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14.560" v="63"/>
          <ac:spMkLst>
            <pc:docMk/>
            <pc:sldMk cId="646756414" sldId="432"/>
            <ac:spMk id="5" creationId="{DB3B0448-033B-4B36-B62E-A1175082BC78}"/>
          </ac:spMkLst>
        </pc:spChg>
        <pc:spChg chg="del">
          <ac:chgData name="" userId="12b2ecd582ba5a00" providerId="LiveId" clId="{A28D5811-6D43-436A-B470-E6DA4D6092E7}" dt="2022-11-22T17:25:47.947" v="292" actId="478"/>
          <ac:spMkLst>
            <pc:docMk/>
            <pc:sldMk cId="646756414" sldId="432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49.065" v="293" actId="478"/>
        <pc:sldMkLst>
          <pc:docMk/>
          <pc:sldMk cId="3542669681" sldId="433"/>
        </pc:sldMkLst>
        <pc:spChg chg="del mod">
          <ac:chgData name="" userId="12b2ecd582ba5a00" providerId="LiveId" clId="{A28D5811-6D43-436A-B470-E6DA4D6092E7}" dt="2022-11-22T17:19:18.267" v="65" actId="478"/>
          <ac:spMkLst>
            <pc:docMk/>
            <pc:sldMk cId="3542669681" sldId="433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19.328" v="66"/>
          <ac:spMkLst>
            <pc:docMk/>
            <pc:sldMk cId="3542669681" sldId="433"/>
            <ac:spMk id="5" creationId="{4B410872-7934-4DA5-9356-B4C963509EF7}"/>
          </ac:spMkLst>
        </pc:spChg>
        <pc:spChg chg="del">
          <ac:chgData name="" userId="12b2ecd582ba5a00" providerId="LiveId" clId="{A28D5811-6D43-436A-B470-E6DA4D6092E7}" dt="2022-11-22T17:25:49.065" v="293" actId="478"/>
          <ac:spMkLst>
            <pc:docMk/>
            <pc:sldMk cId="3542669681" sldId="433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51.272" v="294" actId="478"/>
        <pc:sldMkLst>
          <pc:docMk/>
          <pc:sldMk cId="3466959813" sldId="434"/>
        </pc:sldMkLst>
        <pc:spChg chg="del mod">
          <ac:chgData name="" userId="12b2ecd582ba5a00" providerId="LiveId" clId="{A28D5811-6D43-436A-B470-E6DA4D6092E7}" dt="2022-11-22T17:19:22.658" v="68" actId="478"/>
          <ac:spMkLst>
            <pc:docMk/>
            <pc:sldMk cId="3466959813" sldId="434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23.841" v="69"/>
          <ac:spMkLst>
            <pc:docMk/>
            <pc:sldMk cId="3466959813" sldId="434"/>
            <ac:spMk id="5" creationId="{ECBD8601-A344-4161-A348-4EBDF0DBF61B}"/>
          </ac:spMkLst>
        </pc:spChg>
        <pc:spChg chg="del">
          <ac:chgData name="" userId="12b2ecd582ba5a00" providerId="LiveId" clId="{A28D5811-6D43-436A-B470-E6DA4D6092E7}" dt="2022-11-22T17:25:51.272" v="294" actId="478"/>
          <ac:spMkLst>
            <pc:docMk/>
            <pc:sldMk cId="3466959813" sldId="434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52.185" v="295" actId="478"/>
        <pc:sldMkLst>
          <pc:docMk/>
          <pc:sldMk cId="3166517314" sldId="436"/>
        </pc:sldMkLst>
        <pc:spChg chg="del mod">
          <ac:chgData name="" userId="12b2ecd582ba5a00" providerId="LiveId" clId="{A28D5811-6D43-436A-B470-E6DA4D6092E7}" dt="2022-11-22T17:19:26.840" v="71" actId="478"/>
          <ac:spMkLst>
            <pc:docMk/>
            <pc:sldMk cId="3166517314" sldId="436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28.120" v="72"/>
          <ac:spMkLst>
            <pc:docMk/>
            <pc:sldMk cId="3166517314" sldId="436"/>
            <ac:spMk id="4" creationId="{10926911-1ED1-4471-91A9-9B2D036C800B}"/>
          </ac:spMkLst>
        </pc:spChg>
        <pc:spChg chg="del">
          <ac:chgData name="" userId="12b2ecd582ba5a00" providerId="LiveId" clId="{A28D5811-6D43-436A-B470-E6DA4D6092E7}" dt="2022-11-22T17:25:52.185" v="295" actId="478"/>
          <ac:spMkLst>
            <pc:docMk/>
            <pc:sldMk cId="3166517314" sldId="436"/>
            <ac:spMk id="11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53.289" v="296" actId="478"/>
        <pc:sldMkLst>
          <pc:docMk/>
          <pc:sldMk cId="4069860418" sldId="437"/>
        </pc:sldMkLst>
        <pc:spChg chg="del mod">
          <ac:chgData name="" userId="12b2ecd582ba5a00" providerId="LiveId" clId="{A28D5811-6D43-436A-B470-E6DA4D6092E7}" dt="2022-11-22T17:19:31.067" v="74" actId="478"/>
          <ac:spMkLst>
            <pc:docMk/>
            <pc:sldMk cId="4069860418" sldId="437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32.545" v="75"/>
          <ac:spMkLst>
            <pc:docMk/>
            <pc:sldMk cId="4069860418" sldId="437"/>
            <ac:spMk id="12" creationId="{6D4F5982-96B7-41EC-877A-F62EA9E7FB78}"/>
          </ac:spMkLst>
        </pc:spChg>
        <pc:spChg chg="del">
          <ac:chgData name="" userId="12b2ecd582ba5a00" providerId="LiveId" clId="{A28D5811-6D43-436A-B470-E6DA4D6092E7}" dt="2022-11-22T17:25:53.289" v="296" actId="478"/>
          <ac:spMkLst>
            <pc:docMk/>
            <pc:sldMk cId="4069860418" sldId="437"/>
            <ac:spMk id="44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55.338" v="298" actId="478"/>
        <pc:sldMkLst>
          <pc:docMk/>
          <pc:sldMk cId="297286003" sldId="438"/>
        </pc:sldMkLst>
        <pc:spChg chg="add mod">
          <ac:chgData name="" userId="12b2ecd582ba5a00" providerId="LiveId" clId="{A28D5811-6D43-436A-B470-E6DA4D6092E7}" dt="2022-11-22T17:19:40.446" v="81"/>
          <ac:spMkLst>
            <pc:docMk/>
            <pc:sldMk cId="297286003" sldId="438"/>
            <ac:spMk id="2" creationId="{42792A23-D015-47C7-9295-19300DB0C92A}"/>
          </ac:spMkLst>
        </pc:spChg>
        <pc:spChg chg="del">
          <ac:chgData name="" userId="12b2ecd582ba5a00" providerId="LiveId" clId="{A28D5811-6D43-436A-B470-E6DA4D6092E7}" dt="2022-11-22T17:25:55.338" v="298" actId="478"/>
          <ac:spMkLst>
            <pc:docMk/>
            <pc:sldMk cId="297286003" sldId="438"/>
            <ac:spMk id="4" creationId="{00000000-0000-0000-0000-000000000000}"/>
          </ac:spMkLst>
        </pc:spChg>
        <pc:spChg chg="del mod">
          <ac:chgData name="" userId="12b2ecd582ba5a00" providerId="LiveId" clId="{A28D5811-6D43-436A-B470-E6DA4D6092E7}" dt="2022-11-22T17:19:39.177" v="80" actId="478"/>
          <ac:spMkLst>
            <pc:docMk/>
            <pc:sldMk cId="297286003" sldId="438"/>
            <ac:spMk id="35842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57.081" v="299" actId="478"/>
        <pc:sldMkLst>
          <pc:docMk/>
          <pc:sldMk cId="537154025" sldId="439"/>
        </pc:sldMkLst>
        <pc:spChg chg="add mod">
          <ac:chgData name="" userId="12b2ecd582ba5a00" providerId="LiveId" clId="{A28D5811-6D43-436A-B470-E6DA4D6092E7}" dt="2022-11-22T17:19:50.267" v="84"/>
          <ac:spMkLst>
            <pc:docMk/>
            <pc:sldMk cId="537154025" sldId="439"/>
            <ac:spMk id="3" creationId="{BCA6EB9D-D973-43E6-8784-35E5A006D288}"/>
          </ac:spMkLst>
        </pc:spChg>
        <pc:spChg chg="del">
          <ac:chgData name="" userId="12b2ecd582ba5a00" providerId="LiveId" clId="{A28D5811-6D43-436A-B470-E6DA4D6092E7}" dt="2022-11-22T17:25:57.081" v="299" actId="478"/>
          <ac:spMkLst>
            <pc:docMk/>
            <pc:sldMk cId="537154025" sldId="439"/>
            <ac:spMk id="6" creationId="{00000000-0000-0000-0000-000000000000}"/>
          </ac:spMkLst>
        </pc:spChg>
        <pc:spChg chg="del mod">
          <ac:chgData name="" userId="12b2ecd582ba5a00" providerId="LiveId" clId="{A28D5811-6D43-436A-B470-E6DA4D6092E7}" dt="2022-11-22T17:19:47.994" v="83" actId="478"/>
          <ac:spMkLst>
            <pc:docMk/>
            <pc:sldMk cId="537154025" sldId="439"/>
            <ac:spMk id="48131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5:59.817" v="300" actId="478"/>
        <pc:sldMkLst>
          <pc:docMk/>
          <pc:sldMk cId="3755928957" sldId="440"/>
        </pc:sldMkLst>
        <pc:spChg chg="add mod">
          <ac:chgData name="" userId="12b2ecd582ba5a00" providerId="LiveId" clId="{A28D5811-6D43-436A-B470-E6DA4D6092E7}" dt="2022-11-22T17:19:55.578" v="87"/>
          <ac:spMkLst>
            <pc:docMk/>
            <pc:sldMk cId="3755928957" sldId="440"/>
            <ac:spMk id="3" creationId="{A53EB932-F9D0-4359-9A80-6959DEC8470B}"/>
          </ac:spMkLst>
        </pc:spChg>
        <pc:spChg chg="del">
          <ac:chgData name="" userId="12b2ecd582ba5a00" providerId="LiveId" clId="{A28D5811-6D43-436A-B470-E6DA4D6092E7}" dt="2022-11-22T17:25:59.817" v="300" actId="478"/>
          <ac:spMkLst>
            <pc:docMk/>
            <pc:sldMk cId="3755928957" sldId="440"/>
            <ac:spMk id="6" creationId="{00000000-0000-0000-0000-000000000000}"/>
          </ac:spMkLst>
        </pc:spChg>
        <pc:spChg chg="del mod">
          <ac:chgData name="" userId="12b2ecd582ba5a00" providerId="LiveId" clId="{A28D5811-6D43-436A-B470-E6DA4D6092E7}" dt="2022-11-22T17:19:53.984" v="86" actId="478"/>
          <ac:spMkLst>
            <pc:docMk/>
            <pc:sldMk cId="3755928957" sldId="440"/>
            <ac:spMk id="49155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6:00.777" v="301" actId="478"/>
        <pc:sldMkLst>
          <pc:docMk/>
          <pc:sldMk cId="4012967229" sldId="441"/>
        </pc:sldMkLst>
        <pc:spChg chg="del mod">
          <ac:chgData name="" userId="12b2ecd582ba5a00" providerId="LiveId" clId="{A28D5811-6D43-436A-B470-E6DA4D6092E7}" dt="2022-11-22T17:19:59.114" v="89" actId="478"/>
          <ac:spMkLst>
            <pc:docMk/>
            <pc:sldMk cId="4012967229" sldId="441"/>
            <ac:spMk id="2" creationId="{00000000-0000-0000-0000-000000000000}"/>
          </ac:spMkLst>
        </pc:spChg>
        <pc:spChg chg="add del mod">
          <ac:chgData name="" userId="12b2ecd582ba5a00" providerId="LiveId" clId="{A28D5811-6D43-436A-B470-E6DA4D6092E7}" dt="2022-11-22T17:25:03.362" v="280" actId="478"/>
          <ac:spMkLst>
            <pc:docMk/>
            <pc:sldMk cId="4012967229" sldId="441"/>
            <ac:spMk id="3" creationId="{068BF244-B5E1-46E0-A164-F347227684C8}"/>
          </ac:spMkLst>
        </pc:spChg>
        <pc:spChg chg="add mod">
          <ac:chgData name="" userId="12b2ecd582ba5a00" providerId="LiveId" clId="{A28D5811-6D43-436A-B470-E6DA4D6092E7}" dt="2022-11-22T17:20:00.306" v="90"/>
          <ac:spMkLst>
            <pc:docMk/>
            <pc:sldMk cId="4012967229" sldId="441"/>
            <ac:spMk id="4" creationId="{1A6B2683-4E39-40C7-AE27-C6A6D6672FC3}"/>
          </ac:spMkLst>
        </pc:spChg>
        <pc:spChg chg="del">
          <ac:chgData name="" userId="12b2ecd582ba5a00" providerId="LiveId" clId="{A28D5811-6D43-436A-B470-E6DA4D6092E7}" dt="2022-11-22T17:26:00.777" v="301" actId="478"/>
          <ac:spMkLst>
            <pc:docMk/>
            <pc:sldMk cId="4012967229" sldId="441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6:03.464" v="302" actId="478"/>
        <pc:sldMkLst>
          <pc:docMk/>
          <pc:sldMk cId="599840091" sldId="442"/>
        </pc:sldMkLst>
        <pc:spChg chg="del mod">
          <ac:chgData name="" userId="12b2ecd582ba5a00" providerId="LiveId" clId="{A28D5811-6D43-436A-B470-E6DA4D6092E7}" dt="2022-11-22T17:20:03.121" v="92" actId="478"/>
          <ac:spMkLst>
            <pc:docMk/>
            <pc:sldMk cId="599840091" sldId="442"/>
            <ac:spMk id="2" creationId="{00000000-0000-0000-0000-000000000000}"/>
          </ac:spMkLst>
        </pc:spChg>
        <pc:spChg chg="mod">
          <ac:chgData name="" userId="12b2ecd582ba5a00" providerId="LiveId" clId="{A28D5811-6D43-436A-B470-E6DA4D6092E7}" dt="2022-11-22T17:24:31.489" v="264" actId="1035"/>
          <ac:spMkLst>
            <pc:docMk/>
            <pc:sldMk cId="599840091" sldId="442"/>
            <ac:spMk id="3" creationId="{00000000-0000-0000-0000-000000000000}"/>
          </ac:spMkLst>
        </pc:spChg>
        <pc:spChg chg="add del mod">
          <ac:chgData name="" userId="12b2ecd582ba5a00" providerId="LiveId" clId="{A28D5811-6D43-436A-B470-E6DA4D6092E7}" dt="2022-11-22T17:25:00.217" v="279" actId="478"/>
          <ac:spMkLst>
            <pc:docMk/>
            <pc:sldMk cId="599840091" sldId="442"/>
            <ac:spMk id="4" creationId="{0D999869-AED8-4B8D-B261-E9BDC57D2665}"/>
          </ac:spMkLst>
        </pc:spChg>
        <pc:spChg chg="del">
          <ac:chgData name="" userId="12b2ecd582ba5a00" providerId="LiveId" clId="{A28D5811-6D43-436A-B470-E6DA4D6092E7}" dt="2022-11-22T17:26:03.464" v="302" actId="478"/>
          <ac:spMkLst>
            <pc:docMk/>
            <pc:sldMk cId="599840091" sldId="442"/>
            <ac:spMk id="6" creationId="{00000000-0000-0000-0000-000000000000}"/>
          </ac:spMkLst>
        </pc:spChg>
        <pc:spChg chg="add mod">
          <ac:chgData name="" userId="12b2ecd582ba5a00" providerId="LiveId" clId="{A28D5811-6D43-436A-B470-E6DA4D6092E7}" dt="2022-11-22T17:20:04.543" v="93"/>
          <ac:spMkLst>
            <pc:docMk/>
            <pc:sldMk cId="599840091" sldId="442"/>
            <ac:spMk id="7" creationId="{A65D6B7C-D248-4A36-AA7F-CECDFC6EE58D}"/>
          </ac:spMkLst>
        </pc:spChg>
        <pc:spChg chg="mod">
          <ac:chgData name="" userId="12b2ecd582ba5a00" providerId="LiveId" clId="{A28D5811-6D43-436A-B470-E6DA4D6092E7}" dt="2022-11-22T17:24:31.489" v="264" actId="1035"/>
          <ac:spMkLst>
            <pc:docMk/>
            <pc:sldMk cId="599840091" sldId="442"/>
            <ac:spMk id="8" creationId="{00000000-0000-0000-0000-000000000000}"/>
          </ac:spMkLst>
        </pc:spChg>
        <pc:cxnChg chg="mod">
          <ac:chgData name="" userId="12b2ecd582ba5a00" providerId="LiveId" clId="{A28D5811-6D43-436A-B470-E6DA4D6092E7}" dt="2022-11-22T17:24:31.489" v="264" actId="1035"/>
          <ac:cxnSpMkLst>
            <pc:docMk/>
            <pc:sldMk cId="599840091" sldId="442"/>
            <ac:cxnSpMk id="5" creationId="{00000000-0000-0000-0000-000000000000}"/>
          </ac:cxnSpMkLst>
        </pc:cxnChg>
      </pc:sldChg>
      <pc:sldChg chg="addSp delSp modSp add modTransition">
        <pc:chgData name="" userId="12b2ecd582ba5a00" providerId="LiveId" clId="{A28D5811-6D43-436A-B470-E6DA4D6092E7}" dt="2022-11-22T17:26:04.530" v="303" actId="478"/>
        <pc:sldMkLst>
          <pc:docMk/>
          <pc:sldMk cId="1417172830" sldId="443"/>
        </pc:sldMkLst>
        <pc:spChg chg="del">
          <ac:chgData name="" userId="12b2ecd582ba5a00" providerId="LiveId" clId="{A28D5811-6D43-436A-B470-E6DA4D6092E7}" dt="2022-11-22T17:26:04.530" v="303" actId="478"/>
          <ac:spMkLst>
            <pc:docMk/>
            <pc:sldMk cId="1417172830" sldId="443"/>
            <ac:spMk id="2" creationId="{00000000-0000-0000-0000-000000000000}"/>
          </ac:spMkLst>
        </pc:spChg>
        <pc:spChg chg="del mod">
          <ac:chgData name="" userId="12b2ecd582ba5a00" providerId="LiveId" clId="{A28D5811-6D43-436A-B470-E6DA4D6092E7}" dt="2022-11-22T17:20:07.497" v="95" actId="478"/>
          <ac:spMkLst>
            <pc:docMk/>
            <pc:sldMk cId="1417172830" sldId="443"/>
            <ac:spMk id="3" creationId="{00000000-0000-0000-0000-000000000000}"/>
          </ac:spMkLst>
        </pc:spChg>
        <pc:spChg chg="mod">
          <ac:chgData name="" userId="12b2ecd582ba5a00" providerId="LiveId" clId="{A28D5811-6D43-436A-B470-E6DA4D6092E7}" dt="2022-11-22T17:13:22.116" v="26" actId="27636"/>
          <ac:spMkLst>
            <pc:docMk/>
            <pc:sldMk cId="1417172830" sldId="443"/>
            <ac:spMk id="4" creationId="{00000000-0000-0000-0000-000000000000}"/>
          </ac:spMkLst>
        </pc:spChg>
        <pc:spChg chg="add mod">
          <ac:chgData name="" userId="12b2ecd582ba5a00" providerId="LiveId" clId="{A28D5811-6D43-436A-B470-E6DA4D6092E7}" dt="2022-11-22T17:20:08.595" v="96"/>
          <ac:spMkLst>
            <pc:docMk/>
            <pc:sldMk cId="1417172830" sldId="443"/>
            <ac:spMk id="5" creationId="{D5964930-69CE-4B31-8B14-E7B1A8FB0311}"/>
          </ac:spMkLst>
        </pc:spChg>
      </pc:sldChg>
      <pc:sldChg chg="addSp delSp modSp add modTransition">
        <pc:chgData name="" userId="12b2ecd582ba5a00" providerId="LiveId" clId="{A28D5811-6D43-436A-B470-E6DA4D6092E7}" dt="2022-11-22T17:26:06.680" v="304" actId="478"/>
        <pc:sldMkLst>
          <pc:docMk/>
          <pc:sldMk cId="2757124725" sldId="444"/>
        </pc:sldMkLst>
        <pc:spChg chg="del mod">
          <ac:chgData name="" userId="12b2ecd582ba5a00" providerId="LiveId" clId="{A28D5811-6D43-436A-B470-E6DA4D6092E7}" dt="2022-11-22T17:20:11.368" v="99" actId="478"/>
          <ac:spMkLst>
            <pc:docMk/>
            <pc:sldMk cId="2757124725" sldId="444"/>
            <ac:spMk id="2" creationId="{00000000-0000-0000-0000-000000000000}"/>
          </ac:spMkLst>
        </pc:spChg>
        <pc:spChg chg="add del mod">
          <ac:chgData name="" userId="12b2ecd582ba5a00" providerId="LiveId" clId="{A28D5811-6D43-436A-B470-E6DA4D6092E7}" dt="2022-11-22T17:24:55.609" v="278" actId="478"/>
          <ac:spMkLst>
            <pc:docMk/>
            <pc:sldMk cId="2757124725" sldId="444"/>
            <ac:spMk id="3" creationId="{13A4BEF4-0B82-404F-AAA6-1421EBD4F213}"/>
          </ac:spMkLst>
        </pc:spChg>
        <pc:spChg chg="add mod">
          <ac:chgData name="" userId="12b2ecd582ba5a00" providerId="LiveId" clId="{A28D5811-6D43-436A-B470-E6DA4D6092E7}" dt="2022-11-22T17:20:12.450" v="100"/>
          <ac:spMkLst>
            <pc:docMk/>
            <pc:sldMk cId="2757124725" sldId="444"/>
            <ac:spMk id="4" creationId="{A0FB12A6-712A-48DD-B09D-E20186071100}"/>
          </ac:spMkLst>
        </pc:spChg>
        <pc:spChg chg="del">
          <ac:chgData name="" userId="12b2ecd582ba5a00" providerId="LiveId" clId="{A28D5811-6D43-436A-B470-E6DA4D6092E7}" dt="2022-11-22T17:26:06.680" v="304" actId="478"/>
          <ac:spMkLst>
            <pc:docMk/>
            <pc:sldMk cId="2757124725" sldId="444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6:09.008" v="305" actId="478"/>
        <pc:sldMkLst>
          <pc:docMk/>
          <pc:sldMk cId="701853198" sldId="445"/>
        </pc:sldMkLst>
        <pc:spChg chg="del mod">
          <ac:chgData name="" userId="12b2ecd582ba5a00" providerId="LiveId" clId="{A28D5811-6D43-436A-B470-E6DA4D6092E7}" dt="2022-11-22T17:20:15.290" v="103" actId="478"/>
          <ac:spMkLst>
            <pc:docMk/>
            <pc:sldMk cId="701853198" sldId="445"/>
            <ac:spMk id="2" creationId="{00000000-0000-0000-0000-000000000000}"/>
          </ac:spMkLst>
        </pc:spChg>
        <pc:spChg chg="add del mod">
          <ac:chgData name="" userId="12b2ecd582ba5a00" providerId="LiveId" clId="{A28D5811-6D43-436A-B470-E6DA4D6092E7}" dt="2022-11-22T17:24:52.315" v="277" actId="478"/>
          <ac:spMkLst>
            <pc:docMk/>
            <pc:sldMk cId="701853198" sldId="445"/>
            <ac:spMk id="3" creationId="{BF364723-C8C5-45AA-9FC8-EE63199F3CA4}"/>
          </ac:spMkLst>
        </pc:spChg>
        <pc:spChg chg="add mod">
          <ac:chgData name="" userId="12b2ecd582ba5a00" providerId="LiveId" clId="{A28D5811-6D43-436A-B470-E6DA4D6092E7}" dt="2022-11-22T17:20:16.453" v="104"/>
          <ac:spMkLst>
            <pc:docMk/>
            <pc:sldMk cId="701853198" sldId="445"/>
            <ac:spMk id="4" creationId="{15C68DB6-E6BF-4CCC-9B2D-95A067FB3CF6}"/>
          </ac:spMkLst>
        </pc:spChg>
        <pc:spChg chg="del">
          <ac:chgData name="" userId="12b2ecd582ba5a00" providerId="LiveId" clId="{A28D5811-6D43-436A-B470-E6DA4D6092E7}" dt="2022-11-22T17:26:09.008" v="305" actId="478"/>
          <ac:spMkLst>
            <pc:docMk/>
            <pc:sldMk cId="701853198" sldId="445"/>
            <ac:spMk id="6" creationId="{00000000-0000-0000-0000-000000000000}"/>
          </ac:spMkLst>
        </pc:spChg>
      </pc:sldChg>
      <pc:sldChg chg="addSp delSp modSp add modTransition">
        <pc:chgData name="" userId="12b2ecd582ba5a00" providerId="LiveId" clId="{A28D5811-6D43-436A-B470-E6DA4D6092E7}" dt="2022-11-22T17:26:10.225" v="306" actId="478"/>
        <pc:sldMkLst>
          <pc:docMk/>
          <pc:sldMk cId="1074885028" sldId="446"/>
        </pc:sldMkLst>
        <pc:spChg chg="del mod">
          <ac:chgData name="" userId="12b2ecd582ba5a00" providerId="LiveId" clId="{A28D5811-6D43-436A-B470-E6DA4D6092E7}" dt="2022-11-22T17:20:19.250" v="106" actId="478"/>
          <ac:spMkLst>
            <pc:docMk/>
            <pc:sldMk cId="1074885028" sldId="446"/>
            <ac:spMk id="2" creationId="{00000000-0000-0000-0000-000000000000}"/>
          </ac:spMkLst>
        </pc:spChg>
        <pc:spChg chg="mod">
          <ac:chgData name="" userId="12b2ecd582ba5a00" providerId="LiveId" clId="{A28D5811-6D43-436A-B470-E6DA4D6092E7}" dt="2022-11-22T17:13:22.128" v="27" actId="27636"/>
          <ac:spMkLst>
            <pc:docMk/>
            <pc:sldMk cId="1074885028" sldId="446"/>
            <ac:spMk id="3" creationId="{00000000-0000-0000-0000-000000000000}"/>
          </ac:spMkLst>
        </pc:spChg>
        <pc:spChg chg="add mod">
          <ac:chgData name="" userId="12b2ecd582ba5a00" providerId="LiveId" clId="{A28D5811-6D43-436A-B470-E6DA4D6092E7}" dt="2022-11-22T17:20:20.279" v="107"/>
          <ac:spMkLst>
            <pc:docMk/>
            <pc:sldMk cId="1074885028" sldId="446"/>
            <ac:spMk id="4" creationId="{A5698132-56D9-4AE8-BA9F-038C6DB4A9C4}"/>
          </ac:spMkLst>
        </pc:spChg>
        <pc:spChg chg="del">
          <ac:chgData name="" userId="12b2ecd582ba5a00" providerId="LiveId" clId="{A28D5811-6D43-436A-B470-E6DA4D6092E7}" dt="2022-11-22T17:26:10.225" v="306" actId="478"/>
          <ac:spMkLst>
            <pc:docMk/>
            <pc:sldMk cId="1074885028" sldId="446"/>
            <ac:spMk id="6" creationId="{00000000-0000-0000-0000-000000000000}"/>
          </ac:spMkLst>
        </pc:spChg>
        <pc:spChg chg="mod">
          <ac:chgData name="" userId="12b2ecd582ba5a00" providerId="LiveId" clId="{A28D5811-6D43-436A-B470-E6DA4D6092E7}" dt="2022-11-22T17:24:45.642" v="276" actId="1035"/>
          <ac:spMkLst>
            <pc:docMk/>
            <pc:sldMk cId="1074885028" sldId="446"/>
            <ac:spMk id="15" creationId="{00000000-0000-0000-0000-000000000000}"/>
          </ac:spMkLst>
        </pc:spChg>
        <pc:spChg chg="mod">
          <ac:chgData name="" userId="12b2ecd582ba5a00" providerId="LiveId" clId="{A28D5811-6D43-436A-B470-E6DA4D6092E7}" dt="2022-11-22T17:24:45.642" v="276" actId="1035"/>
          <ac:spMkLst>
            <pc:docMk/>
            <pc:sldMk cId="1074885028" sldId="446"/>
            <ac:spMk id="16" creationId="{00000000-0000-0000-0000-000000000000}"/>
          </ac:spMkLst>
        </pc:spChg>
        <pc:spChg chg="mod">
          <ac:chgData name="" userId="12b2ecd582ba5a00" providerId="LiveId" clId="{A28D5811-6D43-436A-B470-E6DA4D6092E7}" dt="2022-11-22T17:24:45.642" v="276" actId="1035"/>
          <ac:spMkLst>
            <pc:docMk/>
            <pc:sldMk cId="1074885028" sldId="446"/>
            <ac:spMk id="17" creationId="{00000000-0000-0000-0000-000000000000}"/>
          </ac:spMkLst>
        </pc:spChg>
        <pc:spChg chg="mod">
          <ac:chgData name="" userId="12b2ecd582ba5a00" providerId="LiveId" clId="{A28D5811-6D43-436A-B470-E6DA4D6092E7}" dt="2022-11-22T17:24:45.642" v="276" actId="1035"/>
          <ac:spMkLst>
            <pc:docMk/>
            <pc:sldMk cId="1074885028" sldId="446"/>
            <ac:spMk id="18" creationId="{00000000-0000-0000-0000-000000000000}"/>
          </ac:spMkLst>
        </pc:spChg>
        <pc:spChg chg="mod">
          <ac:chgData name="" userId="12b2ecd582ba5a00" providerId="LiveId" clId="{A28D5811-6D43-436A-B470-E6DA4D6092E7}" dt="2022-11-22T17:24:45.642" v="276" actId="1035"/>
          <ac:spMkLst>
            <pc:docMk/>
            <pc:sldMk cId="1074885028" sldId="446"/>
            <ac:spMk id="21" creationId="{00000000-0000-0000-0000-000000000000}"/>
          </ac:spMkLst>
        </pc:spChg>
        <pc:cxnChg chg="mod">
          <ac:chgData name="" userId="12b2ecd582ba5a00" providerId="LiveId" clId="{A28D5811-6D43-436A-B470-E6DA4D6092E7}" dt="2022-11-22T17:24:45.642" v="276" actId="1035"/>
          <ac:cxnSpMkLst>
            <pc:docMk/>
            <pc:sldMk cId="1074885028" sldId="446"/>
            <ac:cxnSpMk id="19" creationId="{00000000-0000-0000-0000-000000000000}"/>
          </ac:cxnSpMkLst>
        </pc:cxnChg>
        <pc:cxnChg chg="mod">
          <ac:chgData name="" userId="12b2ecd582ba5a00" providerId="LiveId" clId="{A28D5811-6D43-436A-B470-E6DA4D6092E7}" dt="2022-11-22T17:24:45.642" v="276" actId="1035"/>
          <ac:cxnSpMkLst>
            <pc:docMk/>
            <pc:sldMk cId="1074885028" sldId="446"/>
            <ac:cxnSpMk id="20" creationId="{00000000-0000-0000-0000-000000000000}"/>
          </ac:cxnSpMkLst>
        </pc:cxnChg>
        <pc:cxnChg chg="mod">
          <ac:chgData name="" userId="12b2ecd582ba5a00" providerId="LiveId" clId="{A28D5811-6D43-436A-B470-E6DA4D6092E7}" dt="2022-11-22T17:24:45.642" v="276" actId="1035"/>
          <ac:cxnSpMkLst>
            <pc:docMk/>
            <pc:sldMk cId="1074885028" sldId="446"/>
            <ac:cxnSpMk id="27" creationId="{00000000-0000-0000-0000-000000000000}"/>
          </ac:cxnSpMkLst>
        </pc:cxnChg>
        <pc:cxnChg chg="mod">
          <ac:chgData name="" userId="12b2ecd582ba5a00" providerId="LiveId" clId="{A28D5811-6D43-436A-B470-E6DA4D6092E7}" dt="2022-11-22T17:24:45.642" v="276" actId="1035"/>
          <ac:cxnSpMkLst>
            <pc:docMk/>
            <pc:sldMk cId="1074885028" sldId="446"/>
            <ac:cxnSpMk id="28" creationId="{00000000-0000-0000-0000-000000000000}"/>
          </ac:cxnSpMkLst>
        </pc:cxnChg>
      </pc:sldChg>
      <pc:sldChg chg="addSp delSp modSp add modTransition">
        <pc:chgData name="" userId="12b2ecd582ba5a00" providerId="LiveId" clId="{A28D5811-6D43-436A-B470-E6DA4D6092E7}" dt="2022-11-22T17:25:54.200" v="297" actId="478"/>
        <pc:sldMkLst>
          <pc:docMk/>
          <pc:sldMk cId="526910534" sldId="447"/>
        </pc:sldMkLst>
        <pc:spChg chg="del mod">
          <ac:chgData name="" userId="12b2ecd582ba5a00" providerId="LiveId" clId="{A28D5811-6D43-436A-B470-E6DA4D6092E7}" dt="2022-11-22T17:19:35.210" v="77" actId="478"/>
          <ac:spMkLst>
            <pc:docMk/>
            <pc:sldMk cId="526910534" sldId="447"/>
            <ac:spMk id="2" creationId="{00000000-0000-0000-0000-000000000000}"/>
          </ac:spMkLst>
        </pc:spChg>
        <pc:spChg chg="add mod">
          <ac:chgData name="" userId="12b2ecd582ba5a00" providerId="LiveId" clId="{A28D5811-6D43-436A-B470-E6DA4D6092E7}" dt="2022-11-22T17:19:36.353" v="78"/>
          <ac:spMkLst>
            <pc:docMk/>
            <pc:sldMk cId="526910534" sldId="447"/>
            <ac:spMk id="4" creationId="{FE9C8489-1EF3-4B74-ABD9-4FB577C5FFF2}"/>
          </ac:spMkLst>
        </pc:spChg>
        <pc:spChg chg="del">
          <ac:chgData name="" userId="12b2ecd582ba5a00" providerId="LiveId" clId="{A28D5811-6D43-436A-B470-E6DA4D6092E7}" dt="2022-11-22T17:25:54.200" v="297" actId="478"/>
          <ac:spMkLst>
            <pc:docMk/>
            <pc:sldMk cId="526910534" sldId="447"/>
            <ac:spMk id="5" creationId="{00000000-0000-0000-0000-000000000000}"/>
          </ac:spMkLst>
        </pc:spChg>
      </pc:sldChg>
      <pc:sldMasterChg chg="delSldLayout">
        <pc:chgData name="" userId="12b2ecd582ba5a00" providerId="LiveId" clId="{A28D5811-6D43-436A-B470-E6DA4D6092E7}" dt="2022-11-22T17:13:22.033" v="25" actId="2696"/>
        <pc:sldMasterMkLst>
          <pc:docMk/>
          <pc:sldMasterMk cId="4236460033" sldId="2147483660"/>
        </pc:sldMasterMkLst>
        <pc:sldLayoutChg chg="del">
          <pc:chgData name="" userId="12b2ecd582ba5a00" providerId="LiveId" clId="{A28D5811-6D43-436A-B470-E6DA4D6092E7}" dt="2022-11-22T17:12:31.066" v="21" actId="2696"/>
          <pc:sldLayoutMkLst>
            <pc:docMk/>
            <pc:sldMasterMk cId="4236460033" sldId="2147483660"/>
            <pc:sldLayoutMk cId="231788705" sldId="2147483668"/>
          </pc:sldLayoutMkLst>
        </pc:sldLayoutChg>
        <pc:sldLayoutChg chg="del">
          <pc:chgData name="" userId="12b2ecd582ba5a00" providerId="LiveId" clId="{A28D5811-6D43-436A-B470-E6DA4D6092E7}" dt="2022-11-22T17:12:43.558" v="23" actId="2696"/>
          <pc:sldLayoutMkLst>
            <pc:docMk/>
            <pc:sldMasterMk cId="4236460033" sldId="2147483660"/>
            <pc:sldLayoutMk cId="3532281204" sldId="2147483670"/>
          </pc:sldLayoutMkLst>
        </pc:sldLayoutChg>
        <pc:sldLayoutChg chg="del">
          <pc:chgData name="" userId="12b2ecd582ba5a00" providerId="LiveId" clId="{A28D5811-6D43-436A-B470-E6DA4D6092E7}" dt="2022-11-22T17:12:41.159" v="22" actId="2696"/>
          <pc:sldLayoutMkLst>
            <pc:docMk/>
            <pc:sldMasterMk cId="4236460033" sldId="2147483660"/>
            <pc:sldLayoutMk cId="1778863181" sldId="2147483672"/>
          </pc:sldLayoutMkLst>
        </pc:sldLayoutChg>
        <pc:sldLayoutChg chg="del">
          <pc:chgData name="" userId="12b2ecd582ba5a00" providerId="LiveId" clId="{A28D5811-6D43-436A-B470-E6DA4D6092E7}" dt="2022-11-22T17:13:22.033" v="25" actId="2696"/>
          <pc:sldLayoutMkLst>
            <pc:docMk/>
            <pc:sldMasterMk cId="4236460033" sldId="2147483660"/>
            <pc:sldLayoutMk cId="3524738884" sldId="214748367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22-11-2022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CA975-873C-42CF-81DF-BF9F6E6B2B5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80EE9-3B5D-4E1D-A688-15251188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3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There</a:t>
            </a:r>
            <a:r>
              <a:rPr lang="es-ES" baseline="0" dirty="0"/>
              <a:t> are </a:t>
            </a:r>
            <a:r>
              <a:rPr lang="es-ES" baseline="0" dirty="0" err="1"/>
              <a:t>two</a:t>
            </a:r>
            <a:r>
              <a:rPr lang="es-ES" baseline="0" dirty="0"/>
              <a:t> </a:t>
            </a:r>
            <a:r>
              <a:rPr lang="es-ES" baseline="0" dirty="0" err="1"/>
              <a:t>alternatives</a:t>
            </a:r>
            <a:r>
              <a:rPr lang="es-ES" baseline="0" dirty="0"/>
              <a:t>:</a:t>
            </a:r>
          </a:p>
          <a:p>
            <a:r>
              <a:rPr lang="es-ES" baseline="0" dirty="0"/>
              <a:t>1- A MPI </a:t>
            </a:r>
            <a:r>
              <a:rPr lang="es-ES" baseline="0" dirty="0" err="1"/>
              <a:t>process</a:t>
            </a:r>
            <a:r>
              <a:rPr lang="es-ES" baseline="0" dirty="0"/>
              <a:t> per </a:t>
            </a:r>
            <a:r>
              <a:rPr lang="es-ES" baseline="0" dirty="0" err="1"/>
              <a:t>computational</a:t>
            </a:r>
            <a:r>
              <a:rPr lang="es-ES" baseline="0" dirty="0"/>
              <a:t> </a:t>
            </a:r>
            <a:r>
              <a:rPr lang="es-ES" baseline="0" dirty="0" err="1"/>
              <a:t>resource</a:t>
            </a:r>
            <a:r>
              <a:rPr lang="es-ES" baseline="0" dirty="0"/>
              <a:t> (</a:t>
            </a:r>
            <a:r>
              <a:rPr lang="es-ES" baseline="0" dirty="0" err="1"/>
              <a:t>e.g</a:t>
            </a:r>
            <a:r>
              <a:rPr lang="es-ES" baseline="0" dirty="0"/>
              <a:t>. </a:t>
            </a:r>
            <a:r>
              <a:rPr lang="es-ES" baseline="0" dirty="0" err="1"/>
              <a:t>core</a:t>
            </a:r>
            <a:r>
              <a:rPr lang="es-ES" baseline="0" dirty="0"/>
              <a:t>)</a:t>
            </a:r>
          </a:p>
          <a:p>
            <a:r>
              <a:rPr lang="es-ES" baseline="0" dirty="0"/>
              <a:t>    · </a:t>
            </a:r>
            <a:r>
              <a:rPr lang="es-ES" baseline="0" dirty="0" err="1"/>
              <a:t>Some</a:t>
            </a:r>
            <a:r>
              <a:rPr lang="es-ES" baseline="0" dirty="0"/>
              <a:t> </a:t>
            </a:r>
            <a:r>
              <a:rPr lang="es-ES" baseline="0" dirty="0" err="1"/>
              <a:t>overhead</a:t>
            </a:r>
            <a:r>
              <a:rPr lang="es-ES" baseline="0" dirty="0"/>
              <a:t> </a:t>
            </a:r>
            <a:r>
              <a:rPr lang="es-ES" baseline="0" dirty="0" err="1"/>
              <a:t>is</a:t>
            </a:r>
            <a:r>
              <a:rPr lang="es-ES" baseline="0" dirty="0"/>
              <a:t> </a:t>
            </a:r>
            <a:r>
              <a:rPr lang="es-ES" baseline="0" dirty="0" err="1"/>
              <a:t>involved</a:t>
            </a:r>
            <a:r>
              <a:rPr lang="es-ES" baseline="0" dirty="0"/>
              <a:t> </a:t>
            </a:r>
            <a:r>
              <a:rPr lang="es-ES" baseline="0" dirty="0" err="1"/>
              <a:t>due</a:t>
            </a:r>
            <a:r>
              <a:rPr lang="es-ES" baseline="0" dirty="0"/>
              <a:t> to MPI </a:t>
            </a:r>
            <a:r>
              <a:rPr lang="es-ES" baseline="0" dirty="0" err="1"/>
              <a:t>calls</a:t>
            </a:r>
            <a:r>
              <a:rPr lang="es-ES" baseline="0" dirty="0"/>
              <a:t> to </a:t>
            </a:r>
            <a:r>
              <a:rPr lang="es-ES" baseline="0" dirty="0" err="1"/>
              <a:t>communicate</a:t>
            </a:r>
            <a:r>
              <a:rPr lang="es-ES" baseline="0" dirty="0"/>
              <a:t> </a:t>
            </a:r>
            <a:r>
              <a:rPr lang="es-ES" baseline="0" dirty="0" err="1"/>
              <a:t>processors</a:t>
            </a:r>
            <a:r>
              <a:rPr lang="es-ES" baseline="0" dirty="0"/>
              <a:t> </a:t>
            </a:r>
            <a:r>
              <a:rPr lang="es-ES" baseline="0" dirty="0" err="1"/>
              <a:t>with</a:t>
            </a:r>
            <a:r>
              <a:rPr lang="es-ES" baseline="0" dirty="0"/>
              <a:t> </a:t>
            </a:r>
            <a:r>
              <a:rPr lang="es-ES" baseline="0" dirty="0" err="1"/>
              <a:t>support</a:t>
            </a:r>
            <a:r>
              <a:rPr lang="es-ES" baseline="0" dirty="0"/>
              <a:t> </a:t>
            </a:r>
            <a:r>
              <a:rPr lang="es-ES" baseline="0" dirty="0" err="1"/>
              <a:t>for</a:t>
            </a:r>
            <a:r>
              <a:rPr lang="es-ES" baseline="0" dirty="0"/>
              <a:t> </a:t>
            </a:r>
            <a:r>
              <a:rPr lang="es-ES" baseline="0" dirty="0" err="1"/>
              <a:t>shared</a:t>
            </a:r>
            <a:r>
              <a:rPr lang="es-ES" baseline="0" dirty="0"/>
              <a:t> </a:t>
            </a:r>
            <a:r>
              <a:rPr lang="es-ES" baseline="0" dirty="0" err="1"/>
              <a:t>memory</a:t>
            </a:r>
            <a:endParaRPr lang="es-ES" baseline="0" dirty="0"/>
          </a:p>
          <a:p>
            <a:r>
              <a:rPr lang="es-ES" baseline="0" dirty="0"/>
              <a:t>    · </a:t>
            </a:r>
            <a:r>
              <a:rPr lang="es-ES" baseline="0" dirty="0" err="1"/>
              <a:t>The</a:t>
            </a:r>
            <a:r>
              <a:rPr lang="es-ES" baseline="0" dirty="0"/>
              <a:t> </a:t>
            </a:r>
            <a:r>
              <a:rPr lang="es-ES" baseline="0" dirty="0" err="1"/>
              <a:t>same</a:t>
            </a:r>
            <a:r>
              <a:rPr lang="es-ES" baseline="0" dirty="0"/>
              <a:t> </a:t>
            </a:r>
            <a:r>
              <a:rPr lang="es-ES" baseline="0" dirty="0" err="1"/>
              <a:t>programming</a:t>
            </a:r>
            <a:r>
              <a:rPr lang="es-ES" baseline="0" dirty="0"/>
              <a:t> </a:t>
            </a:r>
            <a:r>
              <a:rPr lang="es-ES" baseline="0" dirty="0" err="1"/>
              <a:t>model</a:t>
            </a:r>
            <a:r>
              <a:rPr lang="es-ES" baseline="0" dirty="0"/>
              <a:t> </a:t>
            </a:r>
            <a:r>
              <a:rPr lang="es-ES" baseline="0" dirty="0" err="1"/>
              <a:t>is</a:t>
            </a:r>
            <a:r>
              <a:rPr lang="es-ES" baseline="0" dirty="0"/>
              <a:t> </a:t>
            </a:r>
            <a:r>
              <a:rPr lang="es-ES" baseline="0" dirty="0" err="1"/>
              <a:t>used</a:t>
            </a:r>
            <a:r>
              <a:rPr lang="es-ES" baseline="0" dirty="0"/>
              <a:t> </a:t>
            </a:r>
            <a:r>
              <a:rPr lang="es-ES" baseline="0" dirty="0" err="1"/>
              <a:t>for</a:t>
            </a:r>
            <a:r>
              <a:rPr lang="es-ES" baseline="0" dirty="0"/>
              <a:t> </a:t>
            </a:r>
            <a:r>
              <a:rPr lang="es-ES" baseline="0" dirty="0" err="1"/>
              <a:t>all</a:t>
            </a:r>
            <a:r>
              <a:rPr lang="es-ES" baseline="0" dirty="0"/>
              <a:t> </a:t>
            </a:r>
            <a:r>
              <a:rPr lang="es-ES" baseline="0" dirty="0" err="1"/>
              <a:t>resources</a:t>
            </a:r>
            <a:endParaRPr lang="es-ES" baseline="0" dirty="0"/>
          </a:p>
          <a:p>
            <a:r>
              <a:rPr lang="es-ES" baseline="0" dirty="0"/>
              <a:t>2- A MPI </a:t>
            </a:r>
            <a:r>
              <a:rPr lang="es-ES" baseline="0" dirty="0" err="1"/>
              <a:t>process</a:t>
            </a:r>
            <a:r>
              <a:rPr lang="es-ES" baseline="0" dirty="0"/>
              <a:t> per </a:t>
            </a:r>
            <a:r>
              <a:rPr lang="es-ES" baseline="0" dirty="0" err="1"/>
              <a:t>node</a:t>
            </a:r>
            <a:endParaRPr lang="es-ES" baseline="0" dirty="0"/>
          </a:p>
          <a:p>
            <a:r>
              <a:rPr lang="es-ES" baseline="0" dirty="0"/>
              <a:t>    · </a:t>
            </a:r>
            <a:r>
              <a:rPr lang="es-ES" baseline="0" dirty="0" err="1"/>
              <a:t>Other</a:t>
            </a:r>
            <a:r>
              <a:rPr lang="es-ES" baseline="0" dirty="0"/>
              <a:t> </a:t>
            </a:r>
            <a:r>
              <a:rPr lang="es-ES" baseline="0" dirty="0" err="1"/>
              <a:t>abstractions</a:t>
            </a:r>
            <a:r>
              <a:rPr lang="es-ES" baseline="0" dirty="0"/>
              <a:t> are </a:t>
            </a:r>
            <a:r>
              <a:rPr lang="es-ES" baseline="0" dirty="0" err="1"/>
              <a:t>used</a:t>
            </a:r>
            <a:r>
              <a:rPr lang="es-ES" baseline="0" dirty="0"/>
              <a:t> to </a:t>
            </a:r>
            <a:r>
              <a:rPr lang="es-ES" baseline="0" dirty="0" err="1"/>
              <a:t>manage</a:t>
            </a:r>
            <a:r>
              <a:rPr lang="es-ES" baseline="0" dirty="0"/>
              <a:t> </a:t>
            </a:r>
            <a:r>
              <a:rPr lang="es-ES" baseline="0" dirty="0" err="1"/>
              <a:t>all</a:t>
            </a:r>
            <a:r>
              <a:rPr lang="es-ES" baseline="0" dirty="0"/>
              <a:t> </a:t>
            </a:r>
            <a:r>
              <a:rPr lang="es-ES" baseline="0" dirty="0" err="1"/>
              <a:t>the</a:t>
            </a:r>
            <a:r>
              <a:rPr lang="es-ES" baseline="0" dirty="0"/>
              <a:t> </a:t>
            </a:r>
            <a:r>
              <a:rPr lang="es-ES" baseline="0" dirty="0" err="1"/>
              <a:t>computational</a:t>
            </a:r>
            <a:r>
              <a:rPr lang="es-ES" baseline="0" dirty="0"/>
              <a:t> </a:t>
            </a:r>
            <a:r>
              <a:rPr lang="es-ES" baseline="0" dirty="0" err="1"/>
              <a:t>resources</a:t>
            </a:r>
            <a:r>
              <a:rPr lang="es-ES" baseline="0" dirty="0"/>
              <a:t> </a:t>
            </a:r>
            <a:r>
              <a:rPr lang="es-ES" baseline="0" dirty="0" err="1"/>
              <a:t>within</a:t>
            </a:r>
            <a:r>
              <a:rPr lang="es-ES" baseline="0" dirty="0"/>
              <a:t> a </a:t>
            </a:r>
            <a:r>
              <a:rPr lang="es-ES" baseline="0" dirty="0" err="1"/>
              <a:t>node</a:t>
            </a:r>
            <a:endParaRPr lang="es-ES" baseline="0" dirty="0"/>
          </a:p>
          <a:p>
            <a:r>
              <a:rPr lang="es-ES" baseline="0" dirty="0"/>
              <a:t>    · </a:t>
            </a:r>
            <a:r>
              <a:rPr lang="es-ES" baseline="0" dirty="0" err="1"/>
              <a:t>Lower</a:t>
            </a:r>
            <a:r>
              <a:rPr lang="es-ES" baseline="0" dirty="0"/>
              <a:t> </a:t>
            </a:r>
            <a:r>
              <a:rPr lang="es-ES" baseline="0" dirty="0" err="1"/>
              <a:t>overhead</a:t>
            </a:r>
            <a:r>
              <a:rPr lang="es-ES" baseline="0" dirty="0"/>
              <a:t>, more </a:t>
            </a:r>
            <a:r>
              <a:rPr lang="es-ES" baseline="0" dirty="0" err="1"/>
              <a:t>complexity</a:t>
            </a:r>
            <a:endParaRPr lang="es-E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10994D-FFD6-45CE-88B2-7FB17A99E9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2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MPI</a:t>
            </a:r>
            <a:r>
              <a:rPr lang="es-ES" baseline="0" dirty="0"/>
              <a:t> targets CPU </a:t>
            </a:r>
            <a:r>
              <a:rPr lang="es-ES" baseline="0" dirty="0" err="1"/>
              <a:t>codes</a:t>
            </a:r>
            <a:endParaRPr lang="es-ES" baseline="0" dirty="0"/>
          </a:p>
          <a:p>
            <a:endParaRPr lang="es-ES" baseline="0" dirty="0"/>
          </a:p>
          <a:p>
            <a:r>
              <a:rPr lang="es-ES" baseline="0" dirty="0"/>
              <a:t>1- </a:t>
            </a:r>
            <a:r>
              <a:rPr lang="es-ES" baseline="0" dirty="0" err="1"/>
              <a:t>Only</a:t>
            </a:r>
            <a:r>
              <a:rPr lang="es-ES" baseline="0" dirty="0"/>
              <a:t> </a:t>
            </a:r>
            <a:r>
              <a:rPr lang="es-ES" baseline="0" dirty="0" err="1"/>
              <a:t>handle</a:t>
            </a:r>
            <a:r>
              <a:rPr lang="es-ES" baseline="0" dirty="0"/>
              <a:t> </a:t>
            </a:r>
            <a:r>
              <a:rPr lang="es-ES" baseline="0" dirty="0" err="1"/>
              <a:t>the</a:t>
            </a:r>
            <a:r>
              <a:rPr lang="es-ES" baseline="0" dirty="0"/>
              <a:t> host </a:t>
            </a:r>
            <a:r>
              <a:rPr lang="es-ES" baseline="0" dirty="0" err="1"/>
              <a:t>memory</a:t>
            </a:r>
            <a:r>
              <a:rPr lang="es-ES" baseline="0" dirty="0"/>
              <a:t> </a:t>
            </a:r>
            <a:r>
              <a:rPr lang="es-ES" baseline="0" dirty="0" err="1"/>
              <a:t>space</a:t>
            </a:r>
            <a:endParaRPr lang="es-ES" baseline="0" dirty="0"/>
          </a:p>
          <a:p>
            <a:r>
              <a:rPr lang="es-ES" baseline="0" dirty="0"/>
              <a:t>2- </a:t>
            </a:r>
            <a:r>
              <a:rPr lang="es-ES" baseline="0" dirty="0" err="1"/>
              <a:t>Cannot</a:t>
            </a:r>
            <a:r>
              <a:rPr lang="es-ES" baseline="0" dirty="0"/>
              <a:t> </a:t>
            </a:r>
            <a:r>
              <a:rPr lang="es-ES" baseline="0" dirty="0" err="1"/>
              <a:t>communicate</a:t>
            </a:r>
            <a:r>
              <a:rPr lang="es-ES" baseline="0" dirty="0"/>
              <a:t> </a:t>
            </a:r>
            <a:r>
              <a:rPr lang="es-ES" baseline="0" dirty="0" err="1"/>
              <a:t>GPUs</a:t>
            </a:r>
            <a:r>
              <a:rPr lang="es-ES" baseline="0" dirty="0"/>
              <a:t> </a:t>
            </a:r>
            <a:r>
              <a:rPr lang="es-ES" baseline="0" dirty="0" err="1"/>
              <a:t>directly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10994D-FFD6-45CE-88B2-7FB17A99E9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58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Go</a:t>
            </a:r>
            <a:r>
              <a:rPr lang="es-ES" dirty="0"/>
              <a:t> back to </a:t>
            </a:r>
            <a:r>
              <a:rPr lang="es-ES" dirty="0" err="1"/>
              <a:t>the</a:t>
            </a:r>
            <a:r>
              <a:rPr lang="es-ES" baseline="0" dirty="0"/>
              <a:t> RTM </a:t>
            </a:r>
            <a:r>
              <a:rPr lang="es-ES" baseline="0" dirty="0" err="1"/>
              <a:t>example</a:t>
            </a:r>
            <a:r>
              <a:rPr lang="es-ES" baseline="0" dirty="0"/>
              <a:t> </a:t>
            </a:r>
            <a:r>
              <a:rPr lang="es-ES" baseline="0" dirty="0" err="1"/>
              <a:t>what</a:t>
            </a:r>
            <a:r>
              <a:rPr lang="es-ES" baseline="0" dirty="0"/>
              <a:t> </a:t>
            </a:r>
            <a:r>
              <a:rPr lang="es-ES" baseline="0" dirty="0" err="1"/>
              <a:t>the</a:t>
            </a:r>
            <a:r>
              <a:rPr lang="es-ES" baseline="0" dirty="0"/>
              <a:t> data server </a:t>
            </a:r>
            <a:r>
              <a:rPr lang="es-ES" baseline="0" dirty="0" err="1"/>
              <a:t>process</a:t>
            </a:r>
            <a:r>
              <a:rPr lang="es-ES" baseline="0" dirty="0"/>
              <a:t> </a:t>
            </a:r>
            <a:r>
              <a:rPr lang="es-ES" baseline="0" dirty="0" err="1"/>
              <a:t>is</a:t>
            </a:r>
            <a:r>
              <a:rPr lang="es-ES" baseline="0" dirty="0"/>
              <a:t> </a:t>
            </a:r>
            <a:r>
              <a:rPr lang="es-ES" baseline="0" dirty="0" err="1"/>
              <a:t>going</a:t>
            </a:r>
            <a:r>
              <a:rPr lang="es-ES" baseline="0" dirty="0"/>
              <a:t> to do </a:t>
            </a:r>
            <a:r>
              <a:rPr lang="es-ES" baseline="0" dirty="0" err="1"/>
              <a:t>is</a:t>
            </a:r>
            <a:r>
              <a:rPr lang="es-ES" baseline="0" dirty="0"/>
              <a:t> </a:t>
            </a:r>
            <a:r>
              <a:rPr lang="es-ES" baseline="0" dirty="0" err="1"/>
              <a:t>distributing</a:t>
            </a:r>
            <a:r>
              <a:rPr lang="es-ES" baseline="0" dirty="0"/>
              <a:t> </a:t>
            </a:r>
            <a:r>
              <a:rPr lang="es-ES" baseline="0" dirty="0" err="1"/>
              <a:t>the</a:t>
            </a:r>
            <a:r>
              <a:rPr lang="es-ES" baseline="0" dirty="0"/>
              <a:t> </a:t>
            </a:r>
            <a:r>
              <a:rPr lang="es-ES" baseline="0" dirty="0" err="1"/>
              <a:t>different</a:t>
            </a:r>
            <a:r>
              <a:rPr lang="es-ES" baseline="0" dirty="0"/>
              <a:t> </a:t>
            </a:r>
            <a:r>
              <a:rPr lang="es-ES" baseline="0" dirty="0" err="1"/>
              <a:t>parts</a:t>
            </a:r>
            <a:r>
              <a:rPr lang="es-ES" baseline="0" dirty="0"/>
              <a:t> of </a:t>
            </a:r>
            <a:r>
              <a:rPr lang="es-ES" baseline="0" dirty="0" err="1"/>
              <a:t>the</a:t>
            </a:r>
            <a:r>
              <a:rPr lang="es-ES" baseline="0" dirty="0"/>
              <a:t> data (</a:t>
            </a:r>
            <a:r>
              <a:rPr lang="es-ES" baseline="0" dirty="0" err="1"/>
              <a:t>subdomains</a:t>
            </a:r>
            <a:r>
              <a:rPr lang="es-ES" baseline="0" dirty="0"/>
              <a:t>) to </a:t>
            </a:r>
            <a:r>
              <a:rPr lang="es-ES" baseline="0" dirty="0" err="1"/>
              <a:t>each</a:t>
            </a:r>
            <a:r>
              <a:rPr lang="es-ES" baseline="0" dirty="0"/>
              <a:t> </a:t>
            </a:r>
            <a:r>
              <a:rPr lang="es-ES" baseline="0" dirty="0" err="1"/>
              <a:t>worker</a:t>
            </a:r>
            <a:r>
              <a:rPr lang="es-ES" baseline="0" dirty="0"/>
              <a:t> </a:t>
            </a:r>
            <a:r>
              <a:rPr lang="es-ES" baseline="0" dirty="0" err="1"/>
              <a:t>process</a:t>
            </a:r>
            <a:endParaRPr lang="es-ES" baseline="0" dirty="0"/>
          </a:p>
          <a:p>
            <a:endParaRPr lang="es-ES" baseline="0" dirty="0"/>
          </a:p>
          <a:p>
            <a:r>
              <a:rPr lang="es-ES" dirty="0"/>
              <a:t>- Data</a:t>
            </a:r>
            <a:r>
              <a:rPr lang="es-ES" baseline="0" dirty="0"/>
              <a:t> </a:t>
            </a:r>
            <a:r>
              <a:rPr lang="es-ES" baseline="0" dirty="0" err="1"/>
              <a:t>decomposition</a:t>
            </a:r>
            <a:r>
              <a:rPr lang="es-ES" baseline="0" dirty="0"/>
              <a:t> </a:t>
            </a:r>
            <a:r>
              <a:rPr lang="es-ES" baseline="0" dirty="0" err="1"/>
              <a:t>is</a:t>
            </a:r>
            <a:r>
              <a:rPr lang="es-ES" baseline="0" dirty="0"/>
              <a:t> </a:t>
            </a:r>
            <a:r>
              <a:rPr lang="es-ES" baseline="0" dirty="0" err="1"/>
              <a:t>performed</a:t>
            </a:r>
            <a:r>
              <a:rPr lang="es-ES" baseline="0" dirty="0"/>
              <a:t> in </a:t>
            </a:r>
            <a:r>
              <a:rPr lang="es-ES" baseline="0" dirty="0" err="1"/>
              <a:t>the</a:t>
            </a:r>
            <a:r>
              <a:rPr lang="es-ES" baseline="0" dirty="0"/>
              <a:t> Z </a:t>
            </a:r>
            <a:r>
              <a:rPr lang="es-ES" baseline="0" dirty="0" err="1"/>
              <a:t>dimension</a:t>
            </a:r>
            <a:r>
              <a:rPr lang="es-ES" baseline="0" dirty="0"/>
              <a:t> so </a:t>
            </a:r>
            <a:r>
              <a:rPr lang="es-ES" baseline="0" dirty="0" err="1"/>
              <a:t>that</a:t>
            </a:r>
            <a:r>
              <a:rPr lang="es-ES" baseline="0" dirty="0"/>
              <a:t> </a:t>
            </a:r>
            <a:r>
              <a:rPr lang="es-ES" baseline="0" dirty="0" err="1"/>
              <a:t>partitions</a:t>
            </a:r>
            <a:r>
              <a:rPr lang="es-ES" baseline="0" dirty="0"/>
              <a:t> are </a:t>
            </a:r>
            <a:r>
              <a:rPr lang="es-ES" baseline="0" dirty="0" err="1"/>
              <a:t>contiguous</a:t>
            </a:r>
            <a:r>
              <a:rPr lang="es-ES" baseline="0" dirty="0"/>
              <a:t> in </a:t>
            </a:r>
            <a:r>
              <a:rPr lang="es-ES" baseline="0" dirty="0" err="1"/>
              <a:t>memory</a:t>
            </a:r>
            <a:r>
              <a:rPr lang="es-ES" baseline="0" dirty="0"/>
              <a:t>.</a:t>
            </a:r>
          </a:p>
          <a:p>
            <a:endParaRPr lang="es-ES" baseline="0" dirty="0"/>
          </a:p>
          <a:p>
            <a:r>
              <a:rPr lang="es-ES" dirty="0"/>
              <a:t>- </a:t>
            </a:r>
            <a:r>
              <a:rPr lang="es-ES" dirty="0" err="1"/>
              <a:t>Remind</a:t>
            </a:r>
            <a:r>
              <a:rPr lang="es-ES" baseline="0" dirty="0"/>
              <a:t> </a:t>
            </a:r>
            <a:r>
              <a:rPr lang="es-ES" baseline="0" dirty="0" err="1"/>
              <a:t>that</a:t>
            </a:r>
            <a:r>
              <a:rPr lang="es-ES" baseline="0" dirty="0"/>
              <a:t> 3D </a:t>
            </a:r>
            <a:r>
              <a:rPr lang="es-ES" baseline="0" dirty="0" err="1"/>
              <a:t>stencil</a:t>
            </a:r>
            <a:r>
              <a:rPr lang="es-ES" baseline="0" dirty="0"/>
              <a:t> introduces </a:t>
            </a:r>
            <a:r>
              <a:rPr lang="es-ES" baseline="0" dirty="0" err="1"/>
              <a:t>dependencies</a:t>
            </a:r>
            <a:r>
              <a:rPr lang="es-ES" baseline="0" dirty="0"/>
              <a:t>.</a:t>
            </a:r>
          </a:p>
          <a:p>
            <a:r>
              <a:rPr lang="es-ES" dirty="0"/>
              <a:t>   · </a:t>
            </a:r>
            <a:r>
              <a:rPr lang="es-ES" dirty="0" err="1"/>
              <a:t>Points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boundary</a:t>
            </a:r>
            <a:r>
              <a:rPr lang="es-ES" dirty="0"/>
              <a:t> of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domain</a:t>
            </a:r>
            <a:r>
              <a:rPr lang="es-ES" dirty="0"/>
              <a:t> </a:t>
            </a:r>
            <a:r>
              <a:rPr lang="es-ES" dirty="0" err="1"/>
              <a:t>need</a:t>
            </a:r>
            <a:r>
              <a:rPr lang="es-ES" dirty="0"/>
              <a:t> </a:t>
            </a:r>
            <a:r>
              <a:rPr lang="es-ES" dirty="0" err="1"/>
              <a:t>points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reside in</a:t>
            </a:r>
            <a:r>
              <a:rPr lang="es-ES" baseline="0" dirty="0"/>
              <a:t> </a:t>
            </a:r>
            <a:r>
              <a:rPr lang="es-ES" baseline="0" dirty="0" err="1"/>
              <a:t>the</a:t>
            </a:r>
            <a:r>
              <a:rPr lang="es-ES" baseline="0" dirty="0"/>
              <a:t> </a:t>
            </a:r>
            <a:r>
              <a:rPr lang="es-ES" baseline="0" dirty="0" err="1"/>
              <a:t>neighboring</a:t>
            </a:r>
            <a:r>
              <a:rPr lang="es-ES" baseline="0" dirty="0"/>
              <a:t> </a:t>
            </a:r>
            <a:r>
              <a:rPr lang="es-ES" baseline="0" dirty="0" err="1"/>
              <a:t>domain</a:t>
            </a:r>
            <a:endParaRPr lang="es-ES" dirty="0"/>
          </a:p>
          <a:p>
            <a:r>
              <a:rPr lang="es-ES" dirty="0"/>
              <a:t>   · </a:t>
            </a:r>
            <a:r>
              <a:rPr lang="es-ES" dirty="0" err="1"/>
              <a:t>After</a:t>
            </a:r>
            <a:r>
              <a:rPr lang="es-ES" dirty="0"/>
              <a:t>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simulation</a:t>
            </a:r>
            <a:r>
              <a:rPr lang="es-ES" baseline="0" dirty="0"/>
              <a:t> </a:t>
            </a:r>
            <a:r>
              <a:rPr lang="es-ES" baseline="0" dirty="0" err="1"/>
              <a:t>step</a:t>
            </a:r>
            <a:r>
              <a:rPr lang="es-ES" baseline="0" dirty="0"/>
              <a:t>, </a:t>
            </a:r>
            <a:r>
              <a:rPr lang="es-ES" baseline="0" dirty="0" err="1"/>
              <a:t>boundaries</a:t>
            </a:r>
            <a:r>
              <a:rPr lang="es-ES" baseline="0" dirty="0"/>
              <a:t> </a:t>
            </a:r>
            <a:r>
              <a:rPr lang="es-ES" baseline="0" dirty="0" err="1"/>
              <a:t>need</a:t>
            </a:r>
            <a:r>
              <a:rPr lang="es-ES" baseline="0" dirty="0"/>
              <a:t> to be </a:t>
            </a:r>
            <a:r>
              <a:rPr lang="es-ES" baseline="0" dirty="0" err="1"/>
              <a:t>exchanged</a:t>
            </a:r>
            <a:r>
              <a:rPr lang="es-ES" baseline="0" dirty="0"/>
              <a:t> </a:t>
            </a:r>
            <a:r>
              <a:rPr lang="es-ES" baseline="0" dirty="0" err="1"/>
              <a:t>between</a:t>
            </a:r>
            <a:r>
              <a:rPr lang="es-ES" baseline="0" dirty="0"/>
              <a:t> </a:t>
            </a:r>
            <a:r>
              <a:rPr lang="es-ES" baseline="0" dirty="0" err="1"/>
              <a:t>domains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</p:spPr>
        <p:txBody>
          <a:bodyPr lIns="91429" tIns="45715" rIns="91429" bIns="45715"/>
          <a:lstStyle/>
          <a:p>
            <a:pPr>
              <a:defRPr/>
            </a:pPr>
            <a:fld id="{400784B2-2719-4046-BE64-ACEC00A6621E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76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step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exactly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same</a:t>
            </a:r>
            <a:r>
              <a:rPr lang="es-ES" dirty="0"/>
              <a:t> as in </a:t>
            </a:r>
            <a:r>
              <a:rPr lang="es-ES" dirty="0" err="1"/>
              <a:t>intra-node</a:t>
            </a:r>
            <a:r>
              <a:rPr lang="es-ES" baseline="0" dirty="0"/>
              <a:t>. </a:t>
            </a:r>
            <a:r>
              <a:rPr lang="es-ES" baseline="0" dirty="0" err="1"/>
              <a:t>Each</a:t>
            </a:r>
            <a:r>
              <a:rPr lang="es-ES" baseline="0" dirty="0"/>
              <a:t> </a:t>
            </a:r>
            <a:r>
              <a:rPr lang="es-ES" baseline="0" dirty="0" err="1"/>
              <a:t>process</a:t>
            </a:r>
            <a:r>
              <a:rPr lang="es-ES" baseline="0" dirty="0"/>
              <a:t> </a:t>
            </a:r>
            <a:r>
              <a:rPr lang="es-ES" baseline="0" dirty="0" err="1"/>
              <a:t>launches</a:t>
            </a:r>
            <a:r>
              <a:rPr lang="es-ES" baseline="0" dirty="0"/>
              <a:t> a </a:t>
            </a:r>
            <a:r>
              <a:rPr lang="es-ES" baseline="0" dirty="0" err="1"/>
              <a:t>kernel</a:t>
            </a:r>
            <a:r>
              <a:rPr lang="es-ES" baseline="0" dirty="0"/>
              <a:t> </a:t>
            </a:r>
            <a:r>
              <a:rPr lang="es-ES" baseline="0" dirty="0" err="1"/>
              <a:t>that</a:t>
            </a:r>
            <a:r>
              <a:rPr lang="es-ES" baseline="0" dirty="0"/>
              <a:t> computes </a:t>
            </a:r>
            <a:r>
              <a:rPr lang="es-ES" baseline="0" dirty="0" err="1"/>
              <a:t>the</a:t>
            </a:r>
            <a:r>
              <a:rPr lang="es-ES" baseline="0" dirty="0"/>
              <a:t> </a:t>
            </a:r>
            <a:r>
              <a:rPr lang="es-ES" baseline="0" dirty="0" err="1"/>
              <a:t>points</a:t>
            </a:r>
            <a:r>
              <a:rPr lang="es-ES" baseline="0" dirty="0"/>
              <a:t> in </a:t>
            </a:r>
            <a:r>
              <a:rPr lang="es-ES" baseline="0" dirty="0" err="1"/>
              <a:t>the</a:t>
            </a:r>
            <a:r>
              <a:rPr lang="es-ES" baseline="0" dirty="0"/>
              <a:t> </a:t>
            </a:r>
            <a:r>
              <a:rPr lang="es-ES" baseline="0" dirty="0" err="1"/>
              <a:t>boundaries</a:t>
            </a:r>
            <a:endParaRPr lang="es-ES" dirty="0"/>
          </a:p>
          <a:p>
            <a:endParaRPr lang="es-ES" dirty="0"/>
          </a:p>
          <a:p>
            <a:r>
              <a:rPr lang="es-ES" dirty="0" err="1"/>
              <a:t>Copy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GPU to CPU </a:t>
            </a:r>
            <a:r>
              <a:rPr lang="es-ES" dirty="0" err="1"/>
              <a:t>memory</a:t>
            </a:r>
            <a:r>
              <a:rPr lang="es-ES" dirty="0"/>
              <a:t> + MPI </a:t>
            </a:r>
            <a:r>
              <a:rPr lang="es-ES" dirty="0" err="1"/>
              <a:t>exchange</a:t>
            </a:r>
            <a:endParaRPr lang="es-ES" dirty="0"/>
          </a:p>
          <a:p>
            <a:r>
              <a:rPr lang="es-ES" dirty="0"/>
              <a:t>-</a:t>
            </a:r>
            <a:r>
              <a:rPr lang="es-ES" baseline="0" dirty="0"/>
              <a:t> </a:t>
            </a:r>
            <a:r>
              <a:rPr lang="es-ES" baseline="0" dirty="0" err="1"/>
              <a:t>Involves</a:t>
            </a:r>
            <a:r>
              <a:rPr lang="es-ES" baseline="0" dirty="0"/>
              <a:t> </a:t>
            </a:r>
            <a:r>
              <a:rPr lang="es-ES" baseline="0" dirty="0" err="1"/>
              <a:t>cudaMemcpy</a:t>
            </a:r>
            <a:r>
              <a:rPr lang="es-ES" baseline="0" dirty="0"/>
              <a:t> to host + </a:t>
            </a:r>
            <a:r>
              <a:rPr lang="es-ES" baseline="0" dirty="0" err="1"/>
              <a:t>MPI_sendreceive</a:t>
            </a:r>
            <a:r>
              <a:rPr lang="es-ES" baseline="0" dirty="0"/>
              <a:t> + </a:t>
            </a:r>
            <a:r>
              <a:rPr lang="es-ES" baseline="0" dirty="0" err="1"/>
              <a:t>cudaMemcpy</a:t>
            </a:r>
            <a:r>
              <a:rPr lang="es-ES" baseline="0" dirty="0"/>
              <a:t> to </a:t>
            </a:r>
            <a:r>
              <a:rPr lang="es-ES" baseline="0" dirty="0" err="1"/>
              <a:t>device</a:t>
            </a:r>
            <a:endParaRPr lang="es-ES" baseline="0" dirty="0"/>
          </a:p>
          <a:p>
            <a:r>
              <a:rPr lang="es-ES" dirty="0"/>
              <a:t>- </a:t>
            </a:r>
            <a:r>
              <a:rPr lang="es-ES" dirty="0" err="1"/>
              <a:t>Critical</a:t>
            </a:r>
            <a:r>
              <a:rPr lang="es-ES" dirty="0"/>
              <a:t> to </a:t>
            </a:r>
            <a:r>
              <a:rPr lang="es-ES" dirty="0" err="1"/>
              <a:t>overlap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</a:t>
            </a:r>
            <a:r>
              <a:rPr lang="es-ES" dirty="0" err="1"/>
              <a:t>operations</a:t>
            </a:r>
            <a:r>
              <a:rPr lang="es-ES" dirty="0"/>
              <a:t>,</a:t>
            </a:r>
            <a:r>
              <a:rPr lang="es-ES" baseline="0" dirty="0"/>
              <a:t> </a:t>
            </a:r>
            <a:r>
              <a:rPr lang="es-ES" baseline="0" dirty="0" err="1"/>
              <a:t>because</a:t>
            </a:r>
            <a:r>
              <a:rPr lang="es-ES" baseline="0" dirty="0"/>
              <a:t> </a:t>
            </a:r>
            <a:r>
              <a:rPr lang="es-ES" baseline="0" dirty="0" err="1"/>
              <a:t>costs</a:t>
            </a:r>
            <a:r>
              <a:rPr lang="es-ES" baseline="0" dirty="0"/>
              <a:t> are </a:t>
            </a:r>
            <a:r>
              <a:rPr lang="es-ES" baseline="0" dirty="0" err="1"/>
              <a:t>higher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</p:spPr>
        <p:txBody>
          <a:bodyPr lIns="91429" tIns="45715" rIns="91429" bIns="45715"/>
          <a:lstStyle/>
          <a:p>
            <a:pPr>
              <a:defRPr/>
            </a:pPr>
            <a:fld id="{400784B2-2719-4046-BE64-ACEC00A6621E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879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</p:spPr>
        <p:txBody>
          <a:bodyPr lIns="91429" tIns="45715" rIns="91429" bIns="45715"/>
          <a:lstStyle/>
          <a:p>
            <a:pPr>
              <a:defRPr/>
            </a:pPr>
            <a:fld id="{400784B2-2719-4046-BE64-ACEC00A6621E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12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10994D-FFD6-45CE-88B2-7FB17A99E9A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9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Programming a Heterogeneous Computing Cluster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AA99C-65D6-4A0A-B8E8-6D52F9FB777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Many processes distributed in a cluster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process computes part of the output</a:t>
            </a:r>
          </a:p>
          <a:p>
            <a:r>
              <a:rPr lang="en-US" dirty="0"/>
              <a:t>Processes communicate with each other</a:t>
            </a:r>
          </a:p>
          <a:p>
            <a:r>
              <a:rPr lang="en-US" dirty="0"/>
              <a:t>Processes can synchronize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0" y="1530220"/>
            <a:ext cx="1828800" cy="1524000"/>
            <a:chOff x="1066800" y="2057400"/>
            <a:chExt cx="1828800" cy="1524000"/>
          </a:xfrm>
        </p:grpSpPr>
        <p:sp>
          <p:nvSpPr>
            <p:cNvPr id="7" name="Rounded Rectangle 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0" name="Cloud 9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loud 10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85025" y="1530220"/>
            <a:ext cx="1828800" cy="1524000"/>
            <a:chOff x="1066800" y="2057400"/>
            <a:chExt cx="1828800" cy="1524000"/>
          </a:xfrm>
        </p:grpSpPr>
        <p:sp>
          <p:nvSpPr>
            <p:cNvPr id="17" name="Rounded Rectangle 1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8" name="Cloud 1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loud 1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loud 2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8050" y="1530220"/>
            <a:ext cx="1828800" cy="1524000"/>
            <a:chOff x="1066800" y="2057400"/>
            <a:chExt cx="1828800" cy="1524000"/>
          </a:xfrm>
        </p:grpSpPr>
        <p:sp>
          <p:nvSpPr>
            <p:cNvPr id="23" name="Rounded Rectangle 22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24" name="Cloud 23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loud 24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loud 25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loud 26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31074" y="1530220"/>
            <a:ext cx="1828800" cy="1524000"/>
            <a:chOff x="1066800" y="2057400"/>
            <a:chExt cx="1828800" cy="1524000"/>
          </a:xfrm>
        </p:grpSpPr>
        <p:sp>
          <p:nvSpPr>
            <p:cNvPr id="47" name="Rounded Rectangle 4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48" name="Cloud 4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loud 4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loud 4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Elbow Connector 52"/>
          <p:cNvCxnSpPr>
            <a:stCxn id="7" idx="2"/>
            <a:endCxn id="17" idx="2"/>
          </p:cNvCxnSpPr>
          <p:nvPr/>
        </p:nvCxnSpPr>
        <p:spPr>
          <a:xfrm rot="16200000" flipH="1">
            <a:off x="2637912" y="209270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7" idx="2"/>
            <a:endCxn id="23" idx="2"/>
          </p:cNvCxnSpPr>
          <p:nvPr/>
        </p:nvCxnSpPr>
        <p:spPr>
          <a:xfrm rot="16200000" flipH="1">
            <a:off x="4560937" y="209270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7" idx="2"/>
            <a:endCxn id="23" idx="2"/>
          </p:cNvCxnSpPr>
          <p:nvPr/>
        </p:nvCxnSpPr>
        <p:spPr>
          <a:xfrm rot="5400000">
            <a:off x="6483962" y="2092708"/>
            <a:ext cx="12700" cy="1923024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70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5A3D3-6FCD-4D87-93B2-88014E7F991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Initialization, Info and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v-SE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sv-SE" sz="2400" dirty="0">
                <a:latin typeface="Consolas" pitchFamily="49" charset="0"/>
                <a:cs typeface="Consolas" pitchFamily="49" charset="0"/>
              </a:rPr>
              <a:t> MPI_Init(</a:t>
            </a:r>
            <a:r>
              <a:rPr lang="sv-SE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sv-SE" sz="2400" dirty="0">
                <a:latin typeface="Consolas" pitchFamily="49" charset="0"/>
                <a:cs typeface="Consolas" pitchFamily="49" charset="0"/>
              </a:rPr>
              <a:t> *argc, </a:t>
            </a:r>
            <a:r>
              <a:rPr lang="sv-SE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sv-SE" sz="2400" dirty="0">
                <a:latin typeface="Consolas" pitchFamily="49" charset="0"/>
                <a:cs typeface="Consolas" pitchFamily="49" charset="0"/>
              </a:rPr>
              <a:t> ***argv)</a:t>
            </a:r>
          </a:p>
          <a:p>
            <a:pPr lvl="1"/>
            <a:r>
              <a:rPr lang="sv-SE" sz="2000" dirty="0">
                <a:cs typeface="Consolas" pitchFamily="49" charset="0"/>
              </a:rPr>
              <a:t>Initialize MPI</a:t>
            </a:r>
          </a:p>
          <a:p>
            <a:pPr lvl="1"/>
            <a:r>
              <a:rPr lang="sv-SE" dirty="0">
                <a:cs typeface="Consolas" pitchFamily="49" charset="0"/>
              </a:rPr>
              <a:t>Also MPI_Finalize...</a:t>
            </a:r>
            <a:endParaRPr lang="en-US" sz="2000" dirty="0">
              <a:cs typeface="Consolas" pitchFamily="49" charset="0"/>
            </a:endParaRPr>
          </a:p>
          <a:p>
            <a:endParaRPr lang="en-US" sz="2400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MPI_COMM_WORLD</a:t>
            </a:r>
          </a:p>
          <a:p>
            <a:pPr lvl="1"/>
            <a:r>
              <a:rPr lang="en-US" sz="2000" dirty="0">
                <a:cs typeface="Consolas" pitchFamily="49" charset="0"/>
              </a:rPr>
              <a:t>MPI communicator with all allocated nodes</a:t>
            </a:r>
          </a:p>
          <a:p>
            <a:endParaRPr lang="en-US" sz="24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MPI_Comm_rank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*rank)</a:t>
            </a:r>
          </a:p>
          <a:p>
            <a:pPr lvl="1"/>
            <a:r>
              <a:rPr lang="en-US" sz="2000" dirty="0"/>
              <a:t>Rank of the calling process in group of </a:t>
            </a:r>
            <a:r>
              <a:rPr lang="en-US" sz="2000" i="1" dirty="0" err="1"/>
              <a:t>comm</a:t>
            </a:r>
            <a:endParaRPr lang="en-US" sz="2400" i="1" dirty="0">
              <a:cs typeface="Consolas" pitchFamily="49" charset="0"/>
            </a:endParaRPr>
          </a:p>
          <a:p>
            <a:endParaRPr lang="en-US" sz="24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MPI_Comm_size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*size)</a:t>
            </a:r>
          </a:p>
          <a:p>
            <a:pPr lvl="1"/>
            <a:r>
              <a:rPr lang="en-US" sz="2000" dirty="0"/>
              <a:t>Number of processes in the group of </a:t>
            </a:r>
            <a:r>
              <a:rPr lang="en-US" sz="2000" i="1" dirty="0" err="1"/>
              <a:t>comm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143503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08F40-B2BF-4992-8EB9-5618403414E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Sending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MPI_Send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count,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dest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tag,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Buf</a:t>
            </a:r>
            <a:r>
              <a:rPr lang="en-US" sz="2000" dirty="0">
                <a:cs typeface="Consolas" pitchFamily="49" charset="0"/>
              </a:rPr>
              <a:t>: Initial address of send buffer (choice)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Count</a:t>
            </a:r>
            <a:r>
              <a:rPr lang="en-US" sz="2000" dirty="0">
                <a:cs typeface="Consolas" pitchFamily="49" charset="0"/>
              </a:rPr>
              <a:t>: Number of elements in send buffer (nonnegative 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Datatype</a:t>
            </a:r>
            <a:r>
              <a:rPr lang="en-US" sz="2000" dirty="0">
                <a:cs typeface="Consolas" pitchFamily="49" charset="0"/>
              </a:rPr>
              <a:t>: </a:t>
            </a:r>
            <a:r>
              <a:rPr lang="en-US" sz="2000" dirty="0" err="1">
                <a:cs typeface="Consolas" pitchFamily="49" charset="0"/>
              </a:rPr>
              <a:t>Datatype</a:t>
            </a:r>
            <a:r>
              <a:rPr lang="en-US" sz="2000" dirty="0">
                <a:cs typeface="Consolas" pitchFamily="49" charset="0"/>
              </a:rPr>
              <a:t> of each send buffer element (handle)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Dest</a:t>
            </a:r>
            <a:r>
              <a:rPr lang="en-US" sz="2000" dirty="0">
                <a:cs typeface="Consolas" pitchFamily="49" charset="0"/>
              </a:rPr>
              <a:t>: Rank of destination (integer)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Tag</a:t>
            </a:r>
            <a:r>
              <a:rPr lang="en-US" sz="2000" dirty="0">
                <a:cs typeface="Consolas" pitchFamily="49" charset="0"/>
              </a:rPr>
              <a:t>: Message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Comm</a:t>
            </a:r>
            <a:r>
              <a:rPr lang="en-US" sz="2000" dirty="0">
                <a:cs typeface="Consolas" pitchFamily="49" charset="0"/>
              </a:rPr>
              <a:t>: Communicator (handle)</a:t>
            </a:r>
          </a:p>
          <a:p>
            <a:pPr lvl="1"/>
            <a:endParaRPr lang="en-US" sz="2000" dirty="0"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52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6A8E2-CFD4-4F83-A03B-D427ADBBC4E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Sending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MPI_Send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count,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dest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tag,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Buf</a:t>
            </a:r>
            <a:r>
              <a:rPr lang="en-US" sz="2000" dirty="0">
                <a:cs typeface="Consolas" pitchFamily="49" charset="0"/>
              </a:rPr>
              <a:t>: Initial address of send buffer (choice)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Count</a:t>
            </a:r>
            <a:r>
              <a:rPr lang="en-US" sz="2000" dirty="0">
                <a:cs typeface="Consolas" pitchFamily="49" charset="0"/>
              </a:rPr>
              <a:t>: Number of elements in send buffer (nonnegative 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Datatype</a:t>
            </a:r>
            <a:r>
              <a:rPr lang="en-US" sz="2000" dirty="0">
                <a:cs typeface="Consolas" pitchFamily="49" charset="0"/>
              </a:rPr>
              <a:t>: </a:t>
            </a:r>
            <a:r>
              <a:rPr lang="en-US" sz="2000" dirty="0" err="1">
                <a:cs typeface="Consolas" pitchFamily="49" charset="0"/>
              </a:rPr>
              <a:t>Datatype</a:t>
            </a:r>
            <a:r>
              <a:rPr lang="en-US" sz="2000" dirty="0">
                <a:cs typeface="Consolas" pitchFamily="49" charset="0"/>
              </a:rPr>
              <a:t> of each send buffer element (handle)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Dest</a:t>
            </a:r>
            <a:r>
              <a:rPr lang="en-US" sz="2000" dirty="0">
                <a:cs typeface="Consolas" pitchFamily="49" charset="0"/>
              </a:rPr>
              <a:t>: Rank of destination (integer)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Tag</a:t>
            </a:r>
            <a:r>
              <a:rPr lang="en-US" sz="2000" dirty="0">
                <a:cs typeface="Consolas" pitchFamily="49" charset="0"/>
              </a:rPr>
              <a:t>: Message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Comm</a:t>
            </a:r>
            <a:r>
              <a:rPr lang="en-US" sz="2000" dirty="0">
                <a:cs typeface="Consolas" pitchFamily="49" charset="0"/>
              </a:rPr>
              <a:t>: Communicator (handle)</a:t>
            </a:r>
          </a:p>
          <a:p>
            <a:pPr lvl="1"/>
            <a:endParaRPr lang="en-US" sz="2000" dirty="0">
              <a:cs typeface="Consolas" pitchFamily="49" charset="0"/>
            </a:endParaRPr>
          </a:p>
        </p:txBody>
      </p:sp>
      <p:grpSp>
        <p:nvGrpSpPr>
          <p:cNvPr id="37" name="36 Grupo"/>
          <p:cNvGrpSpPr/>
          <p:nvPr/>
        </p:nvGrpSpPr>
        <p:grpSpPr>
          <a:xfrm>
            <a:off x="1218783" y="4411840"/>
            <a:ext cx="7163217" cy="1524000"/>
            <a:chOff x="762000" y="4489450"/>
            <a:chExt cx="7597874" cy="1530350"/>
          </a:xfrm>
        </p:grpSpPr>
        <p:grpSp>
          <p:nvGrpSpPr>
            <p:cNvPr id="38" name="Group 14"/>
            <p:cNvGrpSpPr/>
            <p:nvPr/>
          </p:nvGrpSpPr>
          <p:grpSpPr>
            <a:xfrm>
              <a:off x="762000" y="4489450"/>
              <a:ext cx="1828800" cy="1524000"/>
              <a:chOff x="1066800" y="2057400"/>
              <a:chExt cx="1828800" cy="1524000"/>
            </a:xfrm>
          </p:grpSpPr>
          <p:sp>
            <p:nvSpPr>
              <p:cNvPr id="61" name="Rounded Rectangle 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62" name="Cloud 9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Cloud 10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Cloud 11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Cloud 12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15"/>
            <p:cNvGrpSpPr/>
            <p:nvPr/>
          </p:nvGrpSpPr>
          <p:grpSpPr>
            <a:xfrm>
              <a:off x="2685025" y="4489450"/>
              <a:ext cx="1828800" cy="1524000"/>
              <a:chOff x="1066800" y="2057400"/>
              <a:chExt cx="1828800" cy="1524000"/>
            </a:xfrm>
          </p:grpSpPr>
          <p:sp>
            <p:nvSpPr>
              <p:cNvPr id="56" name="Rounded Rectangle 1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57" name="Cloud 17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Cloud 18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Cloud 19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Cloud 20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21"/>
            <p:cNvGrpSpPr/>
            <p:nvPr/>
          </p:nvGrpSpPr>
          <p:grpSpPr>
            <a:xfrm>
              <a:off x="4608050" y="4489450"/>
              <a:ext cx="1828800" cy="1524000"/>
              <a:chOff x="1066800" y="2057400"/>
              <a:chExt cx="1828800" cy="1524000"/>
            </a:xfrm>
          </p:grpSpPr>
          <p:sp>
            <p:nvSpPr>
              <p:cNvPr id="51" name="Rounded Rectangle 22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52" name="Cloud 23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Cloud 24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Cloud 25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Cloud 26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5"/>
            <p:cNvGrpSpPr/>
            <p:nvPr/>
          </p:nvGrpSpPr>
          <p:grpSpPr>
            <a:xfrm>
              <a:off x="6531074" y="4489450"/>
              <a:ext cx="1828800" cy="1524000"/>
              <a:chOff x="1066800" y="2057400"/>
              <a:chExt cx="1828800" cy="1524000"/>
            </a:xfrm>
          </p:grpSpPr>
          <p:sp>
            <p:nvSpPr>
              <p:cNvPr id="46" name="Rounded Rectangle 4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47" name="Cloud 47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Cloud 48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Cloud 49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Cloud 50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3" name="Elbow Connector 52"/>
            <p:cNvCxnSpPr>
              <a:stCxn id="61" idx="2"/>
              <a:endCxn id="56" idx="2"/>
            </p:cNvCxnSpPr>
            <p:nvPr/>
          </p:nvCxnSpPr>
          <p:spPr>
            <a:xfrm rot="16200000" flipH="1">
              <a:off x="2637912" y="5051937"/>
              <a:ext cx="12700" cy="1923025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Elbow Connector 53"/>
            <p:cNvCxnSpPr>
              <a:stCxn id="56" idx="2"/>
              <a:endCxn id="51" idx="2"/>
            </p:cNvCxnSpPr>
            <p:nvPr/>
          </p:nvCxnSpPr>
          <p:spPr>
            <a:xfrm rot="16200000" flipH="1">
              <a:off x="4560937" y="5051937"/>
              <a:ext cx="12700" cy="1923025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Elbow Connector 56"/>
            <p:cNvCxnSpPr>
              <a:stCxn id="46" idx="2"/>
              <a:endCxn id="51" idx="2"/>
            </p:cNvCxnSpPr>
            <p:nvPr/>
          </p:nvCxnSpPr>
          <p:spPr>
            <a:xfrm rot="5400000">
              <a:off x="6483962" y="5051938"/>
              <a:ext cx="12700" cy="1923024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6" name="65 Conector curvado"/>
          <p:cNvCxnSpPr>
            <a:stCxn id="65" idx="3"/>
            <a:endCxn id="54" idx="3"/>
          </p:cNvCxnSpPr>
          <p:nvPr/>
        </p:nvCxnSpPr>
        <p:spPr>
          <a:xfrm rot="5400000" flipH="1" flipV="1">
            <a:off x="3834790" y="3640799"/>
            <a:ext cx="12700" cy="2882127"/>
          </a:xfrm>
          <a:prstGeom prst="curvedConnector3">
            <a:avLst>
              <a:gd name="adj1" fmla="val 1948772"/>
            </a:avLst>
          </a:prstGeom>
          <a:ln>
            <a:tailEnd type="triangle" w="lg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7" name="66 Conector curvado"/>
          <p:cNvCxnSpPr>
            <a:stCxn id="47" idx="3"/>
            <a:endCxn id="58" idx="3"/>
          </p:cNvCxnSpPr>
          <p:nvPr/>
        </p:nvCxnSpPr>
        <p:spPr>
          <a:xfrm rot="16200000" flipV="1">
            <a:off x="5636565" y="3142438"/>
            <a:ext cx="8572" cy="2896031"/>
          </a:xfrm>
          <a:prstGeom prst="curvedConnector3">
            <a:avLst>
              <a:gd name="adj1" fmla="val 2987238"/>
            </a:avLst>
          </a:prstGeom>
          <a:ln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8" name="67 Conector curvado"/>
          <p:cNvCxnSpPr>
            <a:stCxn id="48" idx="0"/>
            <a:endCxn id="50" idx="0"/>
          </p:cNvCxnSpPr>
          <p:nvPr/>
        </p:nvCxnSpPr>
        <p:spPr>
          <a:xfrm>
            <a:off x="8105744" y="4732505"/>
            <a:ext cx="13905" cy="495694"/>
          </a:xfrm>
          <a:prstGeom prst="curvedConnector3">
            <a:avLst>
              <a:gd name="adj1" fmla="val 1747458"/>
            </a:avLst>
          </a:prstGeom>
          <a:ln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51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C43FF-2CFC-422E-9D97-35058DA6A1A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Receiving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MPI_Recv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count,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source,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tag,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MPI_Status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*status)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Buf</a:t>
            </a:r>
            <a:r>
              <a:rPr lang="en-US" sz="2000" dirty="0">
                <a:cs typeface="Consolas" pitchFamily="49" charset="0"/>
              </a:rPr>
              <a:t>: Initial address of receive buffer (choice)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Count</a:t>
            </a:r>
            <a:r>
              <a:rPr lang="en-US" sz="2000" dirty="0">
                <a:cs typeface="Consolas" pitchFamily="49" charset="0"/>
              </a:rPr>
              <a:t>: Maximum number of elements in receive buffer (integer)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Datatype</a:t>
            </a:r>
            <a:r>
              <a:rPr lang="en-US" sz="2000" dirty="0">
                <a:cs typeface="Consolas" pitchFamily="49" charset="0"/>
              </a:rPr>
              <a:t>: Datatype of each receive buffer element (handle)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Source</a:t>
            </a:r>
            <a:r>
              <a:rPr lang="en-US" sz="2000" dirty="0">
                <a:cs typeface="Consolas" pitchFamily="49" charset="0"/>
              </a:rPr>
              <a:t>: Rank of source (integer)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Tag</a:t>
            </a:r>
            <a:r>
              <a:rPr lang="en-US" sz="2000" dirty="0">
                <a:cs typeface="Consolas" pitchFamily="49" charset="0"/>
              </a:rPr>
              <a:t>: Message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Comm</a:t>
            </a:r>
            <a:r>
              <a:rPr lang="en-US" sz="2000" dirty="0">
                <a:cs typeface="Consolas" pitchFamily="49" charset="0"/>
              </a:rPr>
              <a:t>: Communicator (handle)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Status</a:t>
            </a:r>
            <a:r>
              <a:rPr lang="en-US" sz="2000" dirty="0">
                <a:cs typeface="Consolas" pitchFamily="49" charset="0"/>
              </a:rPr>
              <a:t>: Status object (Status)</a:t>
            </a:r>
          </a:p>
        </p:txBody>
      </p:sp>
    </p:spTree>
    <p:extLst>
      <p:ext uri="{BB962C8B-B14F-4D97-AF65-F5344CB8AC3E}">
        <p14:creationId xmlns:p14="http://schemas.microsoft.com/office/powerpoint/2010/main" val="49954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38227-9E39-4B8B-B6D4-44CC436399D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Receiving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MPI_Recv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count,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source,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tag,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MPI_Status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*status)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Buf</a:t>
            </a:r>
            <a:r>
              <a:rPr lang="en-US" sz="2000" dirty="0">
                <a:cs typeface="Consolas" pitchFamily="49" charset="0"/>
              </a:rPr>
              <a:t>: Initial address of receive buffer (choice)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Count</a:t>
            </a:r>
            <a:r>
              <a:rPr lang="en-US" sz="2000" dirty="0">
                <a:cs typeface="Consolas" pitchFamily="49" charset="0"/>
              </a:rPr>
              <a:t>: Maximum number of elements in receive buffer (integer)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Datatype</a:t>
            </a:r>
            <a:r>
              <a:rPr lang="en-US" sz="2000" dirty="0">
                <a:cs typeface="Consolas" pitchFamily="49" charset="0"/>
              </a:rPr>
              <a:t>: Datatype of each receive buffer element (handle)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Source</a:t>
            </a:r>
            <a:r>
              <a:rPr lang="en-US" sz="2000" dirty="0">
                <a:cs typeface="Consolas" pitchFamily="49" charset="0"/>
              </a:rPr>
              <a:t>: Rank of source (integer)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Tag</a:t>
            </a:r>
            <a:r>
              <a:rPr lang="en-US" sz="2000" dirty="0">
                <a:cs typeface="Consolas" pitchFamily="49" charset="0"/>
              </a:rPr>
              <a:t>: Message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Comm</a:t>
            </a:r>
            <a:r>
              <a:rPr lang="en-US" sz="2000" dirty="0">
                <a:cs typeface="Consolas" pitchFamily="49" charset="0"/>
              </a:rPr>
              <a:t>: Communicator (handle)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cs typeface="Consolas" pitchFamily="49" charset="0"/>
              </a:rPr>
              <a:t>Status</a:t>
            </a:r>
            <a:r>
              <a:rPr lang="en-US" sz="2000" dirty="0">
                <a:cs typeface="Consolas" pitchFamily="49" charset="0"/>
              </a:rPr>
              <a:t>: Status object (Status)</a:t>
            </a:r>
          </a:p>
        </p:txBody>
      </p:sp>
      <p:grpSp>
        <p:nvGrpSpPr>
          <p:cNvPr id="5" name="4 Grupo"/>
          <p:cNvGrpSpPr/>
          <p:nvPr/>
        </p:nvGrpSpPr>
        <p:grpSpPr>
          <a:xfrm>
            <a:off x="1218783" y="4411840"/>
            <a:ext cx="7163217" cy="1524000"/>
            <a:chOff x="762000" y="4489450"/>
            <a:chExt cx="7597874" cy="1530350"/>
          </a:xfrm>
        </p:grpSpPr>
        <p:grpSp>
          <p:nvGrpSpPr>
            <p:cNvPr id="7" name="Group 14"/>
            <p:cNvGrpSpPr/>
            <p:nvPr/>
          </p:nvGrpSpPr>
          <p:grpSpPr>
            <a:xfrm>
              <a:off x="762000" y="4489450"/>
              <a:ext cx="1828800" cy="1524000"/>
              <a:chOff x="1066800" y="2057400"/>
              <a:chExt cx="1828800" cy="1524000"/>
            </a:xfrm>
          </p:grpSpPr>
          <p:sp>
            <p:nvSpPr>
              <p:cNvPr id="29" name="Rounded Rectangle 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30" name="Cloud 9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Cloud 10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Cloud 11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Cloud 12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15"/>
            <p:cNvGrpSpPr/>
            <p:nvPr/>
          </p:nvGrpSpPr>
          <p:grpSpPr>
            <a:xfrm>
              <a:off x="2685025" y="4489450"/>
              <a:ext cx="1828800" cy="1524000"/>
              <a:chOff x="1066800" y="2057400"/>
              <a:chExt cx="1828800" cy="1524000"/>
            </a:xfrm>
          </p:grpSpPr>
          <p:sp>
            <p:nvSpPr>
              <p:cNvPr id="24" name="Rounded Rectangle 1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25" name="Cloud 17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Cloud 18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Cloud 19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Cloud 20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21"/>
            <p:cNvGrpSpPr/>
            <p:nvPr/>
          </p:nvGrpSpPr>
          <p:grpSpPr>
            <a:xfrm>
              <a:off x="4608050" y="4489450"/>
              <a:ext cx="1828800" cy="1524000"/>
              <a:chOff x="1066800" y="2057400"/>
              <a:chExt cx="1828800" cy="1524000"/>
            </a:xfrm>
          </p:grpSpPr>
          <p:sp>
            <p:nvSpPr>
              <p:cNvPr id="19" name="Rounded Rectangle 22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20" name="Cloud 23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Cloud 24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Cloud 25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Cloud 26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45"/>
            <p:cNvGrpSpPr/>
            <p:nvPr/>
          </p:nvGrpSpPr>
          <p:grpSpPr>
            <a:xfrm>
              <a:off x="6531074" y="4489450"/>
              <a:ext cx="1828800" cy="1524000"/>
              <a:chOff x="1066800" y="2057400"/>
              <a:chExt cx="1828800" cy="1524000"/>
            </a:xfrm>
          </p:grpSpPr>
          <p:sp>
            <p:nvSpPr>
              <p:cNvPr id="14" name="Rounded Rectangle 4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15" name="Cloud 47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Cloud 48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Cloud 49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Cloud 50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Elbow Connector 52"/>
            <p:cNvCxnSpPr>
              <a:stCxn id="29" idx="2"/>
              <a:endCxn id="24" idx="2"/>
            </p:cNvCxnSpPr>
            <p:nvPr/>
          </p:nvCxnSpPr>
          <p:spPr>
            <a:xfrm rot="16200000" flipH="1">
              <a:off x="2637912" y="5051937"/>
              <a:ext cx="12700" cy="1923025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Elbow Connector 53"/>
            <p:cNvCxnSpPr>
              <a:stCxn id="24" idx="2"/>
              <a:endCxn id="19" idx="2"/>
            </p:cNvCxnSpPr>
            <p:nvPr/>
          </p:nvCxnSpPr>
          <p:spPr>
            <a:xfrm rot="16200000" flipH="1">
              <a:off x="4560937" y="5051937"/>
              <a:ext cx="12700" cy="1923025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Elbow Connector 56"/>
            <p:cNvCxnSpPr>
              <a:stCxn id="14" idx="2"/>
              <a:endCxn id="19" idx="2"/>
            </p:cNvCxnSpPr>
            <p:nvPr/>
          </p:nvCxnSpPr>
          <p:spPr>
            <a:xfrm rot="5400000">
              <a:off x="6483962" y="5051938"/>
              <a:ext cx="12700" cy="1923024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" name="33 Conector curvado"/>
          <p:cNvCxnSpPr>
            <a:stCxn id="33" idx="3"/>
            <a:endCxn id="22" idx="3"/>
          </p:cNvCxnSpPr>
          <p:nvPr/>
        </p:nvCxnSpPr>
        <p:spPr>
          <a:xfrm rot="5400000" flipH="1" flipV="1">
            <a:off x="3834790" y="3640799"/>
            <a:ext cx="12700" cy="2882127"/>
          </a:xfrm>
          <a:prstGeom prst="curvedConnector3">
            <a:avLst>
              <a:gd name="adj1" fmla="val 1948772"/>
            </a:avLst>
          </a:prstGeom>
          <a:ln>
            <a:tailEnd type="triangle" w="lg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34 Conector curvado"/>
          <p:cNvCxnSpPr>
            <a:stCxn id="15" idx="3"/>
            <a:endCxn id="26" idx="3"/>
          </p:cNvCxnSpPr>
          <p:nvPr/>
        </p:nvCxnSpPr>
        <p:spPr>
          <a:xfrm rot="16200000" flipV="1">
            <a:off x="5636565" y="3142438"/>
            <a:ext cx="8572" cy="2896031"/>
          </a:xfrm>
          <a:prstGeom prst="curvedConnector3">
            <a:avLst>
              <a:gd name="adj1" fmla="val 2987238"/>
            </a:avLst>
          </a:prstGeom>
          <a:ln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35 Conector curvado"/>
          <p:cNvCxnSpPr>
            <a:stCxn id="16" idx="0"/>
            <a:endCxn id="18" idx="0"/>
          </p:cNvCxnSpPr>
          <p:nvPr/>
        </p:nvCxnSpPr>
        <p:spPr>
          <a:xfrm>
            <a:off x="8105744" y="4732505"/>
            <a:ext cx="13905" cy="495694"/>
          </a:xfrm>
          <a:prstGeom prst="curvedConnector3">
            <a:avLst>
              <a:gd name="adj1" fmla="val 1747458"/>
            </a:avLst>
          </a:prstGeom>
          <a:ln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76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2478D-5FDC-460F-8272-01900F62930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Sending and Receiving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MPI_Sendrecv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sendcount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dest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sendtag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recvcount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source,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recvtag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MPI_Status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*status)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Sendbuf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	Initial address of send buffer (choice)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Sendcount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Number of elements in send buffer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Sendtype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Type of elements in send buffer (handle)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Dest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Rank of destination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Sendtag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Send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Recvcount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Number of elements in receive buffer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Recvtype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Type of elements in receive buffer (handle)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Source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Rank of source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Recvtag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Receive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Communicator (handle)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Recvbuf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Initial address of receive buffer (choice)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Status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Status object. This refers to the receive operation</a:t>
            </a:r>
          </a:p>
        </p:txBody>
      </p:sp>
    </p:spTree>
    <p:extLst>
      <p:ext uri="{BB962C8B-B14F-4D97-AF65-F5344CB8AC3E}">
        <p14:creationId xmlns:p14="http://schemas.microsoft.com/office/powerpoint/2010/main" val="49214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46588-3CAF-4F34-A074-5127A568EFE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Sending and Receiving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MPI_Sendrecv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sendcount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dest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sendtag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recvbuf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recvcount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MPI_Datatype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recvtype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source,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recvtag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MPI_Status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*status)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Sendbuf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	Initial address of send buffer (choice)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Sendcount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Number of elements in send buffer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Sendtype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Type of elements in send buffer (handle)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Dest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Rank of destination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Sendtag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Send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Recvcount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Number of elements in receive buffer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Recvtype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Type of elements in receive buffer (handle)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Source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Rank of source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Recvtag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Receive tag (integer)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Communicator (handle) 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Recvbuf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Initial address of receive buffer (choice) 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Status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: Status object. This refers to the receive operation </a:t>
            </a:r>
          </a:p>
        </p:txBody>
      </p:sp>
      <p:grpSp>
        <p:nvGrpSpPr>
          <p:cNvPr id="5" name="4 Grupo"/>
          <p:cNvGrpSpPr/>
          <p:nvPr/>
        </p:nvGrpSpPr>
        <p:grpSpPr>
          <a:xfrm>
            <a:off x="1218783" y="4411840"/>
            <a:ext cx="7163217" cy="1524000"/>
            <a:chOff x="762000" y="4489450"/>
            <a:chExt cx="7597874" cy="1530350"/>
          </a:xfrm>
        </p:grpSpPr>
        <p:grpSp>
          <p:nvGrpSpPr>
            <p:cNvPr id="7" name="Group 14"/>
            <p:cNvGrpSpPr/>
            <p:nvPr/>
          </p:nvGrpSpPr>
          <p:grpSpPr>
            <a:xfrm>
              <a:off x="762000" y="4489450"/>
              <a:ext cx="1828800" cy="1524000"/>
              <a:chOff x="1066800" y="2057400"/>
              <a:chExt cx="1828800" cy="1524000"/>
            </a:xfrm>
          </p:grpSpPr>
          <p:sp>
            <p:nvSpPr>
              <p:cNvPr id="29" name="Rounded Rectangle 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30" name="Cloud 9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Cloud 10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Cloud 11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Cloud 12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15"/>
            <p:cNvGrpSpPr/>
            <p:nvPr/>
          </p:nvGrpSpPr>
          <p:grpSpPr>
            <a:xfrm>
              <a:off x="2685025" y="4489450"/>
              <a:ext cx="1828800" cy="1524000"/>
              <a:chOff x="1066800" y="2057400"/>
              <a:chExt cx="1828800" cy="1524000"/>
            </a:xfrm>
          </p:grpSpPr>
          <p:sp>
            <p:nvSpPr>
              <p:cNvPr id="24" name="Rounded Rectangle 1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25" name="Cloud 17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Cloud 18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Cloud 19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Cloud 20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21"/>
            <p:cNvGrpSpPr/>
            <p:nvPr/>
          </p:nvGrpSpPr>
          <p:grpSpPr>
            <a:xfrm>
              <a:off x="4608050" y="4489450"/>
              <a:ext cx="1828800" cy="1524000"/>
              <a:chOff x="1066800" y="2057400"/>
              <a:chExt cx="1828800" cy="1524000"/>
            </a:xfrm>
          </p:grpSpPr>
          <p:sp>
            <p:nvSpPr>
              <p:cNvPr id="19" name="Rounded Rectangle 22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20" name="Cloud 23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Cloud 24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Cloud 25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Cloud 26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45"/>
            <p:cNvGrpSpPr/>
            <p:nvPr/>
          </p:nvGrpSpPr>
          <p:grpSpPr>
            <a:xfrm>
              <a:off x="6531074" y="4489450"/>
              <a:ext cx="1828800" cy="1524000"/>
              <a:chOff x="1066800" y="2057400"/>
              <a:chExt cx="1828800" cy="1524000"/>
            </a:xfrm>
          </p:grpSpPr>
          <p:sp>
            <p:nvSpPr>
              <p:cNvPr id="14" name="Rounded Rectangle 46"/>
              <p:cNvSpPr/>
              <p:nvPr/>
            </p:nvSpPr>
            <p:spPr>
              <a:xfrm>
                <a:off x="1066800" y="2057400"/>
                <a:ext cx="1828800" cy="15240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Node</a:t>
                </a:r>
              </a:p>
            </p:txBody>
          </p:sp>
          <p:sp>
            <p:nvSpPr>
              <p:cNvPr id="15" name="Cloud 47"/>
              <p:cNvSpPr/>
              <p:nvPr/>
            </p:nvSpPr>
            <p:spPr>
              <a:xfrm>
                <a:off x="1219200" y="2222089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Cloud 48"/>
              <p:cNvSpPr/>
              <p:nvPr/>
            </p:nvSpPr>
            <p:spPr>
              <a:xfrm>
                <a:off x="1993490" y="2213482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Cloud 49"/>
              <p:cNvSpPr/>
              <p:nvPr/>
            </p:nvSpPr>
            <p:spPr>
              <a:xfrm>
                <a:off x="1219200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Cloud 50"/>
              <p:cNvSpPr/>
              <p:nvPr/>
            </p:nvSpPr>
            <p:spPr>
              <a:xfrm>
                <a:off x="2008238" y="2711241"/>
                <a:ext cx="609600" cy="331839"/>
              </a:xfrm>
              <a:prstGeom prst="cloud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Elbow Connector 52"/>
            <p:cNvCxnSpPr>
              <a:stCxn id="29" idx="2"/>
              <a:endCxn id="24" idx="2"/>
            </p:cNvCxnSpPr>
            <p:nvPr/>
          </p:nvCxnSpPr>
          <p:spPr>
            <a:xfrm rot="16200000" flipH="1">
              <a:off x="2637912" y="5051937"/>
              <a:ext cx="12700" cy="1923025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Elbow Connector 53"/>
            <p:cNvCxnSpPr>
              <a:stCxn id="24" idx="2"/>
              <a:endCxn id="19" idx="2"/>
            </p:cNvCxnSpPr>
            <p:nvPr/>
          </p:nvCxnSpPr>
          <p:spPr>
            <a:xfrm rot="16200000" flipH="1">
              <a:off x="4560937" y="5051937"/>
              <a:ext cx="12700" cy="1923025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Elbow Connector 56"/>
            <p:cNvCxnSpPr>
              <a:stCxn id="14" idx="2"/>
              <a:endCxn id="19" idx="2"/>
            </p:cNvCxnSpPr>
            <p:nvPr/>
          </p:nvCxnSpPr>
          <p:spPr>
            <a:xfrm rot="5400000">
              <a:off x="6483962" y="5051938"/>
              <a:ext cx="12700" cy="1923024"/>
            </a:xfrm>
            <a:prstGeom prst="bentConnector3">
              <a:avLst>
                <a:gd name="adj1" fmla="val 180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" name="33 Conector curvado"/>
          <p:cNvCxnSpPr>
            <a:stCxn id="33" idx="3"/>
            <a:endCxn id="22" idx="3"/>
          </p:cNvCxnSpPr>
          <p:nvPr/>
        </p:nvCxnSpPr>
        <p:spPr>
          <a:xfrm rot="5400000" flipH="1" flipV="1">
            <a:off x="3834790" y="3640799"/>
            <a:ext cx="12700" cy="2882127"/>
          </a:xfrm>
          <a:prstGeom prst="curvedConnector3">
            <a:avLst>
              <a:gd name="adj1" fmla="val 1948772"/>
            </a:avLst>
          </a:prstGeom>
          <a:ln>
            <a:tailEnd type="triangle" w="lg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34 Conector curvado"/>
          <p:cNvCxnSpPr>
            <a:stCxn id="15" idx="3"/>
            <a:endCxn id="26" idx="3"/>
          </p:cNvCxnSpPr>
          <p:nvPr/>
        </p:nvCxnSpPr>
        <p:spPr>
          <a:xfrm rot="16200000" flipV="1">
            <a:off x="5636565" y="3142438"/>
            <a:ext cx="8572" cy="2896031"/>
          </a:xfrm>
          <a:prstGeom prst="curvedConnector3">
            <a:avLst>
              <a:gd name="adj1" fmla="val 2987238"/>
            </a:avLst>
          </a:prstGeom>
          <a:ln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35 Conector curvado"/>
          <p:cNvCxnSpPr>
            <a:stCxn id="16" idx="0"/>
            <a:endCxn id="18" idx="0"/>
          </p:cNvCxnSpPr>
          <p:nvPr/>
        </p:nvCxnSpPr>
        <p:spPr>
          <a:xfrm>
            <a:off x="8105744" y="4732505"/>
            <a:ext cx="13905" cy="495694"/>
          </a:xfrm>
          <a:prstGeom prst="curvedConnector3">
            <a:avLst>
              <a:gd name="adj1" fmla="val 1747458"/>
            </a:avLst>
          </a:prstGeom>
          <a:ln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28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AAE57-8681-469B-9198-EBA177247F7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4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MPI_Barrier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MPI_Comm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comm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/>
            <a:r>
              <a:rPr lang="en-US" sz="2000" dirty="0" err="1">
                <a:solidFill>
                  <a:schemeClr val="accent2"/>
                </a:solidFill>
                <a:cs typeface="Consolas" pitchFamily="49" charset="0"/>
              </a:rPr>
              <a:t>Comm</a:t>
            </a:r>
            <a:r>
              <a:rPr lang="en-US" sz="2000" dirty="0">
                <a:cs typeface="Consolas" pitchFamily="49" charset="0"/>
              </a:rPr>
              <a:t>: Communicator (handle)</a:t>
            </a:r>
          </a:p>
          <a:p>
            <a:endParaRPr lang="en-US" dirty="0"/>
          </a:p>
          <a:p>
            <a:r>
              <a:rPr lang="en-US" sz="2400" dirty="0"/>
              <a:t>Blocks the caller until all group members have called it</a:t>
            </a:r>
          </a:p>
          <a:p>
            <a:endParaRPr lang="en-US" dirty="0"/>
          </a:p>
          <a:p>
            <a:r>
              <a:rPr lang="en-US" sz="2400" dirty="0"/>
              <a:t>The call returns at any process only after all group members have entered the call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54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7D2E1-6BA0-4886-AF8B-A5871A9F346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Barriers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Wait until all other processes in the MPI </a:t>
            </a:r>
            <a:r>
              <a:rPr lang="en-US" sz="2800" i="1" dirty="0" err="1"/>
              <a:t>comm</a:t>
            </a:r>
            <a:r>
              <a:rPr lang="en-US" sz="2800" dirty="0"/>
              <a:t> reach the same barrier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All processes are executing </a:t>
            </a:r>
            <a:r>
              <a:rPr lang="en-US" sz="2000" dirty="0" err="1">
                <a:solidFill>
                  <a:schemeClr val="accent2"/>
                </a:solidFill>
              </a:rPr>
              <a:t>Do_Stuff</a:t>
            </a:r>
            <a:r>
              <a:rPr lang="en-US" sz="2000" dirty="0">
                <a:solidFill>
                  <a:schemeClr val="accent2"/>
                </a:solidFill>
              </a:rPr>
              <a:t>()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0" y="4032250"/>
            <a:ext cx="1828800" cy="1524000"/>
            <a:chOff x="1066800" y="2057400"/>
            <a:chExt cx="1828800" cy="1524000"/>
          </a:xfrm>
        </p:grpSpPr>
        <p:sp>
          <p:nvSpPr>
            <p:cNvPr id="7" name="Rounded Rectangle 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0" name="Cloud 9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loud 10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85025" y="4032250"/>
            <a:ext cx="1828800" cy="1524000"/>
            <a:chOff x="1066800" y="2057400"/>
            <a:chExt cx="1828800" cy="1524000"/>
          </a:xfrm>
        </p:grpSpPr>
        <p:sp>
          <p:nvSpPr>
            <p:cNvPr id="17" name="Rounded Rectangle 1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8" name="Cloud 1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loud 1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loud 2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8050" y="4032250"/>
            <a:ext cx="1828800" cy="1524000"/>
            <a:chOff x="1066800" y="2057400"/>
            <a:chExt cx="1828800" cy="1524000"/>
          </a:xfrm>
        </p:grpSpPr>
        <p:sp>
          <p:nvSpPr>
            <p:cNvPr id="23" name="Rounded Rectangle 22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24" name="Cloud 23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loud 24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loud 25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loud 26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31074" y="4032250"/>
            <a:ext cx="1828800" cy="1524000"/>
            <a:chOff x="1066800" y="2057400"/>
            <a:chExt cx="1828800" cy="1524000"/>
          </a:xfrm>
        </p:grpSpPr>
        <p:sp>
          <p:nvSpPr>
            <p:cNvPr id="47" name="Rounded Rectangle 4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48" name="Cloud 4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loud 4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loud 4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Elbow Connector 52"/>
          <p:cNvCxnSpPr>
            <a:stCxn id="7" idx="2"/>
            <a:endCxn id="17" idx="2"/>
          </p:cNvCxnSpPr>
          <p:nvPr/>
        </p:nvCxnSpPr>
        <p:spPr>
          <a:xfrm rot="16200000" flipH="1">
            <a:off x="2637912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7" idx="2"/>
            <a:endCxn id="23" idx="2"/>
          </p:cNvCxnSpPr>
          <p:nvPr/>
        </p:nvCxnSpPr>
        <p:spPr>
          <a:xfrm rot="16200000" flipH="1">
            <a:off x="4560937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7" idx="2"/>
            <a:endCxn id="23" idx="2"/>
          </p:cNvCxnSpPr>
          <p:nvPr/>
        </p:nvCxnSpPr>
        <p:spPr>
          <a:xfrm rot="5400000">
            <a:off x="6483962" y="4594738"/>
            <a:ext cx="12700" cy="1923024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2 CuadroTexto"/>
          <p:cNvSpPr txBox="1"/>
          <p:nvPr/>
        </p:nvSpPr>
        <p:spPr>
          <a:xfrm>
            <a:off x="5544576" y="1676400"/>
            <a:ext cx="298982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itchFamily="49" charset="0"/>
              </a:rPr>
              <a:t>Example Code</a:t>
            </a:r>
          </a:p>
          <a:p>
            <a:endParaRPr lang="en-US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Do_stuff</a:t>
            </a:r>
            <a:r>
              <a:rPr lang="en-US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MPI_Barrier</a:t>
            </a:r>
            <a:r>
              <a:rPr lang="en-US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Do_more_stuff</a:t>
            </a:r>
            <a:r>
              <a:rPr lang="en-US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s-ES" dirty="0">
              <a:solidFill>
                <a:schemeClr val="accent6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44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22340-B9F9-4E9D-B95E-F5B128095E6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Barriers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Wait until all other processes in the MPI </a:t>
            </a:r>
            <a:r>
              <a:rPr lang="en-US" sz="2800" i="1" dirty="0" err="1"/>
              <a:t>comm</a:t>
            </a:r>
            <a:r>
              <a:rPr lang="en-US" sz="2800" dirty="0"/>
              <a:t> reach the same barrier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All processes are executing </a:t>
            </a:r>
            <a:r>
              <a:rPr lang="en-US" sz="2000" dirty="0" err="1">
                <a:solidFill>
                  <a:schemeClr val="accent2"/>
                </a:solidFill>
              </a:rPr>
              <a:t>Do_Stuff</a:t>
            </a:r>
            <a:r>
              <a:rPr lang="en-US" sz="2000" dirty="0">
                <a:solidFill>
                  <a:schemeClr val="accent2"/>
                </a:solidFill>
              </a:rPr>
              <a:t>() </a:t>
            </a:r>
            <a:endParaRPr lang="en-US" sz="2000" dirty="0"/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Some processes reach the barrier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0" y="4032250"/>
            <a:ext cx="1828800" cy="1524000"/>
            <a:chOff x="1066800" y="2057400"/>
            <a:chExt cx="1828800" cy="1524000"/>
          </a:xfrm>
        </p:grpSpPr>
        <p:sp>
          <p:nvSpPr>
            <p:cNvPr id="7" name="Rounded Rectangle 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0" name="Cloud 9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loud 10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85025" y="4032250"/>
            <a:ext cx="1828800" cy="1524000"/>
            <a:chOff x="1066800" y="2057400"/>
            <a:chExt cx="1828800" cy="1524000"/>
          </a:xfrm>
        </p:grpSpPr>
        <p:sp>
          <p:nvSpPr>
            <p:cNvPr id="17" name="Rounded Rectangle 1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8" name="Cloud 1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loud 1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loud 2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8050" y="4032250"/>
            <a:ext cx="1828800" cy="1524000"/>
            <a:chOff x="1066800" y="2057400"/>
            <a:chExt cx="1828800" cy="1524000"/>
          </a:xfrm>
        </p:grpSpPr>
        <p:sp>
          <p:nvSpPr>
            <p:cNvPr id="23" name="Rounded Rectangle 22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24" name="Cloud 23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loud 24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loud 25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loud 26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31074" y="4032250"/>
            <a:ext cx="1828800" cy="1524000"/>
            <a:chOff x="1066800" y="2057400"/>
            <a:chExt cx="1828800" cy="1524000"/>
          </a:xfrm>
        </p:grpSpPr>
        <p:sp>
          <p:nvSpPr>
            <p:cNvPr id="47" name="Rounded Rectangle 4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48" name="Cloud 4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loud 4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loud 4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Elbow Connector 52"/>
          <p:cNvCxnSpPr>
            <a:stCxn id="7" idx="2"/>
            <a:endCxn id="17" idx="2"/>
          </p:cNvCxnSpPr>
          <p:nvPr/>
        </p:nvCxnSpPr>
        <p:spPr>
          <a:xfrm rot="16200000" flipH="1">
            <a:off x="2637912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7" idx="2"/>
            <a:endCxn id="23" idx="2"/>
          </p:cNvCxnSpPr>
          <p:nvPr/>
        </p:nvCxnSpPr>
        <p:spPr>
          <a:xfrm rot="16200000" flipH="1">
            <a:off x="4560937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7" idx="2"/>
            <a:endCxn id="23" idx="2"/>
          </p:cNvCxnSpPr>
          <p:nvPr/>
        </p:nvCxnSpPr>
        <p:spPr>
          <a:xfrm rot="5400000">
            <a:off x="6483962" y="4594738"/>
            <a:ext cx="12700" cy="1923024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2 CuadroTexto"/>
          <p:cNvSpPr txBox="1"/>
          <p:nvPr/>
        </p:nvSpPr>
        <p:spPr>
          <a:xfrm>
            <a:off x="5544576" y="1676400"/>
            <a:ext cx="298982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itchFamily="49" charset="0"/>
              </a:rPr>
              <a:t>Example Code</a:t>
            </a:r>
          </a:p>
          <a:p>
            <a:endParaRPr lang="en-US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Do_stuff</a:t>
            </a:r>
            <a:r>
              <a:rPr lang="en-US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MPI_Barrier</a:t>
            </a:r>
            <a:r>
              <a:rPr lang="en-US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Do_more_stuff</a:t>
            </a:r>
            <a:r>
              <a:rPr lang="en-US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s-ES" dirty="0">
              <a:solidFill>
                <a:schemeClr val="accent6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1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B0448-033B-4B36-B62E-A1175082BC7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Barriers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Wait until all other processes in the MPI </a:t>
            </a:r>
            <a:r>
              <a:rPr lang="en-US" sz="2800" i="1" dirty="0" err="1"/>
              <a:t>comm</a:t>
            </a:r>
            <a:r>
              <a:rPr lang="en-US" sz="2800" dirty="0"/>
              <a:t> reach the same barrier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All processes are executing </a:t>
            </a:r>
            <a:r>
              <a:rPr lang="en-US" sz="2000" dirty="0" err="1">
                <a:solidFill>
                  <a:schemeClr val="accent2"/>
                </a:solidFill>
              </a:rPr>
              <a:t>Do_Stuff</a:t>
            </a:r>
            <a:r>
              <a:rPr lang="en-US" sz="2000" dirty="0">
                <a:solidFill>
                  <a:schemeClr val="accent2"/>
                </a:solidFill>
              </a:rPr>
              <a:t>() </a:t>
            </a:r>
            <a:endParaRPr lang="en-US" sz="2000" dirty="0"/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Some processes reach the barrier</a:t>
            </a:r>
            <a:br>
              <a:rPr lang="en-US" sz="2000" dirty="0"/>
            </a:br>
            <a:r>
              <a:rPr lang="en-US" sz="2000" dirty="0"/>
              <a:t>and then wait in the barrier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0" y="4032250"/>
            <a:ext cx="1828800" cy="1524000"/>
            <a:chOff x="1066800" y="2057400"/>
            <a:chExt cx="1828800" cy="1524000"/>
          </a:xfrm>
        </p:grpSpPr>
        <p:sp>
          <p:nvSpPr>
            <p:cNvPr id="7" name="Rounded Rectangle 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0" name="Cloud 9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loud 10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85025" y="4032250"/>
            <a:ext cx="1828800" cy="1524000"/>
            <a:chOff x="1066800" y="2057400"/>
            <a:chExt cx="1828800" cy="1524000"/>
          </a:xfrm>
        </p:grpSpPr>
        <p:sp>
          <p:nvSpPr>
            <p:cNvPr id="17" name="Rounded Rectangle 1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8" name="Cloud 1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loud 1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loud 2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8050" y="4032250"/>
            <a:ext cx="1828800" cy="1524000"/>
            <a:chOff x="1066800" y="2057400"/>
            <a:chExt cx="1828800" cy="1524000"/>
          </a:xfrm>
        </p:grpSpPr>
        <p:sp>
          <p:nvSpPr>
            <p:cNvPr id="23" name="Rounded Rectangle 22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24" name="Cloud 23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loud 24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loud 25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loud 26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31074" y="4032250"/>
            <a:ext cx="1828800" cy="1524000"/>
            <a:chOff x="1066800" y="2057400"/>
            <a:chExt cx="1828800" cy="1524000"/>
          </a:xfrm>
        </p:grpSpPr>
        <p:sp>
          <p:nvSpPr>
            <p:cNvPr id="47" name="Rounded Rectangle 4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48" name="Cloud 4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loud 4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loud 4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Elbow Connector 52"/>
          <p:cNvCxnSpPr>
            <a:stCxn id="7" idx="2"/>
            <a:endCxn id="17" idx="2"/>
          </p:cNvCxnSpPr>
          <p:nvPr/>
        </p:nvCxnSpPr>
        <p:spPr>
          <a:xfrm rot="16200000" flipH="1">
            <a:off x="2637912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7" idx="2"/>
            <a:endCxn id="23" idx="2"/>
          </p:cNvCxnSpPr>
          <p:nvPr/>
        </p:nvCxnSpPr>
        <p:spPr>
          <a:xfrm rot="16200000" flipH="1">
            <a:off x="4560937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7" idx="2"/>
            <a:endCxn id="23" idx="2"/>
          </p:cNvCxnSpPr>
          <p:nvPr/>
        </p:nvCxnSpPr>
        <p:spPr>
          <a:xfrm rot="5400000">
            <a:off x="6483962" y="4594738"/>
            <a:ext cx="12700" cy="1923024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2 CuadroTexto"/>
          <p:cNvSpPr txBox="1"/>
          <p:nvPr/>
        </p:nvSpPr>
        <p:spPr>
          <a:xfrm>
            <a:off x="5544576" y="1676400"/>
            <a:ext cx="298982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itchFamily="49" charset="0"/>
              </a:rPr>
              <a:t>Example Code</a:t>
            </a:r>
          </a:p>
          <a:p>
            <a:endParaRPr lang="en-US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Do_stuff</a:t>
            </a:r>
            <a:r>
              <a:rPr lang="en-US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MPI_Barrier</a:t>
            </a:r>
            <a:r>
              <a:rPr lang="en-US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Do_more_stuff</a:t>
            </a:r>
            <a:r>
              <a:rPr lang="en-US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s-ES" dirty="0">
              <a:solidFill>
                <a:schemeClr val="accent6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75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10872-7934-4DA5-9356-B4C963509EF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Barriers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Wait until all other processes in the MPI </a:t>
            </a:r>
            <a:r>
              <a:rPr lang="en-US" sz="2800" i="1" dirty="0" err="1"/>
              <a:t>comm</a:t>
            </a:r>
            <a:r>
              <a:rPr lang="en-US" sz="2800" dirty="0"/>
              <a:t> reach the same barrier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All processes are executing </a:t>
            </a:r>
            <a:r>
              <a:rPr lang="en-US" sz="2000" dirty="0" err="1">
                <a:solidFill>
                  <a:schemeClr val="accent2"/>
                </a:solidFill>
              </a:rPr>
              <a:t>Do_Stuff</a:t>
            </a:r>
            <a:r>
              <a:rPr lang="en-US" sz="2000" dirty="0">
                <a:solidFill>
                  <a:schemeClr val="accent2"/>
                </a:solidFill>
              </a:rPr>
              <a:t>() </a:t>
            </a:r>
            <a:endParaRPr lang="en-US" sz="2000" dirty="0"/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Some processes reach the barrier</a:t>
            </a:r>
            <a:br>
              <a:rPr lang="en-US" sz="2000" dirty="0"/>
            </a:br>
            <a:r>
              <a:rPr lang="en-US" sz="2000" dirty="0"/>
              <a:t>and then wait in the barrier</a:t>
            </a:r>
            <a:br>
              <a:rPr lang="en-US" sz="2000" dirty="0"/>
            </a:br>
            <a:r>
              <a:rPr lang="en-US" sz="2000" dirty="0"/>
              <a:t>until all reach the barrier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0" y="4032250"/>
            <a:ext cx="1828800" cy="1524000"/>
            <a:chOff x="1066800" y="2057400"/>
            <a:chExt cx="1828800" cy="1524000"/>
          </a:xfrm>
        </p:grpSpPr>
        <p:sp>
          <p:nvSpPr>
            <p:cNvPr id="7" name="Rounded Rectangle 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0" name="Cloud 9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loud 10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85025" y="4032250"/>
            <a:ext cx="1828800" cy="1524000"/>
            <a:chOff x="1066800" y="2057400"/>
            <a:chExt cx="1828800" cy="1524000"/>
          </a:xfrm>
        </p:grpSpPr>
        <p:sp>
          <p:nvSpPr>
            <p:cNvPr id="17" name="Rounded Rectangle 1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8" name="Cloud 1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loud 1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loud 2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8050" y="4032250"/>
            <a:ext cx="1828800" cy="1524000"/>
            <a:chOff x="1066800" y="2057400"/>
            <a:chExt cx="1828800" cy="1524000"/>
          </a:xfrm>
        </p:grpSpPr>
        <p:sp>
          <p:nvSpPr>
            <p:cNvPr id="23" name="Rounded Rectangle 22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24" name="Cloud 23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loud 24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loud 25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loud 26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31074" y="4032250"/>
            <a:ext cx="1828800" cy="1524000"/>
            <a:chOff x="1066800" y="2057400"/>
            <a:chExt cx="1828800" cy="1524000"/>
          </a:xfrm>
        </p:grpSpPr>
        <p:sp>
          <p:nvSpPr>
            <p:cNvPr id="47" name="Rounded Rectangle 4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48" name="Cloud 4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loud 4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loud 4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Elbow Connector 52"/>
          <p:cNvCxnSpPr>
            <a:stCxn id="7" idx="2"/>
            <a:endCxn id="17" idx="2"/>
          </p:cNvCxnSpPr>
          <p:nvPr/>
        </p:nvCxnSpPr>
        <p:spPr>
          <a:xfrm rot="16200000" flipH="1">
            <a:off x="2637912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7" idx="2"/>
            <a:endCxn id="23" idx="2"/>
          </p:cNvCxnSpPr>
          <p:nvPr/>
        </p:nvCxnSpPr>
        <p:spPr>
          <a:xfrm rot="16200000" flipH="1">
            <a:off x="4560937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7" idx="2"/>
            <a:endCxn id="23" idx="2"/>
          </p:cNvCxnSpPr>
          <p:nvPr/>
        </p:nvCxnSpPr>
        <p:spPr>
          <a:xfrm rot="5400000">
            <a:off x="6483962" y="4594738"/>
            <a:ext cx="12700" cy="1923024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2 CuadroTexto"/>
          <p:cNvSpPr txBox="1"/>
          <p:nvPr/>
        </p:nvSpPr>
        <p:spPr>
          <a:xfrm>
            <a:off x="5544576" y="1676400"/>
            <a:ext cx="298982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itchFamily="49" charset="0"/>
              </a:rPr>
              <a:t>Example Code</a:t>
            </a:r>
          </a:p>
          <a:p>
            <a:endParaRPr lang="en-US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Do_stuff</a:t>
            </a:r>
            <a:r>
              <a:rPr lang="en-US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MPI_Barrier</a:t>
            </a:r>
            <a:r>
              <a:rPr lang="en-US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Do_more_stuff</a:t>
            </a:r>
            <a:r>
              <a:rPr lang="en-US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s-ES" dirty="0">
              <a:solidFill>
                <a:schemeClr val="accent6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6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D8601-A344-4161-A348-4EBDF0DBF61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MPI Barriers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Wait until all other processes in the MPI </a:t>
            </a:r>
            <a:r>
              <a:rPr lang="en-US" sz="2800" i="1" dirty="0" err="1"/>
              <a:t>comm</a:t>
            </a:r>
            <a:r>
              <a:rPr lang="en-US" sz="2800" dirty="0"/>
              <a:t> reach the same barrier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All processes are executing </a:t>
            </a:r>
            <a:r>
              <a:rPr lang="en-US" sz="2000" dirty="0" err="1">
                <a:solidFill>
                  <a:schemeClr val="accent2"/>
                </a:solidFill>
              </a:rPr>
              <a:t>Do_Stuff</a:t>
            </a:r>
            <a:r>
              <a:rPr lang="en-US" sz="2000" dirty="0">
                <a:solidFill>
                  <a:schemeClr val="accent2"/>
                </a:solidFill>
              </a:rPr>
              <a:t>() </a:t>
            </a:r>
            <a:endParaRPr lang="en-US" sz="2000" dirty="0"/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Some processes reach the barrier</a:t>
            </a:r>
            <a:br>
              <a:rPr lang="en-US" sz="2000" dirty="0"/>
            </a:br>
            <a:r>
              <a:rPr lang="en-US" sz="2000" dirty="0"/>
              <a:t>and then wait in the barrier</a:t>
            </a:r>
            <a:br>
              <a:rPr lang="en-US" sz="2000" dirty="0"/>
            </a:br>
            <a:r>
              <a:rPr lang="en-US" sz="2000" dirty="0"/>
              <a:t>until all reach the barrier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All processes execute </a:t>
            </a:r>
            <a:r>
              <a:rPr lang="en-US" sz="2000" dirty="0" err="1">
                <a:solidFill>
                  <a:schemeClr val="accent6"/>
                </a:solidFill>
              </a:rPr>
              <a:t>Do_more_stuff</a:t>
            </a:r>
            <a:r>
              <a:rPr lang="en-US" sz="2000" dirty="0">
                <a:solidFill>
                  <a:schemeClr val="accent6"/>
                </a:solidFill>
              </a:rPr>
              <a:t>()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0" y="4032250"/>
            <a:ext cx="1828800" cy="1524000"/>
            <a:chOff x="1066800" y="2057400"/>
            <a:chExt cx="1828800" cy="1524000"/>
          </a:xfrm>
        </p:grpSpPr>
        <p:sp>
          <p:nvSpPr>
            <p:cNvPr id="7" name="Rounded Rectangle 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0" name="Cloud 9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loud 10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loud 11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loud 12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85025" y="4032250"/>
            <a:ext cx="1828800" cy="1524000"/>
            <a:chOff x="1066800" y="2057400"/>
            <a:chExt cx="1828800" cy="1524000"/>
          </a:xfrm>
        </p:grpSpPr>
        <p:sp>
          <p:nvSpPr>
            <p:cNvPr id="17" name="Rounded Rectangle 1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18" name="Cloud 1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loud 1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loud 2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08050" y="4032250"/>
            <a:ext cx="1828800" cy="1524000"/>
            <a:chOff x="1066800" y="2057400"/>
            <a:chExt cx="1828800" cy="1524000"/>
          </a:xfrm>
        </p:grpSpPr>
        <p:sp>
          <p:nvSpPr>
            <p:cNvPr id="23" name="Rounded Rectangle 22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24" name="Cloud 23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loud 24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loud 25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loud 26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531074" y="4032250"/>
            <a:ext cx="1828800" cy="1524000"/>
            <a:chOff x="1066800" y="2057400"/>
            <a:chExt cx="1828800" cy="1524000"/>
          </a:xfrm>
        </p:grpSpPr>
        <p:sp>
          <p:nvSpPr>
            <p:cNvPr id="47" name="Rounded Rectangle 46"/>
            <p:cNvSpPr/>
            <p:nvPr/>
          </p:nvSpPr>
          <p:spPr>
            <a:xfrm>
              <a:off x="1066800" y="2057400"/>
              <a:ext cx="1828800" cy="1524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Node</a:t>
              </a:r>
            </a:p>
          </p:txBody>
        </p:sp>
        <p:sp>
          <p:nvSpPr>
            <p:cNvPr id="48" name="Cloud 47"/>
            <p:cNvSpPr/>
            <p:nvPr/>
          </p:nvSpPr>
          <p:spPr>
            <a:xfrm>
              <a:off x="1219200" y="2222089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loud 48"/>
            <p:cNvSpPr/>
            <p:nvPr/>
          </p:nvSpPr>
          <p:spPr>
            <a:xfrm>
              <a:off x="1993490" y="2213482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loud 49"/>
            <p:cNvSpPr/>
            <p:nvPr/>
          </p:nvSpPr>
          <p:spPr>
            <a:xfrm>
              <a:off x="1219200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2008238" y="2711241"/>
              <a:ext cx="609600" cy="33183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Elbow Connector 52"/>
          <p:cNvCxnSpPr>
            <a:stCxn id="7" idx="2"/>
            <a:endCxn id="17" idx="2"/>
          </p:cNvCxnSpPr>
          <p:nvPr/>
        </p:nvCxnSpPr>
        <p:spPr>
          <a:xfrm rot="16200000" flipH="1">
            <a:off x="2637912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7" idx="2"/>
            <a:endCxn id="23" idx="2"/>
          </p:cNvCxnSpPr>
          <p:nvPr/>
        </p:nvCxnSpPr>
        <p:spPr>
          <a:xfrm rot="16200000" flipH="1">
            <a:off x="4560937" y="4594737"/>
            <a:ext cx="12700" cy="1923025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7" idx="2"/>
            <a:endCxn id="23" idx="2"/>
          </p:cNvCxnSpPr>
          <p:nvPr/>
        </p:nvCxnSpPr>
        <p:spPr>
          <a:xfrm rot="5400000">
            <a:off x="6483962" y="4594738"/>
            <a:ext cx="12700" cy="1923024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2 CuadroTexto"/>
          <p:cNvSpPr txBox="1"/>
          <p:nvPr/>
        </p:nvSpPr>
        <p:spPr>
          <a:xfrm>
            <a:off x="5544576" y="1676400"/>
            <a:ext cx="298982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itchFamily="49" charset="0"/>
              </a:rPr>
              <a:t>Example Code</a:t>
            </a:r>
          </a:p>
          <a:p>
            <a:endParaRPr lang="en-US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Do_stuff</a:t>
            </a:r>
            <a:r>
              <a:rPr lang="en-US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MPI_Barrier</a:t>
            </a:r>
            <a:r>
              <a:rPr lang="en-US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endParaRPr lang="en-US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Do_more_stuff</a:t>
            </a:r>
            <a:r>
              <a:rPr lang="en-US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();</a:t>
            </a:r>
            <a:endParaRPr lang="es-ES" dirty="0">
              <a:solidFill>
                <a:schemeClr val="accent6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95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26911-1ED1-4471-91A9-9B2D036C800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CUDA-based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Each node contains </a:t>
            </a:r>
            <a:r>
              <a:rPr lang="en-US" i="1" dirty="0"/>
              <a:t>N</a:t>
            </a:r>
            <a:r>
              <a:rPr lang="en-US" dirty="0"/>
              <a:t> GPUs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876800" y="1676400"/>
            <a:ext cx="3886200" cy="4267200"/>
            <a:chOff x="533400" y="1828800"/>
            <a:chExt cx="3886200" cy="4267200"/>
          </a:xfrm>
        </p:grpSpPr>
        <p:sp>
          <p:nvSpPr>
            <p:cNvPr id="17" name="Rectangle 16"/>
            <p:cNvSpPr/>
            <p:nvPr/>
          </p:nvSpPr>
          <p:spPr>
            <a:xfrm>
              <a:off x="2075148" y="2182416"/>
              <a:ext cx="792088" cy="529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2800" b="1" dirty="0">
                  <a:solidFill>
                    <a:prstClr val="white"/>
                  </a:solidFill>
                </a:rPr>
                <a:t>…</a:t>
              </a:r>
              <a:endParaRPr lang="es-ES" b="1" dirty="0">
                <a:solidFill>
                  <a:prstClr val="white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075148" y="4535252"/>
              <a:ext cx="792088" cy="529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2800" b="1" dirty="0">
                  <a:solidFill>
                    <a:prstClr val="white"/>
                  </a:solidFill>
                </a:rPr>
                <a:t>…</a:t>
              </a:r>
              <a:endParaRPr lang="es-ES" b="1" dirty="0">
                <a:solidFill>
                  <a:prstClr val="white"/>
                </a:solidFill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709712" y="2074660"/>
              <a:ext cx="1041400" cy="7447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GPU 1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191272" y="2074659"/>
              <a:ext cx="1041400" cy="7447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GPU 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69547" y="2855640"/>
              <a:ext cx="381000" cy="153732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 err="1">
                  <a:solidFill>
                    <a:prstClr val="white"/>
                  </a:solidFill>
                </a:rPr>
                <a:t>PCIe</a:t>
              </a: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810272" y="2855640"/>
              <a:ext cx="381000" cy="153732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 err="1">
                  <a:solidFill>
                    <a:prstClr val="white"/>
                  </a:solidFill>
                </a:rPr>
                <a:t>PCIe</a:t>
              </a: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15008" y="4427496"/>
              <a:ext cx="1041400" cy="7447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CPU 1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090712" y="4427373"/>
              <a:ext cx="1041400" cy="7447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CPU M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15008" y="5344263"/>
              <a:ext cx="3317104" cy="607721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Host Memory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33400" y="1828800"/>
              <a:ext cx="3886200" cy="4267200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black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85800" y="1676400"/>
            <a:ext cx="3886200" cy="4267200"/>
            <a:chOff x="533400" y="1828800"/>
            <a:chExt cx="3886200" cy="4267200"/>
          </a:xfrm>
        </p:grpSpPr>
        <p:sp>
          <p:nvSpPr>
            <p:cNvPr id="42" name="Rectangle 41"/>
            <p:cNvSpPr/>
            <p:nvPr/>
          </p:nvSpPr>
          <p:spPr>
            <a:xfrm>
              <a:off x="2075148" y="2182416"/>
              <a:ext cx="792088" cy="529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2800" b="1" dirty="0">
                  <a:solidFill>
                    <a:prstClr val="white"/>
                  </a:solidFill>
                </a:rPr>
                <a:t>…</a:t>
              </a:r>
              <a:endParaRPr lang="es-ES" b="1" dirty="0">
                <a:solidFill>
                  <a:prstClr val="white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075148" y="4535252"/>
              <a:ext cx="792088" cy="5292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2800" b="1" dirty="0">
                  <a:solidFill>
                    <a:prstClr val="white"/>
                  </a:solidFill>
                </a:rPr>
                <a:t>…</a:t>
              </a:r>
              <a:endParaRPr lang="es-ES" b="1" dirty="0">
                <a:solidFill>
                  <a:prstClr val="white"/>
                </a:solidFill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709712" y="2074660"/>
              <a:ext cx="1041400" cy="7447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GPU 1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191272" y="2074659"/>
              <a:ext cx="1041400" cy="7447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GPU </a:t>
              </a:r>
              <a:r>
                <a:rPr lang="en-US" dirty="0">
                  <a:solidFill>
                    <a:prstClr val="white"/>
                  </a:solidFill>
                </a:rPr>
                <a:t>N</a:t>
              </a: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769547" y="2855640"/>
              <a:ext cx="381000" cy="153732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 err="1">
                  <a:solidFill>
                    <a:prstClr val="white"/>
                  </a:solidFill>
                </a:rPr>
                <a:t>PCIe</a:t>
              </a: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810272" y="2855640"/>
              <a:ext cx="381000" cy="153732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 err="1">
                  <a:solidFill>
                    <a:prstClr val="white"/>
                  </a:solidFill>
                </a:rPr>
                <a:t>PCIe</a:t>
              </a: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15008" y="4427496"/>
              <a:ext cx="1041400" cy="7447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CPU 1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090712" y="4427373"/>
              <a:ext cx="1041400" cy="7447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CPU M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815008" y="5344263"/>
              <a:ext cx="3317104" cy="607721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prstClr val="white"/>
                  </a:solidFill>
                </a:rPr>
                <a:t>Host Memory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533400" y="1828800"/>
              <a:ext cx="3886200" cy="4267200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651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4F5982-96B7-41EC-877A-F62EA9E7FB7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and MPI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MPI process:</a:t>
            </a:r>
          </a:p>
          <a:p>
            <a:pPr lvl="1"/>
            <a:r>
              <a:rPr lang="en-US" sz="2000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cudaMemcpy</a:t>
            </a:r>
            <a:r>
              <a:rPr lang="en-US" sz="2000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tmp</a:t>
            </a:r>
            <a:r>
              <a:rPr lang="en-US" sz="2000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000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sz="2000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000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cudaMemcpyDeviceToHost</a:t>
            </a:r>
            <a:r>
              <a:rPr lang="en-US" sz="2000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lvl="1"/>
            <a:r>
              <a:rPr lang="en-US" sz="2000" dirty="0" err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MPI_Send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dirty="0" err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tmp</a:t>
            </a:r>
            <a:r>
              <a:rPr lang="en-US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, ...)</a:t>
            </a:r>
          </a:p>
          <a:p>
            <a:r>
              <a:rPr lang="en-US" dirty="0"/>
              <a:t>Destination MPI process:</a:t>
            </a:r>
          </a:p>
          <a:p>
            <a:pPr lvl="1"/>
            <a:r>
              <a:rPr lang="en-US" sz="2000" dirty="0" err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MPI_Recv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dirty="0" err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tmp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, ...)</a:t>
            </a:r>
          </a:p>
          <a:p>
            <a:pPr lvl="1"/>
            <a:r>
              <a:rPr lang="en-US" sz="2000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cudaMemcpy</a:t>
            </a:r>
            <a:r>
              <a:rPr lang="en-US" sz="2000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dst</a:t>
            </a:r>
            <a:r>
              <a:rPr lang="en-US" sz="2000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000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tmp</a:t>
            </a:r>
            <a:r>
              <a:rPr lang="en-US" sz="2000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000" dirty="0" err="1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cudaMemcpyHostToDevice</a:t>
            </a:r>
            <a:r>
              <a:rPr lang="en-US" sz="2000" dirty="0">
                <a:solidFill>
                  <a:schemeClr val="accent6"/>
                </a:solidFill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45200" y="3781333"/>
            <a:ext cx="1041400" cy="7447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GPU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45200" y="5105400"/>
            <a:ext cx="1041400" cy="7447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GPU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8950" y="3810577"/>
            <a:ext cx="1562100" cy="686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Device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950" y="5134643"/>
            <a:ext cx="1562100" cy="686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Device Memory</a:t>
            </a:r>
          </a:p>
        </p:txBody>
      </p:sp>
      <p:cxnSp>
        <p:nvCxnSpPr>
          <p:cNvPr id="8" name="Straight Connector 7"/>
          <p:cNvCxnSpPr>
            <a:stCxn id="4" idx="1"/>
            <a:endCxn id="6" idx="3"/>
          </p:cNvCxnSpPr>
          <p:nvPr/>
        </p:nvCxnSpPr>
        <p:spPr>
          <a:xfrm flipH="1">
            <a:off x="5861050" y="4153693"/>
            <a:ext cx="18415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1"/>
            <a:endCxn id="7" idx="3"/>
          </p:cNvCxnSpPr>
          <p:nvPr/>
        </p:nvCxnSpPr>
        <p:spPr>
          <a:xfrm flipH="1">
            <a:off x="5861050" y="5477760"/>
            <a:ext cx="1841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loud 9"/>
          <p:cNvSpPr/>
          <p:nvPr/>
        </p:nvSpPr>
        <p:spPr>
          <a:xfrm>
            <a:off x="1390650" y="3581400"/>
            <a:ext cx="2450353" cy="100140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MPI Process N</a:t>
            </a:r>
          </a:p>
        </p:txBody>
      </p:sp>
      <p:sp>
        <p:nvSpPr>
          <p:cNvPr id="11" name="Cloud 10"/>
          <p:cNvSpPr/>
          <p:nvPr/>
        </p:nvSpPr>
        <p:spPr>
          <a:xfrm>
            <a:off x="1390650" y="4876800"/>
            <a:ext cx="2440473" cy="97331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MPI Process N + 1</a:t>
            </a:r>
          </a:p>
        </p:txBody>
      </p:sp>
      <p:cxnSp>
        <p:nvCxnSpPr>
          <p:cNvPr id="27" name="Curved Connector 26"/>
          <p:cNvCxnSpPr>
            <a:stCxn id="6" idx="0"/>
            <a:endCxn id="10" idx="3"/>
          </p:cNvCxnSpPr>
          <p:nvPr/>
        </p:nvCxnSpPr>
        <p:spPr>
          <a:xfrm rot="16200000" flipV="1">
            <a:off x="3761954" y="2492530"/>
            <a:ext cx="171921" cy="2464173"/>
          </a:xfrm>
          <a:prstGeom prst="curvedConnector3">
            <a:avLst>
              <a:gd name="adj1" fmla="val 266272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0" idx="2"/>
            <a:endCxn id="11" idx="2"/>
          </p:cNvCxnSpPr>
          <p:nvPr/>
        </p:nvCxnSpPr>
        <p:spPr>
          <a:xfrm rot="10800000" flipV="1">
            <a:off x="1398221" y="4082102"/>
            <a:ext cx="31" cy="1281357"/>
          </a:xfrm>
          <a:prstGeom prst="curvedConnector3">
            <a:avLst>
              <a:gd name="adj1" fmla="val 76193871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11" idx="1"/>
            <a:endCxn id="7" idx="2"/>
          </p:cNvCxnSpPr>
          <p:nvPr/>
        </p:nvCxnSpPr>
        <p:spPr>
          <a:xfrm rot="5400000" flipH="1" flipV="1">
            <a:off x="3831339" y="4600423"/>
            <a:ext cx="28207" cy="2469113"/>
          </a:xfrm>
          <a:prstGeom prst="curvedConnector3">
            <a:avLst>
              <a:gd name="adj1" fmla="val -81411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86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C8489-1EF3-4B74-ABD9-4FB577C5FFF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Review of Stencil Computations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wave propagation modeling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𝛻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𝑈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s-ES" dirty="0"/>
              </a:p>
              <a:p>
                <a:r>
                  <a:rPr lang="en-US" dirty="0"/>
                  <a:t>Approximate </a:t>
                </a:r>
                <a:r>
                  <a:rPr lang="en-US" dirty="0" err="1"/>
                  <a:t>Laplacian</a:t>
                </a:r>
                <a:r>
                  <a:rPr lang="en-US" dirty="0"/>
                  <a:t> using</a:t>
                </a:r>
                <a:br>
                  <a:rPr lang="es-ES" dirty="0"/>
                </a:br>
                <a:r>
                  <a:rPr lang="es-ES" dirty="0" err="1"/>
                  <a:t>finite</a:t>
                </a:r>
                <a:r>
                  <a:rPr lang="es-ES" dirty="0"/>
                  <a:t> </a:t>
                </a:r>
                <a:r>
                  <a:rPr lang="es-ES" dirty="0" err="1"/>
                  <a:t>differences</a:t>
                </a:r>
                <a:endParaRPr lang="en-US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89" t="-1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470544"/>
            <a:ext cx="2362200" cy="221564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895600"/>
            <a:ext cx="3048000" cy="28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1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792A23-D015-47C7-9295-19300DB0C92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Stencil Domain Decomposition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Volumes are split into tiles (along the Z-axis)</a:t>
            </a:r>
          </a:p>
          <a:p>
            <a:pPr lvl="1"/>
            <a:r>
              <a:rPr lang="en-US" dirty="0"/>
              <a:t>3D-Stencil introduces data dependencies</a:t>
            </a:r>
          </a:p>
          <a:p>
            <a:endParaRPr lang="en-US" dirty="0"/>
          </a:p>
        </p:txBody>
      </p:sp>
      <p:sp>
        <p:nvSpPr>
          <p:cNvPr id="35844" name="Cube 3"/>
          <p:cNvSpPr>
            <a:spLocks noChangeArrowheads="1"/>
          </p:cNvSpPr>
          <p:nvPr/>
        </p:nvSpPr>
        <p:spPr bwMode="auto">
          <a:xfrm>
            <a:off x="2940919" y="2885736"/>
            <a:ext cx="1247924" cy="1734592"/>
          </a:xfrm>
          <a:prstGeom prst="cube">
            <a:avLst>
              <a:gd name="adj" fmla="val 25000"/>
            </a:avLst>
          </a:prstGeom>
          <a:solidFill>
            <a:srgbClr val="CF5731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45" name="Cube 5"/>
          <p:cNvSpPr>
            <a:spLocks noChangeArrowheads="1"/>
          </p:cNvSpPr>
          <p:nvPr/>
        </p:nvSpPr>
        <p:spPr bwMode="auto">
          <a:xfrm>
            <a:off x="3881885" y="2885736"/>
            <a:ext cx="1247924" cy="1734592"/>
          </a:xfrm>
          <a:prstGeom prst="cube">
            <a:avLst>
              <a:gd name="adj" fmla="val 25000"/>
            </a:avLst>
          </a:prstGeom>
          <a:solidFill>
            <a:srgbClr val="FFC0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46" name="Cube 6"/>
          <p:cNvSpPr>
            <a:spLocks noChangeArrowheads="1"/>
          </p:cNvSpPr>
          <p:nvPr/>
        </p:nvSpPr>
        <p:spPr bwMode="auto">
          <a:xfrm>
            <a:off x="4817269" y="2885736"/>
            <a:ext cx="1246808" cy="1734592"/>
          </a:xfrm>
          <a:prstGeom prst="cube">
            <a:avLst>
              <a:gd name="adj" fmla="val 25000"/>
            </a:avLst>
          </a:prstGeom>
          <a:solidFill>
            <a:srgbClr val="92D05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47" name="TextBox 10"/>
          <p:cNvSpPr txBox="1">
            <a:spLocks noChangeArrowheads="1"/>
          </p:cNvSpPr>
          <p:nvPr/>
        </p:nvSpPr>
        <p:spPr bwMode="auto">
          <a:xfrm>
            <a:off x="1066800" y="3071027"/>
            <a:ext cx="28885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391617" y="3180416"/>
            <a:ext cx="575965" cy="11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1140470" y="3431563"/>
            <a:ext cx="504527" cy="2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850" name="TextBox 9"/>
          <p:cNvSpPr txBox="1">
            <a:spLocks noChangeArrowheads="1"/>
          </p:cNvSpPr>
          <p:nvPr/>
        </p:nvSpPr>
        <p:spPr bwMode="auto">
          <a:xfrm>
            <a:off x="1595885" y="3071027"/>
            <a:ext cx="27602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z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393850" y="2885736"/>
            <a:ext cx="353839" cy="2935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852" name="TextBox 9"/>
          <p:cNvSpPr txBox="1">
            <a:spLocks noChangeArrowheads="1"/>
          </p:cNvSpPr>
          <p:nvPr/>
        </p:nvSpPr>
        <p:spPr bwMode="auto">
          <a:xfrm>
            <a:off x="1292275" y="2551989"/>
            <a:ext cx="28404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x</a:t>
            </a:r>
          </a:p>
        </p:txBody>
      </p:sp>
      <p:sp>
        <p:nvSpPr>
          <p:cNvPr id="15" name="Cube 14"/>
          <p:cNvSpPr/>
          <p:nvPr/>
        </p:nvSpPr>
        <p:spPr bwMode="auto">
          <a:xfrm>
            <a:off x="5758442" y="2885253"/>
            <a:ext cx="1247924" cy="1734592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black"/>
              </a:solidFill>
              <a:latin typeface="Gill Sans" pitchFamily="34" charset="0"/>
              <a:ea typeface="+mn-ea"/>
            </a:endParaRPr>
          </a:p>
        </p:txBody>
      </p:sp>
      <p:sp>
        <p:nvSpPr>
          <p:cNvPr id="35854" name="Cube 4"/>
          <p:cNvSpPr>
            <a:spLocks noChangeAspect="1"/>
          </p:cNvSpPr>
          <p:nvPr/>
        </p:nvSpPr>
        <p:spPr bwMode="auto">
          <a:xfrm>
            <a:off x="3764683" y="2885736"/>
            <a:ext cx="552524" cy="1734592"/>
          </a:xfrm>
          <a:prstGeom prst="cube">
            <a:avLst>
              <a:gd name="adj" fmla="val 56014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55" name="Cube 17"/>
          <p:cNvSpPr>
            <a:spLocks noChangeAspect="1"/>
          </p:cNvSpPr>
          <p:nvPr/>
        </p:nvSpPr>
        <p:spPr bwMode="auto">
          <a:xfrm>
            <a:off x="4704533" y="2885736"/>
            <a:ext cx="551408" cy="1734592"/>
          </a:xfrm>
          <a:prstGeom prst="cube">
            <a:avLst>
              <a:gd name="adj" fmla="val 56014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56" name="Cube 18"/>
          <p:cNvSpPr>
            <a:spLocks noChangeAspect="1"/>
          </p:cNvSpPr>
          <p:nvPr/>
        </p:nvSpPr>
        <p:spPr bwMode="auto">
          <a:xfrm>
            <a:off x="5628755" y="2885736"/>
            <a:ext cx="551408" cy="1734592"/>
          </a:xfrm>
          <a:prstGeom prst="cube">
            <a:avLst>
              <a:gd name="adj" fmla="val 56014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57" name="Cube 20"/>
          <p:cNvSpPr>
            <a:spLocks noChangeAspect="1"/>
          </p:cNvSpPr>
          <p:nvPr/>
        </p:nvSpPr>
        <p:spPr bwMode="auto">
          <a:xfrm>
            <a:off x="2940919" y="2885736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58" name="Cube 21"/>
          <p:cNvSpPr>
            <a:spLocks noChangeAspect="1"/>
          </p:cNvSpPr>
          <p:nvPr/>
        </p:nvSpPr>
        <p:spPr bwMode="auto">
          <a:xfrm>
            <a:off x="3881885" y="2885736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59" name="Cube 22"/>
          <p:cNvSpPr>
            <a:spLocks noChangeAspect="1"/>
          </p:cNvSpPr>
          <p:nvPr/>
        </p:nvSpPr>
        <p:spPr bwMode="auto">
          <a:xfrm>
            <a:off x="6686923" y="2885736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60" name="Cube 23"/>
          <p:cNvSpPr>
            <a:spLocks noChangeAspect="1"/>
          </p:cNvSpPr>
          <p:nvPr/>
        </p:nvSpPr>
        <p:spPr bwMode="auto">
          <a:xfrm>
            <a:off x="5757119" y="2885736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61" name="Cube 24"/>
          <p:cNvSpPr>
            <a:spLocks noChangeAspect="1"/>
          </p:cNvSpPr>
          <p:nvPr/>
        </p:nvSpPr>
        <p:spPr bwMode="auto">
          <a:xfrm>
            <a:off x="4822850" y="2885736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5862" name="Cube 26"/>
          <p:cNvSpPr>
            <a:spLocks noChangeAspect="1"/>
          </p:cNvSpPr>
          <p:nvPr/>
        </p:nvSpPr>
        <p:spPr bwMode="auto">
          <a:xfrm>
            <a:off x="3247877" y="2885736"/>
            <a:ext cx="940966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0" name="Left Brace 29"/>
          <p:cNvSpPr/>
          <p:nvPr/>
        </p:nvSpPr>
        <p:spPr bwMode="auto">
          <a:xfrm>
            <a:off x="3343887" y="4412495"/>
            <a:ext cx="191076" cy="1124194"/>
          </a:xfrm>
          <a:prstGeom prst="lef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black"/>
              </a:solidFill>
              <a:latin typeface="Gill Sans" pitchFamily="34" charset="0"/>
              <a:ea typeface="+mn-ea"/>
            </a:endParaRPr>
          </a:p>
        </p:txBody>
      </p:sp>
      <p:sp>
        <p:nvSpPr>
          <p:cNvPr id="31" name="Left Brace 30"/>
          <p:cNvSpPr/>
          <p:nvPr/>
        </p:nvSpPr>
        <p:spPr bwMode="auto">
          <a:xfrm>
            <a:off x="6382404" y="2113594"/>
            <a:ext cx="191076" cy="1124194"/>
          </a:xfrm>
          <a:prstGeom prst="lef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black"/>
              </a:solidFill>
              <a:latin typeface="Gill Sans" pitchFamily="34" charset="0"/>
              <a:ea typeface="+mn-ea"/>
            </a:endParaRPr>
          </a:p>
        </p:txBody>
      </p:sp>
      <p:sp>
        <p:nvSpPr>
          <p:cNvPr id="32" name="Left Brace 31"/>
          <p:cNvSpPr/>
          <p:nvPr/>
        </p:nvSpPr>
        <p:spPr bwMode="auto">
          <a:xfrm>
            <a:off x="4571975" y="2057400"/>
            <a:ext cx="191076" cy="1240396"/>
          </a:xfrm>
          <a:prstGeom prst="lef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black"/>
              </a:solidFill>
              <a:latin typeface="Gill Sans" pitchFamily="34" charset="0"/>
              <a:ea typeface="+mn-ea"/>
            </a:endParaRPr>
          </a:p>
        </p:txBody>
      </p:sp>
      <p:sp>
        <p:nvSpPr>
          <p:cNvPr id="33" name="Left Brace 32"/>
          <p:cNvSpPr/>
          <p:nvPr/>
        </p:nvSpPr>
        <p:spPr bwMode="auto">
          <a:xfrm>
            <a:off x="5203983" y="4356300"/>
            <a:ext cx="191076" cy="1240396"/>
          </a:xfrm>
          <a:prstGeom prst="lef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black"/>
              </a:solidFill>
              <a:latin typeface="Gill Sans" pitchFamily="34" charset="0"/>
              <a:ea typeface="+mn-ea"/>
            </a:endParaRPr>
          </a:p>
        </p:txBody>
      </p:sp>
      <p:sp>
        <p:nvSpPr>
          <p:cNvPr id="35867" name="TextBox 9"/>
          <p:cNvSpPr txBox="1">
            <a:spLocks noChangeArrowheads="1"/>
          </p:cNvSpPr>
          <p:nvPr/>
        </p:nvSpPr>
        <p:spPr bwMode="auto">
          <a:xfrm>
            <a:off x="3179788" y="4938448"/>
            <a:ext cx="508992" cy="43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prstClr val="black"/>
                </a:solidFill>
                <a:latin typeface="Calibri" pitchFamily="34" charset="0"/>
                <a:ea typeface="+mn-ea"/>
              </a:rPr>
              <a:t>D1</a:t>
            </a:r>
          </a:p>
        </p:txBody>
      </p:sp>
      <p:sp>
        <p:nvSpPr>
          <p:cNvPr id="35868" name="TextBox 9"/>
          <p:cNvSpPr txBox="1">
            <a:spLocks noChangeArrowheads="1"/>
          </p:cNvSpPr>
          <p:nvPr/>
        </p:nvSpPr>
        <p:spPr bwMode="auto">
          <a:xfrm>
            <a:off x="4423247" y="2114434"/>
            <a:ext cx="512340" cy="437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prstClr val="black"/>
                </a:solidFill>
                <a:latin typeface="Calibri" pitchFamily="34" charset="0"/>
                <a:ea typeface="+mn-ea"/>
              </a:rPr>
              <a:t>D2</a:t>
            </a:r>
          </a:p>
        </p:txBody>
      </p:sp>
      <p:sp>
        <p:nvSpPr>
          <p:cNvPr id="35869" name="TextBox 9"/>
          <p:cNvSpPr txBox="1">
            <a:spLocks noChangeArrowheads="1"/>
          </p:cNvSpPr>
          <p:nvPr/>
        </p:nvSpPr>
        <p:spPr bwMode="auto">
          <a:xfrm>
            <a:off x="5042744" y="4938448"/>
            <a:ext cx="512341" cy="43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prstClr val="black"/>
                </a:solidFill>
                <a:latin typeface="Calibri" pitchFamily="34" charset="0"/>
                <a:ea typeface="+mn-ea"/>
              </a:rPr>
              <a:t>D3</a:t>
            </a:r>
          </a:p>
        </p:txBody>
      </p:sp>
      <p:sp>
        <p:nvSpPr>
          <p:cNvPr id="35870" name="TextBox 9"/>
          <p:cNvSpPr txBox="1">
            <a:spLocks noChangeArrowheads="1"/>
          </p:cNvSpPr>
          <p:nvPr/>
        </p:nvSpPr>
        <p:spPr bwMode="auto">
          <a:xfrm>
            <a:off x="6208068" y="2113318"/>
            <a:ext cx="512341" cy="43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solidFill>
                  <a:prstClr val="black"/>
                </a:solidFill>
                <a:latin typeface="Calibri" pitchFamily="34" charset="0"/>
                <a:ea typeface="+mn-ea"/>
              </a:rPr>
              <a:t>D4</a:t>
            </a:r>
          </a:p>
        </p:txBody>
      </p:sp>
      <p:sp>
        <p:nvSpPr>
          <p:cNvPr id="35" name="Cube 26"/>
          <p:cNvSpPr>
            <a:spLocks noChangeAspect="1"/>
          </p:cNvSpPr>
          <p:nvPr/>
        </p:nvSpPr>
        <p:spPr bwMode="auto">
          <a:xfrm>
            <a:off x="4188842" y="2885736"/>
            <a:ext cx="940966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6" name="Cube 26"/>
          <p:cNvSpPr>
            <a:spLocks noChangeAspect="1"/>
          </p:cNvSpPr>
          <p:nvPr/>
        </p:nvSpPr>
        <p:spPr bwMode="auto">
          <a:xfrm>
            <a:off x="5129809" y="2885736"/>
            <a:ext cx="940966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7" name="Cube 26"/>
          <p:cNvSpPr>
            <a:spLocks noChangeAspect="1"/>
          </p:cNvSpPr>
          <p:nvPr/>
        </p:nvSpPr>
        <p:spPr bwMode="auto">
          <a:xfrm>
            <a:off x="6064078" y="2885253"/>
            <a:ext cx="940966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28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6EB9D-D973-43E6-8784-35E5A006D28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Boundary Exchange Example (I)</a:t>
            </a:r>
          </a:p>
        </p:txBody>
      </p:sp>
      <p:sp>
        <p:nvSpPr>
          <p:cNvPr id="39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Approach: two-stage execution</a:t>
            </a:r>
          </a:p>
          <a:p>
            <a:pPr lvl="1"/>
            <a:r>
              <a:rPr lang="en-US" dirty="0"/>
              <a:t>Stage 1: compute the field points to be exchanged</a:t>
            </a: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 bwMode="auto">
          <a:xfrm>
            <a:off x="3225850" y="4571851"/>
            <a:ext cx="533549" cy="533549"/>
            <a:chOff x="930" y="1434"/>
            <a:chExt cx="793" cy="793"/>
          </a:xfrm>
        </p:grpSpPr>
        <p:sp>
          <p:nvSpPr>
            <p:cNvPr id="48158" name="Oval 14"/>
            <p:cNvSpPr>
              <a:spLocks noChangeArrowheads="1"/>
            </p:cNvSpPr>
            <p:nvPr/>
          </p:nvSpPr>
          <p:spPr bwMode="auto">
            <a:xfrm>
              <a:off x="930" y="1434"/>
              <a:ext cx="793" cy="793"/>
            </a:xfrm>
            <a:prstGeom prst="ellips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800">
                <a:solidFill>
                  <a:prstClr val="black"/>
                </a:solidFill>
                <a:latin typeface="Calibri" pitchFamily="34" charset="0"/>
                <a:ea typeface="+mn-ea"/>
              </a:endParaRPr>
            </a:p>
          </p:txBody>
        </p:sp>
        <p:cxnSp>
          <p:nvCxnSpPr>
            <p:cNvPr id="48159" name="AutoShape 15"/>
            <p:cNvCxnSpPr>
              <a:cxnSpLocks noChangeShapeType="1"/>
            </p:cNvCxnSpPr>
            <p:nvPr/>
          </p:nvCxnSpPr>
          <p:spPr bwMode="auto">
            <a:xfrm flipV="1">
              <a:off x="1326" y="1473"/>
              <a:ext cx="0" cy="363"/>
            </a:xfrm>
            <a:prstGeom prst="straightConnector1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</p:cxnSp>
      </p:grpSp>
      <p:sp>
        <p:nvSpPr>
          <p:cNvPr id="15" name="Rectangle 14"/>
          <p:cNvSpPr/>
          <p:nvPr/>
        </p:nvSpPr>
        <p:spPr>
          <a:xfrm>
            <a:off x="2520404" y="4571850"/>
            <a:ext cx="575965" cy="503411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</a:rPr>
              <a:t>GPU1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92676" y="4571850"/>
            <a:ext cx="577081" cy="503411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</a:rPr>
              <a:t>GPU2</a:t>
            </a:r>
          </a:p>
        </p:txBody>
      </p:sp>
      <p:grpSp>
        <p:nvGrpSpPr>
          <p:cNvPr id="4" name="Group 13"/>
          <p:cNvGrpSpPr>
            <a:grpSpLocks noChangeAspect="1"/>
          </p:cNvGrpSpPr>
          <p:nvPr/>
        </p:nvGrpSpPr>
        <p:grpSpPr bwMode="auto">
          <a:xfrm>
            <a:off x="5015136" y="4571851"/>
            <a:ext cx="533549" cy="533549"/>
            <a:chOff x="930" y="1434"/>
            <a:chExt cx="793" cy="793"/>
          </a:xfrm>
        </p:grpSpPr>
        <p:sp>
          <p:nvSpPr>
            <p:cNvPr id="48156" name="Oval 14"/>
            <p:cNvSpPr>
              <a:spLocks noChangeArrowheads="1"/>
            </p:cNvSpPr>
            <p:nvPr/>
          </p:nvSpPr>
          <p:spPr bwMode="auto">
            <a:xfrm>
              <a:off x="930" y="1434"/>
              <a:ext cx="793" cy="793"/>
            </a:xfrm>
            <a:prstGeom prst="ellips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800">
                <a:solidFill>
                  <a:prstClr val="black"/>
                </a:solidFill>
                <a:latin typeface="Calibri" pitchFamily="34" charset="0"/>
                <a:ea typeface="+mn-ea"/>
              </a:endParaRPr>
            </a:p>
          </p:txBody>
        </p:sp>
        <p:cxnSp>
          <p:nvCxnSpPr>
            <p:cNvPr id="48157" name="AutoShape 15"/>
            <p:cNvCxnSpPr>
              <a:cxnSpLocks noChangeShapeType="1"/>
            </p:cNvCxnSpPr>
            <p:nvPr/>
          </p:nvCxnSpPr>
          <p:spPr bwMode="auto">
            <a:xfrm flipV="1">
              <a:off x="1326" y="1473"/>
              <a:ext cx="0" cy="363"/>
            </a:xfrm>
            <a:prstGeom prst="straightConnector1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</p:cxnSp>
      </p:grpSp>
      <p:sp>
        <p:nvSpPr>
          <p:cNvPr id="48136" name="Cube 19"/>
          <p:cNvSpPr>
            <a:spLocks noChangeAspect="1"/>
          </p:cNvSpPr>
          <p:nvPr/>
        </p:nvSpPr>
        <p:spPr bwMode="auto">
          <a:xfrm>
            <a:off x="2520405" y="2624062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8137" name="Cube 20"/>
          <p:cNvSpPr>
            <a:spLocks noChangeAspect="1"/>
          </p:cNvSpPr>
          <p:nvPr/>
        </p:nvSpPr>
        <p:spPr bwMode="auto">
          <a:xfrm>
            <a:off x="2827363" y="2624062"/>
            <a:ext cx="1068214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8138" name="Cube 21"/>
          <p:cNvSpPr>
            <a:spLocks noChangeAspect="1"/>
          </p:cNvSpPr>
          <p:nvPr/>
        </p:nvSpPr>
        <p:spPr bwMode="auto">
          <a:xfrm>
            <a:off x="6351241" y="2632992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cxnSp>
        <p:nvCxnSpPr>
          <p:cNvPr id="48139" name="Straight Connector 24"/>
          <p:cNvCxnSpPr>
            <a:cxnSpLocks noChangeShapeType="1"/>
          </p:cNvCxnSpPr>
          <p:nvPr/>
        </p:nvCxnSpPr>
        <p:spPr bwMode="auto">
          <a:xfrm>
            <a:off x="3895576" y="4050580"/>
            <a:ext cx="129480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cxnSp>
        <p:nvCxnSpPr>
          <p:cNvPr id="48140" name="Straight Connector 28"/>
          <p:cNvCxnSpPr>
            <a:cxnSpLocks noChangeShapeType="1"/>
          </p:cNvCxnSpPr>
          <p:nvPr/>
        </p:nvCxnSpPr>
        <p:spPr bwMode="auto">
          <a:xfrm rot="5400000" flipH="1" flipV="1">
            <a:off x="5149640" y="4060067"/>
            <a:ext cx="308074" cy="306958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cxnSp>
        <p:nvCxnSpPr>
          <p:cNvPr id="48141" name="Straight Connector 32"/>
          <p:cNvCxnSpPr>
            <a:cxnSpLocks noChangeShapeType="1"/>
          </p:cNvCxnSpPr>
          <p:nvPr/>
        </p:nvCxnSpPr>
        <p:spPr bwMode="auto">
          <a:xfrm>
            <a:off x="5462737" y="4059509"/>
            <a:ext cx="129480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sp>
        <p:nvSpPr>
          <p:cNvPr id="48148" name="Cube 10"/>
          <p:cNvSpPr>
            <a:spLocks noChangeArrowheads="1"/>
          </p:cNvSpPr>
          <p:nvPr/>
        </p:nvSpPr>
        <p:spPr bwMode="auto">
          <a:xfrm>
            <a:off x="5150197" y="2632992"/>
            <a:ext cx="443136" cy="1734592"/>
          </a:xfrm>
          <a:prstGeom prst="cube">
            <a:avLst>
              <a:gd name="adj" fmla="val 70736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8149" name="Cube 22"/>
          <p:cNvSpPr>
            <a:spLocks noChangeAspect="1"/>
          </p:cNvSpPr>
          <p:nvPr/>
        </p:nvSpPr>
        <p:spPr bwMode="auto">
          <a:xfrm>
            <a:off x="5462736" y="2632992"/>
            <a:ext cx="1197695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cxnSp>
        <p:nvCxnSpPr>
          <p:cNvPr id="48150" name="Straight Connector 29"/>
          <p:cNvCxnSpPr>
            <a:cxnSpLocks noChangeShapeType="1"/>
          </p:cNvCxnSpPr>
          <p:nvPr/>
        </p:nvCxnSpPr>
        <p:spPr bwMode="auto">
          <a:xfrm rot="5400000" flipH="1" flipV="1">
            <a:off x="4747245" y="3346251"/>
            <a:ext cx="1426518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sp>
        <p:nvSpPr>
          <p:cNvPr id="8" name="Cube 7"/>
          <p:cNvSpPr/>
          <p:nvPr/>
        </p:nvSpPr>
        <p:spPr bwMode="auto">
          <a:xfrm>
            <a:off x="5288430" y="2632992"/>
            <a:ext cx="443135" cy="1734592"/>
          </a:xfrm>
          <a:prstGeom prst="cube">
            <a:avLst>
              <a:gd name="adj" fmla="val 7073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white"/>
              </a:solidFill>
              <a:latin typeface="Gill Sans" pitchFamily="34" charset="0"/>
            </a:endParaRPr>
          </a:p>
        </p:txBody>
      </p:sp>
      <p:sp>
        <p:nvSpPr>
          <p:cNvPr id="48152" name="Cube 4"/>
          <p:cNvSpPr>
            <a:spLocks noChangeArrowheads="1"/>
          </p:cNvSpPr>
          <p:nvPr/>
        </p:nvSpPr>
        <p:spPr bwMode="auto">
          <a:xfrm>
            <a:off x="5281910" y="2632992"/>
            <a:ext cx="1376288" cy="1734592"/>
          </a:xfrm>
          <a:prstGeom prst="cube">
            <a:avLst>
              <a:gd name="adj" fmla="val 22838"/>
            </a:avLst>
          </a:prstGeom>
          <a:noFill/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7" name="Cube 6"/>
          <p:cNvSpPr>
            <a:spLocks noChangeArrowheads="1"/>
          </p:cNvSpPr>
          <p:nvPr/>
        </p:nvSpPr>
        <p:spPr bwMode="auto">
          <a:xfrm>
            <a:off x="3449852" y="2624062"/>
            <a:ext cx="445724" cy="1734592"/>
          </a:xfrm>
          <a:prstGeom prst="cube">
            <a:avLst>
              <a:gd name="adj" fmla="val 70736"/>
            </a:avLst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48154" name="Cube 3"/>
          <p:cNvSpPr>
            <a:spLocks noChangeArrowheads="1"/>
          </p:cNvSpPr>
          <p:nvPr/>
        </p:nvSpPr>
        <p:spPr bwMode="auto">
          <a:xfrm>
            <a:off x="2520404" y="2624062"/>
            <a:ext cx="1375172" cy="1734592"/>
          </a:xfrm>
          <a:prstGeom prst="cube">
            <a:avLst>
              <a:gd name="adj" fmla="val 22551"/>
            </a:avLst>
          </a:prstGeom>
          <a:noFill/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8155" name="Cube 9"/>
          <p:cNvSpPr>
            <a:spLocks noChangeArrowheads="1"/>
          </p:cNvSpPr>
          <p:nvPr/>
        </p:nvSpPr>
        <p:spPr bwMode="auto">
          <a:xfrm>
            <a:off x="3581922" y="2624062"/>
            <a:ext cx="443135" cy="1734592"/>
          </a:xfrm>
          <a:prstGeom prst="cube">
            <a:avLst>
              <a:gd name="adj" fmla="val 70736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1323827" y="2828477"/>
            <a:ext cx="28885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y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1648644" y="2937866"/>
            <a:ext cx="575965" cy="1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1397497" y="3189014"/>
            <a:ext cx="504527" cy="2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9"/>
          <p:cNvSpPr txBox="1">
            <a:spLocks noChangeArrowheads="1"/>
          </p:cNvSpPr>
          <p:nvPr/>
        </p:nvSpPr>
        <p:spPr bwMode="auto">
          <a:xfrm>
            <a:off x="1852910" y="2828477"/>
            <a:ext cx="27602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z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1650877" y="2643187"/>
            <a:ext cx="354955" cy="2935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9"/>
          <p:cNvSpPr txBox="1">
            <a:spLocks noChangeArrowheads="1"/>
          </p:cNvSpPr>
          <p:nvPr/>
        </p:nvSpPr>
        <p:spPr bwMode="auto">
          <a:xfrm>
            <a:off x="1550417" y="2310556"/>
            <a:ext cx="28404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3715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B932-F9D0-4359-9A80-6959DEC8470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Boundary Exchange Example (II)</a:t>
            </a:r>
          </a:p>
        </p:txBody>
      </p:sp>
      <p:sp>
        <p:nvSpPr>
          <p:cNvPr id="41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Approach: two-stage execution</a:t>
            </a:r>
          </a:p>
          <a:p>
            <a:pPr lvl="1"/>
            <a:r>
              <a:rPr lang="en-US" dirty="0"/>
              <a:t>Stage 2: Compute the remaining points </a:t>
            </a:r>
            <a:r>
              <a:rPr lang="en-US" b="1" i="1" dirty="0"/>
              <a:t>while</a:t>
            </a:r>
            <a:r>
              <a:rPr lang="en-US" dirty="0"/>
              <a:t> exchanging the boundaries</a:t>
            </a: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 bwMode="auto">
          <a:xfrm>
            <a:off x="3225850" y="4568651"/>
            <a:ext cx="533549" cy="533549"/>
            <a:chOff x="930" y="1434"/>
            <a:chExt cx="793" cy="793"/>
          </a:xfrm>
        </p:grpSpPr>
        <p:sp>
          <p:nvSpPr>
            <p:cNvPr id="49187" name="Oval 14"/>
            <p:cNvSpPr>
              <a:spLocks noChangeArrowheads="1"/>
            </p:cNvSpPr>
            <p:nvPr/>
          </p:nvSpPr>
          <p:spPr bwMode="auto">
            <a:xfrm>
              <a:off x="930" y="1434"/>
              <a:ext cx="793" cy="793"/>
            </a:xfrm>
            <a:prstGeom prst="ellips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800">
                <a:solidFill>
                  <a:prstClr val="black"/>
                </a:solidFill>
                <a:latin typeface="Calibri" pitchFamily="34" charset="0"/>
                <a:ea typeface="+mn-ea"/>
              </a:endParaRPr>
            </a:p>
          </p:txBody>
        </p:sp>
        <p:cxnSp>
          <p:nvCxnSpPr>
            <p:cNvPr id="49188" name="AutoShape 15"/>
            <p:cNvCxnSpPr>
              <a:cxnSpLocks noChangeShapeType="1"/>
            </p:cNvCxnSpPr>
            <p:nvPr/>
          </p:nvCxnSpPr>
          <p:spPr bwMode="auto">
            <a:xfrm flipV="1">
              <a:off x="1326" y="1473"/>
              <a:ext cx="0" cy="363"/>
            </a:xfrm>
            <a:prstGeom prst="straightConnector1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</p:cxnSp>
      </p:grpSp>
      <p:sp>
        <p:nvSpPr>
          <p:cNvPr id="15" name="Rectangle 14"/>
          <p:cNvSpPr/>
          <p:nvPr/>
        </p:nvSpPr>
        <p:spPr>
          <a:xfrm>
            <a:off x="2520404" y="4568650"/>
            <a:ext cx="575965" cy="503411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</a:rPr>
              <a:t>GPU1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92676" y="4568650"/>
            <a:ext cx="577081" cy="503411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</a:rPr>
              <a:t>GPU2</a:t>
            </a:r>
          </a:p>
        </p:txBody>
      </p:sp>
      <p:grpSp>
        <p:nvGrpSpPr>
          <p:cNvPr id="4" name="Group 13"/>
          <p:cNvGrpSpPr>
            <a:grpSpLocks noChangeAspect="1"/>
          </p:cNvGrpSpPr>
          <p:nvPr/>
        </p:nvGrpSpPr>
        <p:grpSpPr bwMode="auto">
          <a:xfrm>
            <a:off x="5015136" y="4568651"/>
            <a:ext cx="533549" cy="533549"/>
            <a:chOff x="930" y="1434"/>
            <a:chExt cx="793" cy="793"/>
          </a:xfrm>
        </p:grpSpPr>
        <p:sp>
          <p:nvSpPr>
            <p:cNvPr id="49185" name="Oval 14"/>
            <p:cNvSpPr>
              <a:spLocks noChangeArrowheads="1"/>
            </p:cNvSpPr>
            <p:nvPr/>
          </p:nvSpPr>
          <p:spPr bwMode="auto">
            <a:xfrm>
              <a:off x="930" y="1434"/>
              <a:ext cx="793" cy="793"/>
            </a:xfrm>
            <a:prstGeom prst="ellips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s-ES" sz="1800">
                <a:solidFill>
                  <a:prstClr val="black"/>
                </a:solidFill>
                <a:latin typeface="Calibri" pitchFamily="34" charset="0"/>
                <a:ea typeface="+mn-ea"/>
              </a:endParaRPr>
            </a:p>
          </p:txBody>
        </p:sp>
        <p:cxnSp>
          <p:nvCxnSpPr>
            <p:cNvPr id="49186" name="AutoShape 15"/>
            <p:cNvCxnSpPr>
              <a:cxnSpLocks noChangeShapeType="1"/>
            </p:cNvCxnSpPr>
            <p:nvPr/>
          </p:nvCxnSpPr>
          <p:spPr bwMode="auto">
            <a:xfrm flipV="1">
              <a:off x="1326" y="1473"/>
              <a:ext cx="0" cy="363"/>
            </a:xfrm>
            <a:prstGeom prst="straightConnector1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</p:spPr>
        </p:cxnSp>
      </p:grpSp>
      <p:sp>
        <p:nvSpPr>
          <p:cNvPr id="49160" name="Cube 19"/>
          <p:cNvSpPr>
            <a:spLocks noChangeAspect="1"/>
          </p:cNvSpPr>
          <p:nvPr/>
        </p:nvSpPr>
        <p:spPr bwMode="auto">
          <a:xfrm>
            <a:off x="2520405" y="2620863"/>
            <a:ext cx="306958" cy="1735708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9161" name="Cube 20"/>
          <p:cNvSpPr>
            <a:spLocks noChangeAspect="1"/>
          </p:cNvSpPr>
          <p:nvPr/>
        </p:nvSpPr>
        <p:spPr bwMode="auto">
          <a:xfrm>
            <a:off x="2827363" y="2620862"/>
            <a:ext cx="1068214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9162" name="Cube 21"/>
          <p:cNvSpPr>
            <a:spLocks noChangeAspect="1"/>
          </p:cNvSpPr>
          <p:nvPr/>
        </p:nvSpPr>
        <p:spPr bwMode="auto">
          <a:xfrm>
            <a:off x="6351241" y="2629792"/>
            <a:ext cx="306958" cy="1734592"/>
          </a:xfrm>
          <a:prstGeom prst="cube">
            <a:avLst>
              <a:gd name="adj" fmla="val 10000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cxnSp>
        <p:nvCxnSpPr>
          <p:cNvPr id="49163" name="Straight Connector 32"/>
          <p:cNvCxnSpPr>
            <a:cxnSpLocks noChangeShapeType="1"/>
          </p:cNvCxnSpPr>
          <p:nvPr/>
        </p:nvCxnSpPr>
        <p:spPr bwMode="auto">
          <a:xfrm>
            <a:off x="5462737" y="4056309"/>
            <a:ext cx="129480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sp>
        <p:nvSpPr>
          <p:cNvPr id="49164" name="TextBox 10"/>
          <p:cNvSpPr txBox="1">
            <a:spLocks noChangeArrowheads="1"/>
          </p:cNvSpPr>
          <p:nvPr/>
        </p:nvSpPr>
        <p:spPr bwMode="auto">
          <a:xfrm>
            <a:off x="1323827" y="2828477"/>
            <a:ext cx="28885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y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648644" y="2937866"/>
            <a:ext cx="575965" cy="1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1397497" y="3189014"/>
            <a:ext cx="504527" cy="2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167" name="TextBox 9"/>
          <p:cNvSpPr txBox="1">
            <a:spLocks noChangeArrowheads="1"/>
          </p:cNvSpPr>
          <p:nvPr/>
        </p:nvSpPr>
        <p:spPr bwMode="auto">
          <a:xfrm>
            <a:off x="1852910" y="2828477"/>
            <a:ext cx="27602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z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1650877" y="2643187"/>
            <a:ext cx="354955" cy="2935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169" name="TextBox 9"/>
          <p:cNvSpPr txBox="1">
            <a:spLocks noChangeArrowheads="1"/>
          </p:cNvSpPr>
          <p:nvPr/>
        </p:nvSpPr>
        <p:spPr bwMode="auto">
          <a:xfrm>
            <a:off x="1550417" y="2310556"/>
            <a:ext cx="284042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5" tIns="45718" rIns="91435" bIns="45718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 pitchFamily="34" charset="0"/>
                <a:ea typeface="+mn-ea"/>
              </a:rPr>
              <a:t>x</a:t>
            </a:r>
          </a:p>
        </p:txBody>
      </p:sp>
      <p:sp>
        <p:nvSpPr>
          <p:cNvPr id="49170" name="Cube 22"/>
          <p:cNvSpPr>
            <a:spLocks noChangeAspect="1"/>
          </p:cNvSpPr>
          <p:nvPr/>
        </p:nvSpPr>
        <p:spPr bwMode="auto">
          <a:xfrm>
            <a:off x="5462736" y="2629792"/>
            <a:ext cx="1197695" cy="1426518"/>
          </a:xfrm>
          <a:prstGeom prst="cube">
            <a:avLst>
              <a:gd name="adj" fmla="val 0"/>
            </a:avLst>
          </a:prstGeom>
          <a:noFill/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cxnSp>
        <p:nvCxnSpPr>
          <p:cNvPr id="49171" name="Straight Connector 29"/>
          <p:cNvCxnSpPr>
            <a:cxnSpLocks noChangeShapeType="1"/>
          </p:cNvCxnSpPr>
          <p:nvPr/>
        </p:nvCxnSpPr>
        <p:spPr bwMode="auto">
          <a:xfrm rot="5400000" flipH="1" flipV="1">
            <a:off x="4747245" y="3343051"/>
            <a:ext cx="1426518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cxnSp>
        <p:nvCxnSpPr>
          <p:cNvPr id="49172" name="Straight Connector 28"/>
          <p:cNvCxnSpPr>
            <a:cxnSpLocks noChangeShapeType="1"/>
          </p:cNvCxnSpPr>
          <p:nvPr/>
        </p:nvCxnSpPr>
        <p:spPr bwMode="auto">
          <a:xfrm rot="5400000" flipH="1" flipV="1">
            <a:off x="5149640" y="4056867"/>
            <a:ext cx="308074" cy="306958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sp>
        <p:nvSpPr>
          <p:cNvPr id="32" name="Cube 31"/>
          <p:cNvSpPr>
            <a:spLocks noChangeArrowheads="1"/>
          </p:cNvSpPr>
          <p:nvPr/>
        </p:nvSpPr>
        <p:spPr bwMode="auto">
          <a:xfrm>
            <a:off x="3452441" y="2620863"/>
            <a:ext cx="443135" cy="1735708"/>
          </a:xfrm>
          <a:prstGeom prst="cube">
            <a:avLst>
              <a:gd name="adj" fmla="val 70736"/>
            </a:avLst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49174" name="Cube 10"/>
          <p:cNvSpPr>
            <a:spLocks noChangeArrowheads="1"/>
          </p:cNvSpPr>
          <p:nvPr/>
        </p:nvSpPr>
        <p:spPr bwMode="auto">
          <a:xfrm>
            <a:off x="5150197" y="2629792"/>
            <a:ext cx="443136" cy="1734592"/>
          </a:xfrm>
          <a:prstGeom prst="cube">
            <a:avLst>
              <a:gd name="adj" fmla="val 70736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8" name="Cube 7"/>
          <p:cNvSpPr/>
          <p:nvPr/>
        </p:nvSpPr>
        <p:spPr bwMode="auto">
          <a:xfrm>
            <a:off x="5288607" y="2629792"/>
            <a:ext cx="442020" cy="1734592"/>
          </a:xfrm>
          <a:prstGeom prst="cube">
            <a:avLst>
              <a:gd name="adj" fmla="val 7073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white"/>
              </a:solidFill>
              <a:latin typeface="Gill Sans" pitchFamily="34" charset="0"/>
            </a:endParaRPr>
          </a:p>
        </p:txBody>
      </p:sp>
      <p:sp>
        <p:nvSpPr>
          <p:cNvPr id="51" name="Cube 50"/>
          <p:cNvSpPr>
            <a:spLocks noChangeArrowheads="1"/>
          </p:cNvSpPr>
          <p:nvPr/>
        </p:nvSpPr>
        <p:spPr bwMode="auto">
          <a:xfrm>
            <a:off x="2520405" y="2620863"/>
            <a:ext cx="1238994" cy="1735708"/>
          </a:xfrm>
          <a:prstGeom prst="cube">
            <a:avLst>
              <a:gd name="adj" fmla="val 24708"/>
            </a:avLst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49177" name="Cube 6"/>
          <p:cNvSpPr>
            <a:spLocks noChangeArrowheads="1"/>
          </p:cNvSpPr>
          <p:nvPr/>
        </p:nvSpPr>
        <p:spPr bwMode="auto">
          <a:xfrm>
            <a:off x="3437929" y="2620863"/>
            <a:ext cx="442020" cy="1735708"/>
          </a:xfrm>
          <a:prstGeom prst="cube">
            <a:avLst>
              <a:gd name="adj" fmla="val 70736"/>
            </a:avLst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49178" name="Cube 3"/>
          <p:cNvSpPr>
            <a:spLocks noChangeArrowheads="1"/>
          </p:cNvSpPr>
          <p:nvPr/>
        </p:nvSpPr>
        <p:spPr bwMode="auto">
          <a:xfrm>
            <a:off x="2520404" y="2620863"/>
            <a:ext cx="1375172" cy="1735708"/>
          </a:xfrm>
          <a:prstGeom prst="cube">
            <a:avLst>
              <a:gd name="adj" fmla="val 22551"/>
            </a:avLst>
          </a:prstGeom>
          <a:noFill/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cxnSp>
        <p:nvCxnSpPr>
          <p:cNvPr id="49179" name="Straight Connector 24"/>
          <p:cNvCxnSpPr>
            <a:cxnSpLocks noChangeShapeType="1"/>
          </p:cNvCxnSpPr>
          <p:nvPr/>
        </p:nvCxnSpPr>
        <p:spPr bwMode="auto">
          <a:xfrm>
            <a:off x="3895576" y="4047380"/>
            <a:ext cx="129480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</p:cxnSp>
      <p:sp>
        <p:nvSpPr>
          <p:cNvPr id="50" name="Cube 49"/>
          <p:cNvSpPr>
            <a:spLocks noChangeArrowheads="1"/>
          </p:cNvSpPr>
          <p:nvPr/>
        </p:nvSpPr>
        <p:spPr bwMode="auto">
          <a:xfrm>
            <a:off x="3581922" y="2627857"/>
            <a:ext cx="443135" cy="1735708"/>
          </a:xfrm>
          <a:prstGeom prst="cube">
            <a:avLst>
              <a:gd name="adj" fmla="val 70736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0" name="Cube 39"/>
          <p:cNvSpPr/>
          <p:nvPr/>
        </p:nvSpPr>
        <p:spPr bwMode="auto">
          <a:xfrm>
            <a:off x="5294189" y="2629792"/>
            <a:ext cx="443135" cy="1734592"/>
          </a:xfrm>
          <a:prstGeom prst="cube">
            <a:avLst>
              <a:gd name="adj" fmla="val 70735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white"/>
              </a:solidFill>
              <a:latin typeface="Gill Sans" pitchFamily="34" charset="0"/>
            </a:endParaRPr>
          </a:p>
        </p:txBody>
      </p:sp>
      <p:sp>
        <p:nvSpPr>
          <p:cNvPr id="53" name="Cube 52"/>
          <p:cNvSpPr/>
          <p:nvPr/>
        </p:nvSpPr>
        <p:spPr bwMode="auto">
          <a:xfrm>
            <a:off x="5403578" y="2636489"/>
            <a:ext cx="1256854" cy="1734592"/>
          </a:xfrm>
          <a:prstGeom prst="cube">
            <a:avLst>
              <a:gd name="adj" fmla="val 2471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  <a:defRPr/>
            </a:pPr>
            <a:endParaRPr lang="en-US" sz="1800">
              <a:solidFill>
                <a:prstClr val="white"/>
              </a:solidFill>
              <a:latin typeface="Gill Sans" pitchFamily="34" charset="0"/>
            </a:endParaRPr>
          </a:p>
        </p:txBody>
      </p:sp>
      <p:sp>
        <p:nvSpPr>
          <p:cNvPr id="49183" name="Cube 4"/>
          <p:cNvSpPr>
            <a:spLocks noChangeArrowheads="1"/>
          </p:cNvSpPr>
          <p:nvPr/>
        </p:nvSpPr>
        <p:spPr bwMode="auto">
          <a:xfrm>
            <a:off x="5281910" y="2629792"/>
            <a:ext cx="1376288" cy="1734592"/>
          </a:xfrm>
          <a:prstGeom prst="cube">
            <a:avLst>
              <a:gd name="adj" fmla="val 22838"/>
            </a:avLst>
          </a:prstGeom>
          <a:noFill/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  <p:sp>
        <p:nvSpPr>
          <p:cNvPr id="49184" name="Cube 9"/>
          <p:cNvSpPr>
            <a:spLocks noChangeArrowheads="1"/>
          </p:cNvSpPr>
          <p:nvPr/>
        </p:nvSpPr>
        <p:spPr bwMode="auto">
          <a:xfrm>
            <a:off x="3581922" y="2620863"/>
            <a:ext cx="443135" cy="1735708"/>
          </a:xfrm>
          <a:prstGeom prst="cube">
            <a:avLst>
              <a:gd name="adj" fmla="val 70736"/>
            </a:avLst>
          </a:prstGeom>
          <a:noFill/>
          <a:ln w="2540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64291" tIns="32146" rIns="64291" bIns="32146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748951" algn="l"/>
              </a:tabLst>
            </a:pPr>
            <a:endParaRPr lang="es-ES" sz="1800">
              <a:solidFill>
                <a:prstClr val="black"/>
              </a:solidFill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592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85938E-7 -4.27177E-6 L -0.05042 0.05338 C -0.06079 0.06526 -0.07642 0.07193 -0.09265 0.07193 C -0.11145 0.07193 -0.12659 0.06526 -0.13672 0.05338 L -0.18652 -4.27177E-6 " pathEditMode="relative" rAng="0" ptsTypes="FffFF">
                                      <p:cBhvr>
                                        <p:cTn id="10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00" y="36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44415E-6 3.87433E-7 L 0.04957 0.05339 C 0.05982 0.06528 0.07533 0.07195 0.09169 0.07195 C 0.11037 0.07195 0.12526 0.06528 0.13564 0.05339 L 0.18569 3.87433E-7 " pathEditMode="relative" rAng="0" ptsTypes="FffFF">
                                      <p:cBhvr>
                                        <p:cTn id="12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00" y="36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1" grpId="0" animBg="1"/>
      <p:bldP spid="50" grpId="0" animBg="1"/>
      <p:bldP spid="40" grpId="0" animBg="1"/>
      <p:bldP spid="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B2683-4E39-40C7-AE27-C6A6D6672FC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Stencil Code: Compute Process (IV)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57200" y="1205925"/>
            <a:ext cx="8229600" cy="47705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</a:t>
            </a:r>
            <a:r>
              <a:rPr lang="en-US" sz="1600" dirty="0">
                <a:solidFill>
                  <a:srgbClr val="F79646"/>
                </a:solidFill>
                <a:latin typeface="Consolas" pitchFamily="49" charset="0"/>
                <a:ea typeface="+mn-ea"/>
                <a:cs typeface="Consolas" pitchFamily="49" charset="0"/>
              </a:rPr>
              <a:t>for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srgbClr val="9BBB59"/>
                </a:solidFill>
                <a:latin typeface="Consolas" pitchFamily="49" charset="0"/>
                <a:ea typeface="+mn-ea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=0;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&lt;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nreps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++) {</a:t>
            </a:r>
          </a:p>
          <a:p>
            <a:pPr lvl="1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</a:t>
            </a:r>
            <a:r>
              <a:rPr lang="en-US" sz="1600" dirty="0">
                <a:solidFill>
                  <a:srgbClr val="4F81BD"/>
                </a:solidFill>
                <a:latin typeface="Consolas" pitchFamily="49" charset="0"/>
                <a:ea typeface="+mn-ea"/>
                <a:cs typeface="Consolas" pitchFamily="49" charset="0"/>
              </a:rPr>
              <a:t>/* Compute values needed by other nodes first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launch_kernel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left_stage1_offset, 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left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_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stage1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_offset,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dimx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dimy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12,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launch_kernel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right_stage1_offset,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right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_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stage1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_offset,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dimx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dimy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12,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4F81BD"/>
                </a:solidFill>
                <a:latin typeface="Consolas" pitchFamily="49" charset="0"/>
                <a:ea typeface="+mn-ea"/>
                <a:cs typeface="Consolas" pitchFamily="49" charset="0"/>
              </a:rPr>
              <a:t>/* Compute the remaining points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launch_kernel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stage2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_offset,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stage2_offset,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dimx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dimy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dimz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stream2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4F81BD"/>
                </a:solidFill>
                <a:latin typeface="Consolas" pitchFamily="49" charset="0"/>
                <a:ea typeface="+mn-ea"/>
                <a:cs typeface="Consolas" pitchFamily="49" charset="0"/>
              </a:rPr>
              <a:t>/* Copy the data needed by other nodes to the host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cudaMemcpyAsync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h_left_ghost_own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num_ghost_bytes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cudaMemcpyDeviceToHost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cudaMemcpyAsync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h_right_ghost_own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right_stage1_offset +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num_ghost_bytes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cudaMemcpyDeviceToHost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cudaStreamSynchronize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1296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5D6B7C-D248-4A36-AA7F-CECDFC6EE58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Stencil Code: Compute Process (V)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57200" y="851358"/>
            <a:ext cx="8229600" cy="550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1F497D"/>
                </a:solidFill>
                <a:latin typeface="Consolas" pitchFamily="49" charset="0"/>
                <a:ea typeface="+mn-ea"/>
                <a:cs typeface="Consolas" pitchFamily="49" charset="0"/>
              </a:rPr>
              <a:t>/* Send data to left, get data from right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MPI_Sendrecv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h_left_ghost_own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MPI_REAL,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left_neighbor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h_right_ghost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MPI_REAL, 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right_neighbor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MPI_COMM_WORLD, &amp;status);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1F497D"/>
                </a:solidFill>
                <a:latin typeface="Consolas" pitchFamily="49" charset="0"/>
                <a:ea typeface="+mn-ea"/>
                <a:cs typeface="Consolas" pitchFamily="49" charset="0"/>
              </a:rPr>
              <a:t>/* Send data to right, get data from left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MPI_Sendrecv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h_right_ghost_own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MPI_REAL,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right_neighbor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h_left_ghost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MPI_REAL, 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left_neighbor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MPI_COMM_WORLD, &amp;status);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cudaMemcpyAsync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d_output+left_ghost_offset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h_left_ghost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num_ghost_bytes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cudaMemcpyHostToDevice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cudaMemcpyAsync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d_output+right_ghost_offset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h_right_ghost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num_ghost_bytes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cudaMemcpyHostToDevice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stream1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cudaDeviceSynchronize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float *temp =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= temp;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19600" y="5131833"/>
            <a:ext cx="2371719" cy="5161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streams</a:t>
            </a:r>
            <a:r>
              <a:rPr lang="es-ES" dirty="0"/>
              <a:t> </a:t>
            </a:r>
            <a:r>
              <a:rPr lang="es-ES" dirty="0" err="1"/>
              <a:t>synced</a:t>
            </a:r>
            <a:endParaRPr lang="en-GB" dirty="0"/>
          </a:p>
        </p:txBody>
      </p:sp>
      <p:cxnSp>
        <p:nvCxnSpPr>
          <p:cNvPr id="5" name="Straight Arrow Connector 4"/>
          <p:cNvCxnSpPr>
            <a:stCxn id="3" idx="1"/>
          </p:cNvCxnSpPr>
          <p:nvPr/>
        </p:nvCxnSpPr>
        <p:spPr>
          <a:xfrm flipH="1" flipV="1">
            <a:off x="3962400" y="5284233"/>
            <a:ext cx="457200" cy="105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84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64930-69CE-4B31-8B14-E7B1A8FB031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s-ES" dirty="0"/>
              <a:t>CUDA-</a:t>
            </a:r>
            <a:r>
              <a:rPr lang="es-ES" dirty="0" err="1"/>
              <a:t>Aware</a:t>
            </a:r>
            <a:r>
              <a:rPr lang="es-ES" dirty="0"/>
              <a:t> MPI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MPI implementations provide optimized CUDA paths</a:t>
            </a:r>
          </a:p>
          <a:p>
            <a:pPr lvl="1"/>
            <a:r>
              <a:rPr lang="en-US" dirty="0"/>
              <a:t>Understand CUDA pointers (no intermediate copies!)</a:t>
            </a:r>
          </a:p>
          <a:p>
            <a:pPr lvl="1"/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nodes</a:t>
            </a:r>
            <a:r>
              <a:rPr lang="es-ES" dirty="0"/>
              <a:t>: </a:t>
            </a:r>
            <a:r>
              <a:rPr lang="es-ES" dirty="0" err="1"/>
              <a:t>Optimized</a:t>
            </a:r>
            <a:r>
              <a:rPr lang="es-ES" dirty="0"/>
              <a:t> GPU-</a:t>
            </a:r>
            <a:r>
              <a:rPr lang="es-ES" dirty="0" err="1"/>
              <a:t>network</a:t>
            </a:r>
            <a:r>
              <a:rPr lang="es-ES" dirty="0"/>
              <a:t> </a:t>
            </a:r>
            <a:r>
              <a:rPr lang="es-ES" dirty="0" err="1"/>
              <a:t>pipelined</a:t>
            </a:r>
            <a:r>
              <a:rPr lang="es-ES" dirty="0"/>
              <a:t> </a:t>
            </a:r>
            <a:r>
              <a:rPr lang="es-ES" dirty="0" err="1"/>
              <a:t>transfers</a:t>
            </a:r>
            <a:endParaRPr lang="es-ES" dirty="0"/>
          </a:p>
          <a:p>
            <a:pPr lvl="2"/>
            <a:r>
              <a:rPr lang="es-ES" dirty="0" err="1"/>
              <a:t>GPUDirect</a:t>
            </a:r>
            <a:r>
              <a:rPr lang="es-ES" dirty="0"/>
              <a:t> RDMA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available</a:t>
            </a:r>
            <a:endParaRPr lang="en-US" dirty="0"/>
          </a:p>
          <a:p>
            <a:pPr lvl="1"/>
            <a:r>
              <a:rPr lang="en-US" dirty="0"/>
              <a:t>Same node: Use shared memory across processes</a:t>
            </a:r>
          </a:p>
          <a:p>
            <a:pPr lvl="2"/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cudaIpc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Open,Get,Close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MemHandle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dirty="0">
                <a:latin typeface="+mj-lt"/>
                <a:cs typeface="Consolas" panose="020B0609020204030204" pitchFamily="49" charset="0"/>
              </a:rPr>
              <a:t>No </a:t>
            </a:r>
            <a:r>
              <a:rPr lang="en-US" i="1" dirty="0"/>
              <a:t>internal</a:t>
            </a:r>
            <a:r>
              <a:rPr lang="en-US" dirty="0">
                <a:latin typeface="+mj-lt"/>
                <a:cs typeface="Consolas" panose="020B0609020204030204" pitchFamily="49" charset="0"/>
              </a:rPr>
              <a:t> intermediate copies!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Available</a:t>
            </a:r>
          </a:p>
          <a:p>
            <a:pPr lvl="1"/>
            <a:r>
              <a:rPr lang="en-US" dirty="0" err="1"/>
              <a:t>OpenMPI</a:t>
            </a:r>
            <a:r>
              <a:rPr lang="en-US" dirty="0"/>
              <a:t> &gt;= 1.7</a:t>
            </a:r>
          </a:p>
          <a:p>
            <a:pPr lvl="1"/>
            <a:r>
              <a:rPr lang="en-US" dirty="0"/>
              <a:t>MVAPICH2 &gt;= 1.8</a:t>
            </a:r>
          </a:p>
          <a:p>
            <a:pPr lvl="1"/>
            <a:r>
              <a:rPr lang="en-US" dirty="0"/>
              <a:t>CRAY MPI &gt;= MPT 5.6.2</a:t>
            </a:r>
          </a:p>
          <a:p>
            <a:pPr lvl="1"/>
            <a:r>
              <a:rPr lang="en-US" dirty="0"/>
              <a:t>IBM Platform MPI &gt;= 8.3</a:t>
            </a:r>
          </a:p>
          <a:p>
            <a:pPr lvl="1"/>
            <a:r>
              <a:rPr lang="en-US" dirty="0"/>
              <a:t>SGI MPI &gt;= 1.08</a:t>
            </a:r>
          </a:p>
        </p:txBody>
      </p:sp>
    </p:spTree>
    <p:extLst>
      <p:ext uri="{BB962C8B-B14F-4D97-AF65-F5344CB8AC3E}">
        <p14:creationId xmlns:p14="http://schemas.microsoft.com/office/powerpoint/2010/main" val="141717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B12A6-712A-48DD-B09D-E2018607110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Stencil Code: Compute Process (IV) CUDA-aware MPI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57200" y="1205925"/>
            <a:ext cx="8229600" cy="32932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</a:t>
            </a:r>
            <a:r>
              <a:rPr lang="en-US" sz="1600" dirty="0">
                <a:solidFill>
                  <a:srgbClr val="F79646"/>
                </a:solidFill>
                <a:latin typeface="Consolas" pitchFamily="49" charset="0"/>
                <a:ea typeface="+mn-ea"/>
                <a:cs typeface="Consolas" pitchFamily="49" charset="0"/>
              </a:rPr>
              <a:t>for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srgbClr val="9BBB59"/>
                </a:solidFill>
                <a:latin typeface="Consolas" pitchFamily="49" charset="0"/>
                <a:ea typeface="+mn-ea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=0; I &lt;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nreps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++) {</a:t>
            </a:r>
          </a:p>
          <a:p>
            <a:pPr lvl="1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</a:t>
            </a:r>
            <a:r>
              <a:rPr lang="en-US" sz="1600" dirty="0">
                <a:solidFill>
                  <a:srgbClr val="4F81BD"/>
                </a:solidFill>
                <a:latin typeface="Consolas" pitchFamily="49" charset="0"/>
                <a:ea typeface="+mn-ea"/>
                <a:cs typeface="Consolas" pitchFamily="49" charset="0"/>
              </a:rPr>
              <a:t>/* Compute values needed by other nodes first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launch_kernel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left_stage1_offset, 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left_stage1_offset,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dimx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dimy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12, stream1);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launch_kernel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right_stage1_offset,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right_stage1_offset,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dimx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dimy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12, stream1);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4F81BD"/>
                </a:solidFill>
                <a:latin typeface="Consolas" pitchFamily="49" charset="0"/>
                <a:ea typeface="+mn-ea"/>
                <a:cs typeface="Consolas" pitchFamily="49" charset="0"/>
              </a:rPr>
              <a:t>/* Compute the remaining points */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launch_kernel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stage2_offset,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+ stage2_offset,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dimx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dimy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dimz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stream2);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4F81BD"/>
                </a:solidFill>
                <a:latin typeface="Consolas" pitchFamily="49" charset="0"/>
                <a:cs typeface="Consolas" pitchFamily="49" charset="0"/>
              </a:rPr>
              <a:t>/* Wait for points in the boundary to be computed */</a:t>
            </a: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cudaStreamSynchronize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(stream1);</a:t>
            </a: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2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68DB6-E6BF-4CCC-9B2D-95A067FB3CF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Stencil Code: Compute Process (V) CUDA-aware MPI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57200" y="1205925"/>
            <a:ext cx="8229600" cy="47705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1F497D"/>
                </a:solidFill>
                <a:latin typeface="Consolas" pitchFamily="49" charset="0"/>
                <a:ea typeface="+mn-ea"/>
                <a:cs typeface="Consolas" pitchFamily="49" charset="0"/>
              </a:rPr>
              <a:t>/* Send data to left, get data from right */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MPI_Sendrecv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d_output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+num_ghost_points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			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MPI_REAL,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left_neighbor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d_output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+right_ghost_offset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MPI_REAL,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right_neighbor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MPI_COMM_WORLD, &amp;status);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>
                <a:solidFill>
                  <a:srgbClr val="1F497D"/>
                </a:solidFill>
                <a:latin typeface="Consolas" pitchFamily="49" charset="0"/>
                <a:ea typeface="+mn-ea"/>
                <a:cs typeface="Consolas" pitchFamily="49" charset="0"/>
              </a:rPr>
              <a:t>/* Send data to right, get data from left */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MPI_Sendrecv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+right_stage1_offset+num_ghost_points, 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                  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MPI_REAL,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right_neighbor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                   </a:t>
            </a:r>
            <a:r>
              <a:rPr lang="en-US" sz="1600" b="1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d_output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+left_ghost_offset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num_ghost_points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MPI_REAL,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left_neighbor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			MPI_COMM_WORLD, &amp;status);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prstClr val="black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cudaStreamSynchronize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(stream2);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float *temp =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	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d_output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d_input</a:t>
            </a: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 = temp;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onsolas" pitchFamily="49" charset="0"/>
                <a:ea typeface="+mn-ea"/>
                <a:cs typeface="Consolas" pitchFamily="49" charset="0"/>
              </a:rPr>
              <a:t>	}-</a:t>
            </a:r>
          </a:p>
        </p:txBody>
      </p:sp>
    </p:spTree>
    <p:extLst>
      <p:ext uri="{BB962C8B-B14F-4D97-AF65-F5344CB8AC3E}">
        <p14:creationId xmlns:p14="http://schemas.microsoft.com/office/powerpoint/2010/main" val="70185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98132-56D9-4AE8-BA9F-038C6DB4A9C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and MPI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MPI Processes </a:t>
            </a:r>
            <a:r>
              <a:rPr lang="en-US" i="1" dirty="0"/>
              <a:t>can</a:t>
            </a:r>
            <a:r>
              <a:rPr lang="en-US" dirty="0"/>
              <a:t> handle more than one GPU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Peer GPU-to-GPU communication without need for MPI</a:t>
            </a:r>
          </a:p>
          <a:p>
            <a:endParaRPr lang="en-US" dirty="0"/>
          </a:p>
          <a:p>
            <a:r>
              <a:rPr lang="en-US" dirty="0"/>
              <a:t>Several MPI processes sharing the same GPU introduce context switch overheads....</a:t>
            </a:r>
          </a:p>
          <a:p>
            <a:r>
              <a:rPr lang="en-US" dirty="0"/>
              <a:t>... but Hyper-Q in </a:t>
            </a:r>
            <a:r>
              <a:rPr lang="en-US" dirty="0" err="1"/>
              <a:t>Kepler</a:t>
            </a:r>
            <a:r>
              <a:rPr lang="en-US" dirty="0"/>
              <a:t> greatly reduces such overheads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6045200" y="1300064"/>
            <a:ext cx="1041400" cy="7447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GPU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5200" y="2624131"/>
            <a:ext cx="1041400" cy="7447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GPU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950" y="1329308"/>
            <a:ext cx="1562100" cy="686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Device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8950" y="2653374"/>
            <a:ext cx="1562100" cy="686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Device Memory</a:t>
            </a:r>
          </a:p>
        </p:txBody>
      </p:sp>
      <p:cxnSp>
        <p:nvCxnSpPr>
          <p:cNvPr id="19" name="Straight Connector 18"/>
          <p:cNvCxnSpPr>
            <a:stCxn id="15" idx="1"/>
            <a:endCxn id="17" idx="3"/>
          </p:cNvCxnSpPr>
          <p:nvPr/>
        </p:nvCxnSpPr>
        <p:spPr>
          <a:xfrm flipH="1">
            <a:off x="5861050" y="1672424"/>
            <a:ext cx="18415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6" idx="1"/>
            <a:endCxn id="18" idx="3"/>
          </p:cNvCxnSpPr>
          <p:nvPr/>
        </p:nvCxnSpPr>
        <p:spPr>
          <a:xfrm flipH="1">
            <a:off x="5861050" y="2996491"/>
            <a:ext cx="1841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loud 20"/>
          <p:cNvSpPr/>
          <p:nvPr/>
        </p:nvSpPr>
        <p:spPr>
          <a:xfrm>
            <a:off x="1390649" y="1862131"/>
            <a:ext cx="2450353" cy="100140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white"/>
                </a:solidFill>
              </a:rPr>
              <a:t>MPI Process N</a:t>
            </a:r>
          </a:p>
        </p:txBody>
      </p:sp>
      <p:cxnSp>
        <p:nvCxnSpPr>
          <p:cNvPr id="27" name="Curved Connector 26"/>
          <p:cNvCxnSpPr>
            <a:stCxn id="21" idx="3"/>
            <a:endCxn id="17" idx="1"/>
          </p:cNvCxnSpPr>
          <p:nvPr/>
        </p:nvCxnSpPr>
        <p:spPr>
          <a:xfrm rot="5400000" flipH="1" flipV="1">
            <a:off x="3333907" y="954344"/>
            <a:ext cx="246962" cy="1683124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21" idx="1"/>
            <a:endCxn id="18" idx="1"/>
          </p:cNvCxnSpPr>
          <p:nvPr/>
        </p:nvCxnSpPr>
        <p:spPr>
          <a:xfrm rot="16200000" flipH="1">
            <a:off x="3390378" y="2087918"/>
            <a:ext cx="134021" cy="1683124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88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29285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</TotalTime>
  <Words>2696</Words>
  <Application>Microsoft Office PowerPoint</Application>
  <PresentationFormat>On-screen Show (4:3)</PresentationFormat>
  <Paragraphs>391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Consolas</vt:lpstr>
      <vt:lpstr>Gill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</cp:lastModifiedBy>
  <cp:revision>64</cp:revision>
  <dcterms:created xsi:type="dcterms:W3CDTF">2022-03-30T06:33:52Z</dcterms:created>
  <dcterms:modified xsi:type="dcterms:W3CDTF">2022-11-22T17:26:25Z</dcterms:modified>
</cp:coreProperties>
</file>